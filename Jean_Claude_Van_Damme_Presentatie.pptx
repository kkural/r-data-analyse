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70944"/>
  </p:normalViewPr>
  <p:slideViewPr>
    <p:cSldViewPr snapToGrid="0" snapToObjects="1">
      <p:cViewPr varScale="1">
        <p:scale>
          <a:sx d="100" n="135"/>
          <a:sy d="100" n="135"/>
        </p:scale>
        <p:origin x="120" y="24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notesMaster" Target="notesMasters/notesMaster1.xml" /><Relationship Id="rId19" Type="http://schemas.openxmlformats.org/officeDocument/2006/relationships/theme" Target="theme/theme1.xml" /><Relationship Id="rId18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22" Type="http://schemas.microsoft.com/office/2015/10/relationships/revisionInfo" Target="revisionInfo.xml" /><Relationship Id="rId21" Type="http://schemas.microsoft.com/office/2016/11/relationships/changesInfo" Target="changesInfos/changesInfo1.xml" /><Relationship Id="rId17" Type="http://schemas.openxmlformats.org/officeDocument/2006/relationships/presProps" Target="presProps.xml" /><Relationship Id="rId20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-342900" marL="342900">
              <a:buAutoNum type="arabicParenR"/>
            </a:pPr>
            <a:r>
              <a:rPr/>
              <a:t>Jean-Claude Van Damme is een Belgische acteur en vechtsporter.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Zijn echte naam is Jean-Claude Camille François Van Varenberg.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Hij werd geboren op 18 oktober 1960.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Hij is geboren in Brussel, België.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De bijnaam “The Muscles from Brussels” is beroemd geworden.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Deze naam komt van twee dingen: hij is erg gespierd en sterk door jaren training.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En hij komt uit Brussel.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Wat hij studeerde: Hij deed karate training van jongs af aan.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Hij deed ballet training voor flexibiliteit.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Formele opleiding: Hij volgde een lokale school in Brussel, maar ging niet naar de universiteit.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Hij werkte ook in restaurants en sportscholen.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Deze bijnaam werd beroemd in de jaren ’80 en ’90.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Toen werd hij een grote filmster.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Hij is niet alleen bekend in België.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Hij is een wereldster die in veel landen films maakte.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Hij heeft fans in alle landen van de wereld.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-342900" marL="342900">
              <a:buAutoNum type="arabicParenR"/>
            </a:pPr>
            <a:r>
              <a:rPr/>
              <a:t>Jean-Claude werd geboren in een gewone Belgische familie in Brussel.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Zijn vader, Eugène Van Varenberg, had een bloemenwinkel in Brussel.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Zijn moeder, Elaine Moës, zorgde voor het gezin.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De familie woonde in Brussel, België.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Jean-Claude had één zus: Véronique Van Varenberg.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Hij groeide op in een warm gezinsmilieu.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Als kind was Jean-Claude klein en verlegen.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Andere kinderen plagden hem omdat hij niet groot of sterk genoeg was.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Dit was moeilijk voor hem als jong kind.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Maar op zijn 10de jaar begon hij met karate.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Dit was een keerpunt in zijn leven.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Karate gaf hem zelfvertrouwen en sterkte.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Karate gaf hem ook discipline.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Hij voelde dat hij eindelijk beter kon worden dan de anderen.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-342900" marL="342900">
              <a:buAutoNum type="arabicParenR"/>
            </a:pPr>
            <a:r>
              <a:rPr/>
              <a:t>Van jongs af aan trainde Jean-Claude bijna elke dag karate.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Hij was heel serieus en gemotiveerd in zijn training.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Zijn harde werk betaalde af.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Hij werd Belgisch kampioen in karate.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Maar hij wilde meer dan alleen een kampioen worden.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Hij realiseerde zich dat hij ook flexibel moest zijn.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Daarom deed hij ballet - iets ongewoon voor een jonge man die karate deed.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Ballet maakte zijn lichaam soepel en gave hem gratie in beweging.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Jean-Claude zei ooit: “Ballet is de zwaarste training ter wereld.”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Dit hielp hem later als acteur met acrobatische stunts in films.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De filosofie erachter was simpel: Discipline is het geheim van succes.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Je moet je lichaam trainen, maar ook je geest.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arenR"/>
            </a:pPr>
            <a:r>
              <a:rPr/>
              <a:t>Hard werken, elke dag, zonder shortcuts.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) Op zijn 24de jaar maakte Jean-Claude een grote beslissing. ) Hij verliet België. ) Hij ging naar Hollywood in de Verenigde Staten. ) Dit was een moedige stap voor hem. ) Hij had één droom: filmacteur worden. ) Maar de werkelijkheid was heel moeilijk. ) Hij had bijna geen geld. ) Hij kende niemand in Hollywood. ) Hij had geen contacten of vrienden. ) Niemand kende zijn naam. ) In het begin deed hij kleine banen om geld te verdienen. ) Hij werkte in restaurants en sportscholen. ) Hij voelde zich eenzaam in een vreemd land. ) Veel acteurs zouden opgeven in deze situatie. ) Maar Jean-Claude gaf niet op. ) Hij bleef trainen. ) Hij bleef audities doen. ) De discipline van karate was nog steeds in 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) In 1988 kwam de film Bloodsport uit. ) Dit was zijn doorbraakfilm. ) De film was een enorm succes wereldwijd. ) Eindelijk! Twaalf jaar nadat hij naar Hollywood ging! ) De film toonde zijn karate-skills op een spannende manier. ) Het publiek hield van hem en zijn stijl. ) Eindelijk kregen mensen aandacht voor Jean-Claude Van Damme. ) Na Bloodsport kwamen meer grote films. ) Kickboxer was nog beter dan Bloodsport. ) Universal Soldier was een groot succes. ) Timecop was een groot succes. ) Double Impact was een groot succes. ) Zijn stijl was uniek en anders dan anderen. ) Hij maakte snelle en acrobatische bewegingen. ) Hij deed spagaten in gevechten - iets wat niemand anders deed. ) Hij combineerde echte martial arts met film show. ) Hij deed veel stunts zelf, niet met stand-ins. ) Dit was gevaarlijk maar maakte de films authentiek en spectaculair.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) Na Bloodsport werd Jean-Claude wereldberoemd. ) Hij had fans in bijna elk land van de wereld. ) Kinderen kenden zijn naam en wilden hem zien. ) Volwassenen gingen naar zijn films in de bioscoop. ) Hij was een van de grootste filmsterren van de jaren ’80 en ’90. ) Hij won verschillende filmprijzen en awards. ) MTV kende hem en bracht zijn films. ) Hollywood erkende zijn talent en potentiaal. ) Zijn impact op de filmindustrie was groot. ) Hij veranderde hoe actiefilms werden gemaakt. ) Vóór Van Damme waren actiefilms vaak ruw en simpel. ) Van Damme bracht elegantie in actiefilms. ) Hij bracht flexibiliteit en gratie. ) Hij bracht echte martial arts training. ) Hij inspireerde veel andere acteurs om hetzelfde te doen. ) Tot vandaag wordt hij gezien als een icoon van actiefilms. ) Hij is een icoon van die gouden periode in de jaren ’80 en ’90.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) Na al zijn succes en faam kreeg Jean-Claude veel problemen. ) Het geluid van succes is niet altijd gezond. ) Hij had veel stress van zijn filmwerk. ) Zijn relaties braken op en hij was drie keer getrouwd. ) Hij had problemen met alcohol en drugs. ) Dit begon langzaam maar werd steeds erger. ) Hij had depressie en voelde zich verloren. ) De “Muscles from Brussels” streed hard met zijn problemen. ) Niemand in het publiek wist hoe slecht het werkelijk met hem ging. ) Zijn films van deze periode waren niet goed. ) Het publiek begon interesse te verliezen. ) Zijn zelfvertrouwen verdween. ) Dit gebeurde in de jaren ’90. ) Internet was nog niet groot op dat moment. ) Weinig iemand wist hoe slecht het werkelijk met hem 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) Dit is het mooiste deel van het verhaal. ) Jean-Claude realiseerde zich dat hij hulp nodig had. ) Dit was een moedige stap - veel beroemde mensen negeren hun problemen. ) Maar hij zei openlijk: “Iedereen kan vallen, maar je moet weer opstaan.” ) Hij ging naar therapie. ) Hij stopte met alcohol en drugs. ) Dit was zeer moeilijk voor hem. ) Maar hij bracht de discipline terug die hij van karate had geleerd. ) Stap voor stap verbeterde zijn situatie. ) Toen begon het internet te groeien. ) Oude Van Damme films werden online populair. ) Een nieuwe generatie ontdekte zijn films. ) Jongeren vonden zijn films cool en spannend. ) Zijn oude fans bleven loyal en steunden hem. ) Langzaam kreeg hij betere filmrollen weer. ) Kleinere films eerst, dan langzaam grotere. ) Dit werd zijn comeback. ) Het was niet een groot Hollywood comeback. ) Maar iets sterkers - een echte comeback van iemand die sterker terugkwam.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) Jean-Claude woont nu vooral in Los Angeles. ) Maar hij komt regelmatig naar België terug. ) Hij gaat naar Brussel waar hij werd geboren. ) Dit is heel belangrijk voor hem. ) Hij vergeet niet waar hij vandaan komt. ) Ondanks zijn leeftijd - hij is nu meer dan 60 jaar oud. ) Sport hij nog elke dag. ) Dit is nog steeds een belangrijk onderdeel van zijn leven. ) De discipline van karate blijft in hem. ) Hij eet gezond en drinkt geen alcohol meer. ) In zijn leven nu richt hij zich op andere belangrijke zaken. ) Hij doet veel werk voor dierenbescherming. ) Hij houdt van dieren en ondersteunt dierenrechten. ) Hij ondersteunt milieuprojecten. ) Hij houdt van de natuur en de omgeving. ) Familie is heel belangrijk voor hem geworden. ) Hij zoekt spirituele betekenis in zijn leven. ) Dit hielp hem door zijn moeilijke periode heen. ) Hij is niet meer de jonge “Muscles from Brussels”. ) Hij is nu een volwassen man die geleerd heeft wat echt belangrijk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) Dit is waarom Jean-Claude’s verhaal zo inspirerend is. ) Hij was een normale jongen uit Brussel. ) Hij was klein, verlegen, en werd geplagd op school. ) Maar met discipline en doorzetting werd hij een wereldster. ) Dit kan anderen motiveren dat zij hetzelfde kunnen bereiken. ) Als hij het kon, dan kunnen zij het ook. ) We hebben vier lessen uit zijn verhaal. ) Eerste les: Discipline werkt echt. ) Het is niet geluk en niet faam. ) Het is dagelijks hard werken. ) Tweede les: Doorzetten is essentieel. ) Je mag niet opgeven. ) Ook niet na teleurstelling en mislukking. ) Derde les: Problemen overwinnen is mogelijk. ) Problemen zijn normaal voor iedereen. ) Over je problemen spreken is sterk. ) Hulp zoeken is sterk, niet zwak. ) Herstel is altijd mogelijk. ) Vierde les: Bescheid blijven in succes. ) Familie en gezondheid zijn belangrijker dan faam. ) Een mens is belangrijker dan beroemdheid. ) Dit zijn lessen voor iedereen. ) Niet alleen voor acteurs. ) Dit zijn universele lessen.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) Dit zijn zijn twee beroemde en krachtige zinnen. ) Deze zinnen vatten eigenlijk alles in zijn verhaal samen. ) De eerste quote erkent dat iedereen problemen heeft in het leven. ) Je hoeft niet perfect te zijn. ) Je mag vallen en problemen hebben. ) De tweede zin geeft hoop aan mensen. ) Je kunt terugkomen van je problemen. ) Je kunt sterker terugkeren. ) En de derde zin: blijf oefenen. ) Geloof in jezelf. ) Geef niet op. ) Dit zijn sterke boodschappen van iemand. ) Iemand die het werkelijk heeft meegemaakt. ) Dit zijn niet loze woorden. ) Dit is uit zijn echte ervaring. ) Dit is wat hij zelf heeft gevoeld.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) Dit vat eigenlijk alles samen uit zijn hele verhaal. ) Van klein verlegen jongetje uit Brussel. ) Tot filmster in Hollywood. ) Van groot succes. ) Tot ernstige problemen. ) Van problemen. ) Tot een prachtige comeback. ) En nu: een volwassen man. ) Die anderen inspireert met zijn verhaal. ) Zijn reis is niet voorbij. ) Hij leert nog steeds. ) Hij groeit nog steeds. ) Dit is waarom zijn verhaal zo belangrijk is. ) Het is echt en authentiek. ) Het is menselijk. ) Het toont dat niemand alleen is met problemen. ) Het toont dat hoop altijd mogelijk is. ) Voor iedereen.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) Dit was het einde van de presentatie. ) Bedank het publiek voor hun aandacht. ) Open jezelf voor vragen van het publiek. ) Je kunt meer details geven als iemand vragen heeft. ) Dit is een goed moment om interactie te hebben met het publiek. ) Luister naar hun vragen en antwoord eerlijk.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media/image1.jpg" Type="http://schemas.openxmlformats.org/officeDocument/2006/relationships/imag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3">
            <a:alphaModFix amt="1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Jean-Claude Van Damme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Kuralarasan Kumar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2025-11-17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Jean-Claude Van Damme</a:t>
            </a:r>
          </a:p>
          <a:p>
            <a:pPr lvl="0"/>
            <a:r>
              <a:rPr/>
              <a:t>Belgische acteur &amp; vechtsporter</a:t>
            </a:r>
          </a:p>
          <a:p>
            <a:pPr lvl="0"/>
            <a:r>
              <a:rPr/>
              <a:t>Geboren: 18 oktober 1960, Brussel</a:t>
            </a:r>
          </a:p>
          <a:p>
            <a:pPr lvl="0"/>
            <a:r>
              <a:rPr/>
              <a:t>Bijnaam: “The Muscles from Brussels”</a:t>
            </a:r>
          </a:p>
          <a:p>
            <a:pPr lvl="0"/>
            <a:r>
              <a:rPr/>
              <a:t>Studie: Karate &amp; Ballet training</a:t>
            </a:r>
          </a:p>
          <a:p>
            <a:pPr lvl="0"/>
            <a:r>
              <a:rPr/>
              <a:t>Formele opleiding: Lokale school in Brussel, geen universiteit</a:t>
            </a:r>
          </a:p>
          <a:p>
            <a:pPr lvl="0"/>
            <a:r>
              <a:rPr/>
              <a:t>Ook werkte in restaurants en sportscholen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Familie en Jeugd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Achtergrond:</a:t>
            </a:r>
          </a:p>
          <a:p>
            <a:pPr lvl="0"/>
            <a:r>
              <a:rPr/>
              <a:t>Echte naam: Jean-Claude Van Varenberg</a:t>
            </a:r>
          </a:p>
          <a:p>
            <a:pPr lvl="0"/>
            <a:r>
              <a:rPr/>
              <a:t>Vader: Eugène Van Varenberg (bloemenwinkel)</a:t>
            </a:r>
          </a:p>
          <a:p>
            <a:pPr lvl="0"/>
            <a:r>
              <a:rPr/>
              <a:t>Moeder: Elaine Moës (zorgde voor gezin)</a:t>
            </a:r>
          </a:p>
          <a:p>
            <a:pPr lvl="0"/>
            <a:r>
              <a:rPr/>
              <a:t>Plaats: Brussel, België</a:t>
            </a:r>
          </a:p>
          <a:p>
            <a:pPr lvl="0"/>
            <a:r>
              <a:rPr/>
              <a:t>Zus: Véronique Van Varenberg (1 zus)</a:t>
            </a:r>
          </a:p>
          <a:p>
            <a:pPr lvl="0" indent="0" marL="0">
              <a:buNone/>
            </a:pPr>
            <a:r>
              <a:rPr b="1"/>
              <a:t>Als kind:</a:t>
            </a:r>
          </a:p>
          <a:p>
            <a:pPr lvl="0"/>
            <a:r>
              <a:rPr/>
              <a:t>Klein en verlegen</a:t>
            </a:r>
          </a:p>
          <a:p>
            <a:pPr lvl="0"/>
            <a:r>
              <a:rPr/>
              <a:t>Werd geplagd</a:t>
            </a:r>
          </a:p>
          <a:p>
            <a:pPr lvl="0"/>
            <a:r>
              <a:rPr/>
              <a:t>Op 10 jaar: karate begonnen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Training &amp;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Karate:</a:t>
            </a:r>
          </a:p>
          <a:p>
            <a:pPr lvl="0"/>
            <a:r>
              <a:rPr/>
              <a:t>Elke dag trainen</a:t>
            </a:r>
          </a:p>
          <a:p>
            <a:pPr lvl="0"/>
            <a:r>
              <a:rPr/>
              <a:t>Belgisch kampioen</a:t>
            </a:r>
          </a:p>
          <a:p>
            <a:pPr lvl="0" indent="0" marL="0">
              <a:buNone/>
            </a:pPr>
            <a:r>
              <a:rPr b="1"/>
              <a:t>Ballet:</a:t>
            </a:r>
          </a:p>
          <a:p>
            <a:pPr lvl="0"/>
            <a:r>
              <a:rPr/>
              <a:t>Voor flexibiliteit</a:t>
            </a:r>
          </a:p>
          <a:p>
            <a:pPr lvl="0"/>
            <a:r>
              <a:rPr/>
              <a:t>“Hardste training ter wereld”</a:t>
            </a:r>
          </a:p>
          <a:p>
            <a:pPr lvl="0" indent="0" marL="0">
              <a:buNone/>
            </a:pPr>
            <a:r>
              <a:rPr b="1"/>
              <a:t>Filosofie:</a:t>
            </a:r>
          </a:p>
          <a:p>
            <a:pPr lvl="0"/>
            <a:r>
              <a:rPr/>
              <a:t>Discipline = succes</a:t>
            </a:r>
          </a:p>
          <a:p>
            <a:pPr lvl="0"/>
            <a:r>
              <a:rPr/>
              <a:t>Lichaam én geest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Filmcarrière Begint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 grote stap:</a:t>
            </a:r>
          </a:p>
          <a:p>
            <a:pPr lvl="0"/>
            <a:r>
              <a:rPr/>
              <a:t>24 jaar oud</a:t>
            </a:r>
          </a:p>
          <a:p>
            <a:pPr lvl="0"/>
            <a:r>
              <a:rPr/>
              <a:t>Naar Hollywood, Verenigde Staten</a:t>
            </a:r>
          </a:p>
          <a:p>
            <a:pPr lvl="0"/>
            <a:r>
              <a:rPr/>
              <a:t>Droomde van filmacteur</a:t>
            </a:r>
          </a:p>
          <a:p>
            <a:pPr lvl="0" indent="0" marL="0">
              <a:buNone/>
            </a:pPr>
            <a:r>
              <a:rPr b="1"/>
              <a:t>Moeilijkheden:</a:t>
            </a:r>
          </a:p>
          <a:p>
            <a:pPr lvl="0"/>
            <a:r>
              <a:rPr/>
              <a:t>Geen geld</a:t>
            </a:r>
          </a:p>
          <a:p>
            <a:pPr lvl="0"/>
            <a:r>
              <a:rPr/>
              <a:t>Geen contacten</a:t>
            </a:r>
          </a:p>
          <a:p>
            <a:pPr lvl="0"/>
            <a:r>
              <a:rPr/>
              <a:t>Geen faam</a:t>
            </a:r>
          </a:p>
          <a:p>
            <a:pPr lvl="0"/>
            <a:r>
              <a:rPr/>
              <a:t>Werkte in restaurants &amp; sportscholen</a:t>
            </a:r>
          </a:p>
          <a:p>
            <a:pPr lvl="0" indent="0" marL="0">
              <a:buNone/>
            </a:pPr>
            <a:r>
              <a:rPr b="1"/>
              <a:t>Maar:</a:t>
            </a:r>
          </a:p>
          <a:p>
            <a:pPr lvl="0"/>
            <a:r>
              <a:rPr/>
              <a:t>Gaf niet op</a:t>
            </a:r>
          </a:p>
          <a:p>
            <a:pPr lvl="0"/>
            <a:r>
              <a:rPr/>
              <a:t>Bleef trainen</a:t>
            </a:r>
          </a:p>
          <a:p>
            <a:pPr lvl="0"/>
            <a:r>
              <a:rPr/>
              <a:t>Bleef audities doen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Doorbraak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1988: Bloodsport</a:t>
            </a:r>
          </a:p>
          <a:p>
            <a:pPr lvl="0"/>
            <a:r>
              <a:rPr/>
              <a:t>EERSTE grote film</a:t>
            </a:r>
          </a:p>
          <a:p>
            <a:pPr lvl="0"/>
            <a:r>
              <a:rPr/>
              <a:t>ENORM succes</a:t>
            </a:r>
          </a:p>
          <a:p>
            <a:pPr lvl="0"/>
            <a:r>
              <a:rPr/>
              <a:t>Wereld ontdekt hem</a:t>
            </a:r>
          </a:p>
          <a:p>
            <a:pPr lvl="0" indent="0" marL="0">
              <a:buNone/>
            </a:pPr>
            <a:r>
              <a:rPr b="1"/>
              <a:t>Grote films daarna:</a:t>
            </a:r>
          </a:p>
          <a:p>
            <a:pPr lvl="0"/>
            <a:r>
              <a:rPr/>
              <a:t>Kickboxer (1989)</a:t>
            </a:r>
          </a:p>
          <a:p>
            <a:pPr lvl="0"/>
            <a:r>
              <a:rPr/>
              <a:t>Universal Soldier (1992)</a:t>
            </a:r>
          </a:p>
          <a:p>
            <a:pPr lvl="0"/>
            <a:r>
              <a:rPr/>
              <a:t>Timecop (1994)</a:t>
            </a:r>
          </a:p>
          <a:p>
            <a:pPr lvl="0"/>
            <a:r>
              <a:rPr/>
              <a:t>Double Impact (1991)</a:t>
            </a:r>
          </a:p>
          <a:p>
            <a:pPr lvl="0" indent="0" marL="0">
              <a:buNone/>
            </a:pPr>
            <a:r>
              <a:rPr b="1"/>
              <a:t>Zijn stijl:</a:t>
            </a:r>
          </a:p>
          <a:p>
            <a:pPr lvl="0"/>
            <a:r>
              <a:rPr/>
              <a:t>Snelle bewegingen</a:t>
            </a:r>
          </a:p>
          <a:p>
            <a:pPr lvl="0"/>
            <a:r>
              <a:rPr/>
              <a:t>Spagaten in gevechten</a:t>
            </a:r>
          </a:p>
          <a:p>
            <a:pPr lvl="0"/>
            <a:r>
              <a:rPr/>
              <a:t>Sport + show</a:t>
            </a:r>
          </a:p>
          <a:p>
            <a:pPr lvl="0"/>
            <a:r>
              <a:rPr/>
              <a:t>Veel zelf stunts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Hoogtepunten &amp; Awards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Succes:</a:t>
            </a:r>
          </a:p>
          <a:p>
            <a:pPr lvl="0"/>
            <a:r>
              <a:rPr/>
              <a:t>Wereldberoemd</a:t>
            </a:r>
          </a:p>
          <a:p>
            <a:pPr lvl="0"/>
            <a:r>
              <a:rPr/>
              <a:t>Fans overal</a:t>
            </a:r>
          </a:p>
          <a:p>
            <a:pPr lvl="0"/>
            <a:r>
              <a:rPr/>
              <a:t>Jaren ’80-’90 filmlegende</a:t>
            </a:r>
          </a:p>
          <a:p>
            <a:pPr lvl="0" indent="0" marL="0">
              <a:buNone/>
            </a:pPr>
            <a:r>
              <a:rPr b="1"/>
              <a:t>Prijzen:</a:t>
            </a:r>
          </a:p>
          <a:p>
            <a:pPr lvl="0"/>
            <a:r>
              <a:rPr/>
              <a:t>Filmprijzen</a:t>
            </a:r>
          </a:p>
          <a:p>
            <a:pPr lvl="0"/>
            <a:r>
              <a:rPr/>
              <a:t>MTV Awards</a:t>
            </a:r>
          </a:p>
          <a:p>
            <a:pPr lvl="0"/>
            <a:r>
              <a:rPr/>
              <a:t>Erkenning in Hollywood</a:t>
            </a:r>
          </a:p>
          <a:p>
            <a:pPr lvl="0" indent="0" marL="0">
              <a:buNone/>
            </a:pPr>
            <a:r>
              <a:rPr b="1"/>
              <a:t>Impact:</a:t>
            </a:r>
          </a:p>
          <a:p>
            <a:pPr lvl="0"/>
            <a:r>
              <a:rPr/>
              <a:t>Veranderde actiefilms</a:t>
            </a:r>
          </a:p>
          <a:p>
            <a:pPr lvl="0"/>
            <a:r>
              <a:rPr/>
              <a:t>Inspireerde anderen</a:t>
            </a:r>
          </a:p>
          <a:p>
            <a:pPr lvl="0"/>
            <a:r>
              <a:rPr/>
              <a:t>Wordt ontvangen als icoon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Na groot succes:</a:t>
            </a:r>
          </a:p>
          <a:p>
            <a:pPr lvl="0"/>
            <a:r>
              <a:rPr/>
              <a:t>Stress &amp; spanning</a:t>
            </a:r>
          </a:p>
          <a:p>
            <a:pPr lvl="0"/>
            <a:r>
              <a:rPr/>
              <a:t>Familieproblemen</a:t>
            </a:r>
          </a:p>
          <a:p>
            <a:pPr lvl="0"/>
            <a:r>
              <a:rPr/>
              <a:t>Scheiding</a:t>
            </a:r>
          </a:p>
          <a:p>
            <a:pPr lvl="0"/>
            <a:r>
              <a:rPr/>
              <a:t>Alcohol</a:t>
            </a:r>
          </a:p>
          <a:p>
            <a:pPr lvl="0" indent="0" marL="0">
              <a:buNone/>
            </a:pPr>
            <a:r>
              <a:rPr b="1"/>
              <a:t>Mentale gezondheid:</a:t>
            </a:r>
          </a:p>
          <a:p>
            <a:pPr lvl="0"/>
            <a:r>
              <a:rPr/>
              <a:t>Depressie</a:t>
            </a:r>
          </a:p>
          <a:p>
            <a:pPr lvl="0"/>
            <a:r>
              <a:rPr/>
              <a:t>Vermoeidheid</a:t>
            </a:r>
          </a:p>
          <a:p>
            <a:pPr lvl="0"/>
            <a:r>
              <a:rPr/>
              <a:t>Drugs &amp; alcohol</a:t>
            </a:r>
          </a:p>
          <a:p>
            <a:pPr lvl="0"/>
            <a:r>
              <a:rPr/>
              <a:t>Zware periode</a:t>
            </a:r>
          </a:p>
          <a:p>
            <a:pPr lvl="0" indent="0" marL="0">
              <a:buNone/>
            </a:pPr>
            <a:r>
              <a:rPr b="1"/>
              <a:t>Carrière impact:</a:t>
            </a:r>
          </a:p>
          <a:p>
            <a:pPr lvl="0"/>
            <a:r>
              <a:rPr/>
              <a:t>Films werden slechter</a:t>
            </a:r>
          </a:p>
          <a:p>
            <a:pPr lvl="0"/>
            <a:r>
              <a:rPr/>
              <a:t>Publiek verliest interesse</a:t>
            </a:r>
          </a:p>
          <a:p>
            <a:pPr lvl="0"/>
            <a:r>
              <a:rPr/>
              <a:t>Zelfvertrouwen weg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Comeback &amp; Herstel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Erkenning:</a:t>
            </a:r>
          </a:p>
          <a:p>
            <a:pPr lvl="0"/>
            <a:r>
              <a:rPr/>
              <a:t>“Iedereen kan vallen”</a:t>
            </a:r>
          </a:p>
          <a:p>
            <a:pPr lvl="0"/>
            <a:r>
              <a:rPr/>
              <a:t>Sprak OPEN</a:t>
            </a:r>
          </a:p>
          <a:p>
            <a:pPr lvl="0"/>
            <a:r>
              <a:rPr/>
              <a:t>Vroeg HULP</a:t>
            </a:r>
          </a:p>
          <a:p>
            <a:pPr lvl="0"/>
            <a:r>
              <a:rPr/>
              <a:t>Wilde beter</a:t>
            </a:r>
          </a:p>
          <a:p>
            <a:pPr lvl="0" indent="0" marL="0">
              <a:buNone/>
            </a:pPr>
            <a:r>
              <a:rPr b="1"/>
              <a:t>Herstelproces:</a:t>
            </a:r>
          </a:p>
          <a:p>
            <a:pPr lvl="0"/>
            <a:r>
              <a:rPr/>
              <a:t>Therapie</a:t>
            </a:r>
          </a:p>
          <a:p>
            <a:pPr lvl="0"/>
            <a:r>
              <a:rPr/>
              <a:t>Stopte met alcohol/drugs</a:t>
            </a:r>
          </a:p>
          <a:p>
            <a:pPr lvl="0"/>
            <a:r>
              <a:rPr/>
              <a:t>Discipline terug</a:t>
            </a:r>
          </a:p>
          <a:p>
            <a:pPr lvl="0"/>
            <a:r>
              <a:rPr/>
              <a:t>Gezondheid eerste</a:t>
            </a:r>
          </a:p>
          <a:p>
            <a:pPr lvl="0" indent="0" marL="0">
              <a:buNone/>
            </a:pPr>
            <a:r>
              <a:rPr b="1"/>
              <a:t>Terugkeer:</a:t>
            </a:r>
          </a:p>
          <a:p>
            <a:pPr lvl="0"/>
            <a:r>
              <a:rPr/>
              <a:t>Betere rollen</a:t>
            </a:r>
          </a:p>
          <a:p>
            <a:pPr lvl="0"/>
            <a:r>
              <a:rPr/>
              <a:t>Cultfilms populair</a:t>
            </a:r>
          </a:p>
          <a:p>
            <a:pPr lvl="0"/>
            <a:r>
              <a:rPr/>
              <a:t>Internet: fans terug</a:t>
            </a:r>
          </a:p>
          <a:p>
            <a:pPr lvl="0"/>
            <a:r>
              <a:rPr/>
              <a:t>Tweede kans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Leven Vandaag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Waar:</a:t>
            </a:r>
          </a:p>
          <a:p>
            <a:pPr lvl="0"/>
            <a:r>
              <a:rPr/>
              <a:t>Los Angeles</a:t>
            </a:r>
          </a:p>
          <a:p>
            <a:pPr lvl="0"/>
            <a:r>
              <a:rPr/>
              <a:t>Regelmatig Brussel</a:t>
            </a:r>
          </a:p>
          <a:p>
            <a:pPr lvl="0"/>
            <a:r>
              <a:rPr/>
              <a:t>Dicht bij wortels</a:t>
            </a:r>
          </a:p>
          <a:p>
            <a:pPr lvl="0" indent="0" marL="0">
              <a:buNone/>
            </a:pPr>
            <a:r>
              <a:rPr b="1"/>
              <a:t>Gezondheid:</a:t>
            </a:r>
          </a:p>
          <a:p>
            <a:pPr lvl="0"/>
            <a:r>
              <a:rPr/>
              <a:t>Sport elke dag</a:t>
            </a:r>
          </a:p>
          <a:p>
            <a:pPr lvl="0"/>
            <a:r>
              <a:rPr/>
              <a:t>Oud maar fit</a:t>
            </a:r>
          </a:p>
          <a:p>
            <a:pPr lvl="0"/>
            <a:r>
              <a:rPr/>
              <a:t>Gezond eten</a:t>
            </a:r>
          </a:p>
          <a:p>
            <a:pPr lvl="0"/>
            <a:r>
              <a:rPr/>
              <a:t>Geen alcohol</a:t>
            </a:r>
          </a:p>
          <a:p>
            <a:pPr lvl="0" indent="0" marL="0">
              <a:buNone/>
            </a:pPr>
            <a:r>
              <a:rPr b="1"/>
              <a:t>Interesses:</a:t>
            </a:r>
          </a:p>
          <a:p>
            <a:pPr lvl="0"/>
            <a:r>
              <a:rPr/>
              <a:t>Dierenbescherming</a:t>
            </a:r>
          </a:p>
          <a:p>
            <a:pPr lvl="0"/>
            <a:r>
              <a:rPr/>
              <a:t>Milieu</a:t>
            </a:r>
          </a:p>
          <a:p>
            <a:pPr lvl="0"/>
            <a:r>
              <a:rPr/>
              <a:t>Natuur</a:t>
            </a:r>
          </a:p>
          <a:p>
            <a:pPr lvl="0"/>
            <a:r>
              <a:rPr/>
              <a:t>Familie</a:t>
            </a:r>
          </a:p>
          <a:p>
            <a:pPr lvl="0"/>
            <a:r>
              <a:rPr/>
              <a:t>Spiritualiteit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Lessen &amp; Inspiratie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Van normale jongen tot wereldster</a:t>
            </a:r>
          </a:p>
          <a:p>
            <a:pPr lvl="0" indent="0" marL="0">
              <a:buNone/>
            </a:pPr>
            <a:r>
              <a:rPr/>
              <a:t>) </a:t>
            </a:r>
            <a:r>
              <a:rPr b="1"/>
              <a:t>Discipline werkt</a:t>
            </a:r>
            <a:r>
              <a:rPr/>
              <a:t> * Elke dag trainen * Geen shortcuts</a:t>
            </a:r>
          </a:p>
          <a:p>
            <a:pPr lvl="0" indent="0" marL="0">
              <a:buNone/>
            </a:pPr>
            <a:r>
              <a:rPr/>
              <a:t>) </a:t>
            </a:r>
            <a:r>
              <a:rPr b="1"/>
              <a:t>Doorzetten</a:t>
            </a:r>
            <a:r>
              <a:rPr/>
              <a:t> * Niet opgeven * Na teleurstelling terugkomen</a:t>
            </a:r>
          </a:p>
          <a:p>
            <a:pPr lvl="0" indent="0" marL="0">
              <a:buNone/>
            </a:pPr>
            <a:r>
              <a:rPr/>
              <a:t>) </a:t>
            </a:r>
            <a:r>
              <a:rPr b="1"/>
              <a:t>Problemen overwinnen</a:t>
            </a:r>
            <a:r>
              <a:rPr/>
              <a:t> * Niemand perfect * Hulp is sterkte * Herstel mogelijk</a:t>
            </a:r>
          </a:p>
          <a:p>
            <a:pPr lvl="0" indent="0" marL="0">
              <a:buNone/>
            </a:pPr>
            <a:r>
              <a:rPr/>
              <a:t>) </a:t>
            </a:r>
            <a:r>
              <a:rPr b="1"/>
              <a:t>Bescheiden blijven</a:t>
            </a:r>
            <a:r>
              <a:rPr/>
              <a:t> * Succes voorbijgaand * Familie #1 * Mens &gt; faam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Zijn Boodschap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“Iedereen kan vallen, maar je moet weer opstaan.”</a:t>
            </a:r>
          </a:p>
          <a:p>
            <a:pPr lvl="0" indent="0" marL="0">
              <a:buNone/>
            </a:pPr>
            <a:r>
              <a:rPr i="1"/>
              <a:t>“Blijf oefenen, geloof in jezelf en geef niet op.”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Samenvatting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Jean-Claude Van Damme…</a:t>
            </a:r>
          </a:p>
          <a:p>
            <a:pPr lvl="0" indent="0" marL="0">
              <a:buNone/>
            </a:pPr>
            <a:r>
              <a:rPr/>
              <a:t>✓ Belgische acteur &amp; vechtsporter ✓ Begon klein → wereldberoemd ✓ Had moeilijke periodes ✓ Bleef sterker terugkomen ✓ Leeft nu gezond &amp; gelukkig ✓ Inspireert anderen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Dankjewel!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Vragen?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2108</Words>
  <Application>Microsoft Office PowerPoint</Application>
  <PresentationFormat>On-screen Show (16:9)</PresentationFormat>
  <Paragraphs>102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Jean-Claude Van Damme</vt:lpstr>
      <vt:lpstr>Jean-Claude Van Damme</vt:lpstr>
      <vt:lpstr>Inhoud</vt:lpstr>
      <vt:lpstr>Introductie</vt:lpstr>
      <vt:lpstr>Familie en Jeugd</vt:lpstr>
      <vt:lpstr>Training &amp; Discipline</vt:lpstr>
      <vt:lpstr>Filmcarrière Begint</vt:lpstr>
      <vt:lpstr>Doorbraak</vt:lpstr>
      <vt:lpstr>Hoogtepunten &amp; Awards</vt:lpstr>
      <vt:lpstr>Problemen</vt:lpstr>
      <vt:lpstr>Comeback &amp; Herstel</vt:lpstr>
      <vt:lpstr>Leven Vandaag</vt:lpstr>
      <vt:lpstr>Lessen &amp; Inspiratie</vt:lpstr>
      <vt:lpstr>Zijn Boodschap</vt:lpstr>
      <vt:lpstr>Samenvatting</vt:lpstr>
      <vt:lpstr>Dankjewel!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Jean-Claude Van Damme</dc:title>
  <dc:creator>Kuralarasan Kumar</dc:creator>
  <cp:keywords/>
  <dcterms:created xsi:type="dcterms:W3CDTF">2025-11-17T19:51:40Z</dcterms:created>
  <dcterms:modified xsi:type="dcterms:W3CDTF">2025-11-17T19:51:40Z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2025-11-17</vt:lpwstr>
  </property>
  <property fmtid="{D5CDD505-2E9C-101B-9397-08002B2CF9AE}" pid="3" name="output">
    <vt:lpwstr/>
  </property>
</Properties>
</file>