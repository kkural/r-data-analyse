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4"/>
  </p:notesMasterIdLst>
  <p:handoutMasterIdLst>
    <p:handoutMasterId r:id="rId15"/>
  </p:handoutMasterIdLst>
  <p:sldIdLst>
    <p:sldId id="1650" r:id="rId2"/>
    <p:sldId id="1651" r:id="rId3"/>
    <p:sldId id="1805" r:id="rId4"/>
    <p:sldId id="1810" r:id="rId5"/>
    <p:sldId id="1807" r:id="rId6"/>
    <p:sldId id="1812" r:id="rId7"/>
    <p:sldId id="1816" r:id="rId8"/>
    <p:sldId id="1818" r:id="rId9"/>
    <p:sldId id="1820" r:id="rId10"/>
    <p:sldId id="1822" r:id="rId11"/>
    <p:sldId id="1823" r:id="rId12"/>
    <p:sldId id="1824" r:id="rId13"/>
  </p:sldIdLst>
  <p:sldSz cx="17338675" cy="9753600"/>
  <p:notesSz cx="6797675" cy="9926638"/>
  <p:defaultTex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ardsectie" id="{9846C458-B879-4B24-BF06-5DE14FAAE5A0}">
          <p14:sldIdLst>
            <p14:sldId id="1650"/>
            <p14:sldId id="1651"/>
            <p14:sldId id="1805"/>
            <p14:sldId id="1810"/>
            <p14:sldId id="1807"/>
            <p14:sldId id="1812"/>
            <p14:sldId id="1816"/>
            <p14:sldId id="1818"/>
            <p14:sldId id="1820"/>
            <p14:sldId id="1822"/>
            <p14:sldId id="1823"/>
            <p14:sldId id="1824"/>
          </p14:sldIdLst>
        </p14:section>
      </p14:sectionLst>
    </p:ext>
    <p:ext uri="{EFAFB233-063F-42B5-8137-9DF3F51BA10A}">
      <p15:sldGuideLst xmlns:p15="http://schemas.microsoft.com/office/powerpoint/2012/main">
        <p15:guide id="1" orient="horz" pos="3072" userDrawn="1">
          <p15:clr>
            <a:srgbClr val="A4A3A4"/>
          </p15:clr>
        </p15:guide>
        <p15:guide id="2" pos="546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ijs Hauspie" initials="TH" lastIdx="3" clrIdx="0">
    <p:extLst>
      <p:ext uri="{19B8F6BF-5375-455C-9EA6-DF929625EA0E}">
        <p15:presenceInfo xmlns:p15="http://schemas.microsoft.com/office/powerpoint/2012/main" userId="S-1-5-21-4030456262-320625612-449655040-28156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5D9CC7"/>
    <a:srgbClr val="80C0E0"/>
    <a:srgbClr val="DC8621"/>
    <a:srgbClr val="44C6E0"/>
    <a:srgbClr val="008000"/>
    <a:srgbClr val="006600"/>
    <a:srgbClr val="339933"/>
    <a:srgbClr val="339966"/>
    <a:srgbClr val="1E64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1355" autoAdjust="0"/>
  </p:normalViewPr>
  <p:slideViewPr>
    <p:cSldViewPr snapToGrid="0" showGuides="1">
      <p:cViewPr varScale="1">
        <p:scale>
          <a:sx n="83" d="100"/>
          <a:sy n="83" d="100"/>
        </p:scale>
        <p:origin x="222" y="144"/>
      </p:cViewPr>
      <p:guideLst>
        <p:guide orient="horz" pos="3072"/>
        <p:guide pos="5461"/>
      </p:guideLst>
    </p:cSldViewPr>
  </p:slideViewPr>
  <p:notesTextViewPr>
    <p:cViewPr>
      <p:scale>
        <a:sx n="1" d="1"/>
        <a:sy n="1" d="1"/>
      </p:scale>
      <p:origin x="0" y="0"/>
    </p:cViewPr>
  </p:notesTextViewPr>
  <p:notesViewPr>
    <p:cSldViewPr snapToGrid="0">
      <p:cViewPr varScale="1">
        <p:scale>
          <a:sx n="67" d="100"/>
          <a:sy n="67" d="100"/>
        </p:scale>
        <p:origin x="3029" y="5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 De Buck" userId="56269b48-6f97-4793-ac00-b6dbb2c9f1bb" providerId="ADAL" clId="{AB3F71BD-3CD1-404E-B940-FE1EC95CB6A3}"/>
    <pc:docChg chg="undo custSel modSld">
      <pc:chgData name="Ann De Buck" userId="56269b48-6f97-4793-ac00-b6dbb2c9f1bb" providerId="ADAL" clId="{AB3F71BD-3CD1-404E-B940-FE1EC95CB6A3}" dt="2024-11-05T19:24:09.019" v="34" actId="20577"/>
      <pc:docMkLst>
        <pc:docMk/>
      </pc:docMkLst>
      <pc:sldChg chg="modSp mod modNotesTx">
        <pc:chgData name="Ann De Buck" userId="56269b48-6f97-4793-ac00-b6dbb2c9f1bb" providerId="ADAL" clId="{AB3F71BD-3CD1-404E-B940-FE1EC95CB6A3}" dt="2024-11-05T19:24:09.019" v="34" actId="20577"/>
        <pc:sldMkLst>
          <pc:docMk/>
          <pc:sldMk cId="2565385636" sldId="1650"/>
        </pc:sldMkLst>
        <pc:spChg chg="mod">
          <ac:chgData name="Ann De Buck" userId="56269b48-6f97-4793-ac00-b6dbb2c9f1bb" providerId="ADAL" clId="{AB3F71BD-3CD1-404E-B940-FE1EC95CB6A3}" dt="2024-11-05T19:24:09.019" v="34" actId="20577"/>
          <ac:spMkLst>
            <pc:docMk/>
            <pc:sldMk cId="2565385636" sldId="1650"/>
            <ac:spMk id="2" creationId="{1D528B7A-3168-440C-A60C-A036931164EC}"/>
          </ac:spMkLst>
        </pc:spChg>
      </pc:sldChg>
      <pc:sldChg chg="modSp mod">
        <pc:chgData name="Ann De Buck" userId="56269b48-6f97-4793-ac00-b6dbb2c9f1bb" providerId="ADAL" clId="{AB3F71BD-3CD1-404E-B940-FE1EC95CB6A3}" dt="2024-11-05T07:31:48.277" v="0" actId="13926"/>
        <pc:sldMkLst>
          <pc:docMk/>
          <pc:sldMk cId="132924520" sldId="1824"/>
        </pc:sldMkLst>
        <pc:spChg chg="mod">
          <ac:chgData name="Ann De Buck" userId="56269b48-6f97-4793-ac00-b6dbb2c9f1bb" providerId="ADAL" clId="{AB3F71BD-3CD1-404E-B940-FE1EC95CB6A3}" dt="2024-11-05T07:31:48.277" v="0" actId="13926"/>
          <ac:spMkLst>
            <pc:docMk/>
            <pc:sldMk cId="132924520" sldId="1824"/>
            <ac:spMk id="3" creationId="{0CC07CE0-AA7B-0A74-03D0-32FBBBACD325}"/>
          </ac:spMkLst>
        </pc:spChg>
      </pc:sldChg>
    </pc:docChg>
  </pc:docChgLst>
  <pc:docChgLst>
    <pc:chgData name="Ann De Buck" userId="56269b48-6f97-4793-ac00-b6dbb2c9f1bb" providerId="ADAL" clId="{100D264B-3159-44D3-8ED5-B5E17A6E2060}"/>
    <pc:docChg chg="undo custSel addSld delSld modSld addSection delSection modSection">
      <pc:chgData name="Ann De Buck" userId="56269b48-6f97-4793-ac00-b6dbb2c9f1bb" providerId="ADAL" clId="{100D264B-3159-44D3-8ED5-B5E17A6E2060}" dt="2024-11-03T11:58:25.770" v="1763" actId="20577"/>
      <pc:docMkLst>
        <pc:docMk/>
      </pc:docMkLst>
      <pc:sldChg chg="add del">
        <pc:chgData name="Ann De Buck" userId="56269b48-6f97-4793-ac00-b6dbb2c9f1bb" providerId="ADAL" clId="{100D264B-3159-44D3-8ED5-B5E17A6E2060}" dt="2024-11-03T11:04:31.046" v="102" actId="18676"/>
        <pc:sldMkLst>
          <pc:docMk/>
          <pc:sldMk cId="2977093728" sldId="270"/>
        </pc:sldMkLst>
      </pc:sldChg>
      <pc:sldChg chg="add del">
        <pc:chgData name="Ann De Buck" userId="56269b48-6f97-4793-ac00-b6dbb2c9f1bb" providerId="ADAL" clId="{100D264B-3159-44D3-8ED5-B5E17A6E2060}" dt="2024-11-03T11:04:31.046" v="102" actId="18676"/>
        <pc:sldMkLst>
          <pc:docMk/>
          <pc:sldMk cId="3575049609" sldId="272"/>
        </pc:sldMkLst>
      </pc:sldChg>
      <pc:sldChg chg="add del">
        <pc:chgData name="Ann De Buck" userId="56269b48-6f97-4793-ac00-b6dbb2c9f1bb" providerId="ADAL" clId="{100D264B-3159-44D3-8ED5-B5E17A6E2060}" dt="2024-11-03T11:04:31.046" v="102" actId="18676"/>
        <pc:sldMkLst>
          <pc:docMk/>
          <pc:sldMk cId="1347416372" sldId="273"/>
        </pc:sldMkLst>
      </pc:sldChg>
      <pc:sldChg chg="add del">
        <pc:chgData name="Ann De Buck" userId="56269b48-6f97-4793-ac00-b6dbb2c9f1bb" providerId="ADAL" clId="{100D264B-3159-44D3-8ED5-B5E17A6E2060}" dt="2024-11-03T11:04:31.046" v="102" actId="18676"/>
        <pc:sldMkLst>
          <pc:docMk/>
          <pc:sldMk cId="607744203" sldId="274"/>
        </pc:sldMkLst>
      </pc:sldChg>
      <pc:sldChg chg="add del">
        <pc:chgData name="Ann De Buck" userId="56269b48-6f97-4793-ac00-b6dbb2c9f1bb" providerId="ADAL" clId="{100D264B-3159-44D3-8ED5-B5E17A6E2060}" dt="2024-11-03T11:04:31.046" v="102" actId="18676"/>
        <pc:sldMkLst>
          <pc:docMk/>
          <pc:sldMk cId="1020197017" sldId="275"/>
        </pc:sldMkLst>
      </pc:sldChg>
      <pc:sldChg chg="add del">
        <pc:chgData name="Ann De Buck" userId="56269b48-6f97-4793-ac00-b6dbb2c9f1bb" providerId="ADAL" clId="{100D264B-3159-44D3-8ED5-B5E17A6E2060}" dt="2024-11-03T11:04:31.046" v="102" actId="18676"/>
        <pc:sldMkLst>
          <pc:docMk/>
          <pc:sldMk cId="178933035" sldId="1401"/>
        </pc:sldMkLst>
      </pc:sldChg>
      <pc:sldChg chg="add del">
        <pc:chgData name="Ann De Buck" userId="56269b48-6f97-4793-ac00-b6dbb2c9f1bb" providerId="ADAL" clId="{100D264B-3159-44D3-8ED5-B5E17A6E2060}" dt="2024-11-03T11:04:31.046" v="102" actId="18676"/>
        <pc:sldMkLst>
          <pc:docMk/>
          <pc:sldMk cId="1172818230" sldId="1416"/>
        </pc:sldMkLst>
      </pc:sldChg>
      <pc:sldChg chg="add del">
        <pc:chgData name="Ann De Buck" userId="56269b48-6f97-4793-ac00-b6dbb2c9f1bb" providerId="ADAL" clId="{100D264B-3159-44D3-8ED5-B5E17A6E2060}" dt="2024-11-03T11:04:31.046" v="102" actId="18676"/>
        <pc:sldMkLst>
          <pc:docMk/>
          <pc:sldMk cId="2381885437" sldId="1615"/>
        </pc:sldMkLst>
      </pc:sldChg>
      <pc:sldChg chg="add del">
        <pc:chgData name="Ann De Buck" userId="56269b48-6f97-4793-ac00-b6dbb2c9f1bb" providerId="ADAL" clId="{100D264B-3159-44D3-8ED5-B5E17A6E2060}" dt="2024-11-03T11:04:31.046" v="102" actId="18676"/>
        <pc:sldMkLst>
          <pc:docMk/>
          <pc:sldMk cId="2519800457" sldId="1616"/>
        </pc:sldMkLst>
      </pc:sldChg>
      <pc:sldChg chg="add del">
        <pc:chgData name="Ann De Buck" userId="56269b48-6f97-4793-ac00-b6dbb2c9f1bb" providerId="ADAL" clId="{100D264B-3159-44D3-8ED5-B5E17A6E2060}" dt="2024-11-03T11:04:31.046" v="102" actId="18676"/>
        <pc:sldMkLst>
          <pc:docMk/>
          <pc:sldMk cId="4144644878" sldId="1618"/>
        </pc:sldMkLst>
      </pc:sldChg>
      <pc:sldChg chg="add del">
        <pc:chgData name="Ann De Buck" userId="56269b48-6f97-4793-ac00-b6dbb2c9f1bb" providerId="ADAL" clId="{100D264B-3159-44D3-8ED5-B5E17A6E2060}" dt="2024-11-03T11:04:31.046" v="102" actId="18676"/>
        <pc:sldMkLst>
          <pc:docMk/>
          <pc:sldMk cId="2632693407" sldId="1652"/>
        </pc:sldMkLst>
      </pc:sldChg>
      <pc:sldChg chg="del">
        <pc:chgData name="Ann De Buck" userId="56269b48-6f97-4793-ac00-b6dbb2c9f1bb" providerId="ADAL" clId="{100D264B-3159-44D3-8ED5-B5E17A6E2060}" dt="2024-11-03T10:52:58.040" v="1" actId="2696"/>
        <pc:sldMkLst>
          <pc:docMk/>
          <pc:sldMk cId="3203040881" sldId="1653"/>
        </pc:sldMkLst>
      </pc:sldChg>
      <pc:sldChg chg="add del">
        <pc:chgData name="Ann De Buck" userId="56269b48-6f97-4793-ac00-b6dbb2c9f1bb" providerId="ADAL" clId="{100D264B-3159-44D3-8ED5-B5E17A6E2060}" dt="2024-11-03T11:04:31.046" v="102" actId="18676"/>
        <pc:sldMkLst>
          <pc:docMk/>
          <pc:sldMk cId="3000421884" sldId="1654"/>
        </pc:sldMkLst>
      </pc:sldChg>
      <pc:sldChg chg="add del">
        <pc:chgData name="Ann De Buck" userId="56269b48-6f97-4793-ac00-b6dbb2c9f1bb" providerId="ADAL" clId="{100D264B-3159-44D3-8ED5-B5E17A6E2060}" dt="2024-11-03T11:04:31.046" v="102" actId="18676"/>
        <pc:sldMkLst>
          <pc:docMk/>
          <pc:sldMk cId="3163020389" sldId="1655"/>
        </pc:sldMkLst>
      </pc:sldChg>
      <pc:sldChg chg="add del">
        <pc:chgData name="Ann De Buck" userId="56269b48-6f97-4793-ac00-b6dbb2c9f1bb" providerId="ADAL" clId="{100D264B-3159-44D3-8ED5-B5E17A6E2060}" dt="2024-11-03T11:04:31.046" v="102" actId="18676"/>
        <pc:sldMkLst>
          <pc:docMk/>
          <pc:sldMk cId="3349083209" sldId="1656"/>
        </pc:sldMkLst>
      </pc:sldChg>
      <pc:sldChg chg="add del">
        <pc:chgData name="Ann De Buck" userId="56269b48-6f97-4793-ac00-b6dbb2c9f1bb" providerId="ADAL" clId="{100D264B-3159-44D3-8ED5-B5E17A6E2060}" dt="2024-11-03T11:04:31.046" v="102" actId="18676"/>
        <pc:sldMkLst>
          <pc:docMk/>
          <pc:sldMk cId="3209385226" sldId="1657"/>
        </pc:sldMkLst>
      </pc:sldChg>
      <pc:sldChg chg="add del">
        <pc:chgData name="Ann De Buck" userId="56269b48-6f97-4793-ac00-b6dbb2c9f1bb" providerId="ADAL" clId="{100D264B-3159-44D3-8ED5-B5E17A6E2060}" dt="2024-11-03T11:04:31.046" v="102" actId="18676"/>
        <pc:sldMkLst>
          <pc:docMk/>
          <pc:sldMk cId="2797824711" sldId="1658"/>
        </pc:sldMkLst>
      </pc:sldChg>
      <pc:sldChg chg="add del">
        <pc:chgData name="Ann De Buck" userId="56269b48-6f97-4793-ac00-b6dbb2c9f1bb" providerId="ADAL" clId="{100D264B-3159-44D3-8ED5-B5E17A6E2060}" dt="2024-11-03T11:04:31.046" v="102" actId="18676"/>
        <pc:sldMkLst>
          <pc:docMk/>
          <pc:sldMk cId="4271753769" sldId="1659"/>
        </pc:sldMkLst>
      </pc:sldChg>
      <pc:sldChg chg="add del">
        <pc:chgData name="Ann De Buck" userId="56269b48-6f97-4793-ac00-b6dbb2c9f1bb" providerId="ADAL" clId="{100D264B-3159-44D3-8ED5-B5E17A6E2060}" dt="2024-11-03T11:04:31.046" v="102" actId="18676"/>
        <pc:sldMkLst>
          <pc:docMk/>
          <pc:sldMk cId="3275518928" sldId="1660"/>
        </pc:sldMkLst>
      </pc:sldChg>
      <pc:sldChg chg="add del">
        <pc:chgData name="Ann De Buck" userId="56269b48-6f97-4793-ac00-b6dbb2c9f1bb" providerId="ADAL" clId="{100D264B-3159-44D3-8ED5-B5E17A6E2060}" dt="2024-11-03T11:04:31.046" v="102" actId="18676"/>
        <pc:sldMkLst>
          <pc:docMk/>
          <pc:sldMk cId="3118580091" sldId="1661"/>
        </pc:sldMkLst>
      </pc:sldChg>
      <pc:sldChg chg="add del">
        <pc:chgData name="Ann De Buck" userId="56269b48-6f97-4793-ac00-b6dbb2c9f1bb" providerId="ADAL" clId="{100D264B-3159-44D3-8ED5-B5E17A6E2060}" dt="2024-11-03T11:04:31.046" v="102" actId="18676"/>
        <pc:sldMkLst>
          <pc:docMk/>
          <pc:sldMk cId="4221115933" sldId="1662"/>
        </pc:sldMkLst>
      </pc:sldChg>
      <pc:sldChg chg="add del">
        <pc:chgData name="Ann De Buck" userId="56269b48-6f97-4793-ac00-b6dbb2c9f1bb" providerId="ADAL" clId="{100D264B-3159-44D3-8ED5-B5E17A6E2060}" dt="2024-11-03T11:04:31.046" v="102" actId="18676"/>
        <pc:sldMkLst>
          <pc:docMk/>
          <pc:sldMk cId="4179876123" sldId="1663"/>
        </pc:sldMkLst>
      </pc:sldChg>
      <pc:sldChg chg="add del">
        <pc:chgData name="Ann De Buck" userId="56269b48-6f97-4793-ac00-b6dbb2c9f1bb" providerId="ADAL" clId="{100D264B-3159-44D3-8ED5-B5E17A6E2060}" dt="2024-11-03T11:04:31.046" v="102" actId="18676"/>
        <pc:sldMkLst>
          <pc:docMk/>
          <pc:sldMk cId="1267954338" sldId="1664"/>
        </pc:sldMkLst>
      </pc:sldChg>
      <pc:sldChg chg="add del">
        <pc:chgData name="Ann De Buck" userId="56269b48-6f97-4793-ac00-b6dbb2c9f1bb" providerId="ADAL" clId="{100D264B-3159-44D3-8ED5-B5E17A6E2060}" dt="2024-11-03T11:04:31.046" v="102" actId="18676"/>
        <pc:sldMkLst>
          <pc:docMk/>
          <pc:sldMk cId="4017289174" sldId="1665"/>
        </pc:sldMkLst>
      </pc:sldChg>
      <pc:sldChg chg="add del">
        <pc:chgData name="Ann De Buck" userId="56269b48-6f97-4793-ac00-b6dbb2c9f1bb" providerId="ADAL" clId="{100D264B-3159-44D3-8ED5-B5E17A6E2060}" dt="2024-11-03T11:04:31.046" v="102" actId="18676"/>
        <pc:sldMkLst>
          <pc:docMk/>
          <pc:sldMk cId="2509559653" sldId="1666"/>
        </pc:sldMkLst>
      </pc:sldChg>
      <pc:sldChg chg="add del">
        <pc:chgData name="Ann De Buck" userId="56269b48-6f97-4793-ac00-b6dbb2c9f1bb" providerId="ADAL" clId="{100D264B-3159-44D3-8ED5-B5E17A6E2060}" dt="2024-11-03T11:04:31.046" v="102" actId="18676"/>
        <pc:sldMkLst>
          <pc:docMk/>
          <pc:sldMk cId="1549749607" sldId="1667"/>
        </pc:sldMkLst>
      </pc:sldChg>
      <pc:sldChg chg="add del">
        <pc:chgData name="Ann De Buck" userId="56269b48-6f97-4793-ac00-b6dbb2c9f1bb" providerId="ADAL" clId="{100D264B-3159-44D3-8ED5-B5E17A6E2060}" dt="2024-11-03T11:04:31.046" v="102" actId="18676"/>
        <pc:sldMkLst>
          <pc:docMk/>
          <pc:sldMk cId="249520184" sldId="1668"/>
        </pc:sldMkLst>
      </pc:sldChg>
      <pc:sldChg chg="add del">
        <pc:chgData name="Ann De Buck" userId="56269b48-6f97-4793-ac00-b6dbb2c9f1bb" providerId="ADAL" clId="{100D264B-3159-44D3-8ED5-B5E17A6E2060}" dt="2024-11-03T11:04:31.046" v="102" actId="18676"/>
        <pc:sldMkLst>
          <pc:docMk/>
          <pc:sldMk cId="1647566346" sldId="1669"/>
        </pc:sldMkLst>
      </pc:sldChg>
      <pc:sldChg chg="add del">
        <pc:chgData name="Ann De Buck" userId="56269b48-6f97-4793-ac00-b6dbb2c9f1bb" providerId="ADAL" clId="{100D264B-3159-44D3-8ED5-B5E17A6E2060}" dt="2024-11-03T11:04:31.046" v="102" actId="18676"/>
        <pc:sldMkLst>
          <pc:docMk/>
          <pc:sldMk cId="2608234952" sldId="1670"/>
        </pc:sldMkLst>
      </pc:sldChg>
      <pc:sldChg chg="add del">
        <pc:chgData name="Ann De Buck" userId="56269b48-6f97-4793-ac00-b6dbb2c9f1bb" providerId="ADAL" clId="{100D264B-3159-44D3-8ED5-B5E17A6E2060}" dt="2024-11-03T11:04:31.046" v="102" actId="18676"/>
        <pc:sldMkLst>
          <pc:docMk/>
          <pc:sldMk cId="3038846243" sldId="1671"/>
        </pc:sldMkLst>
      </pc:sldChg>
      <pc:sldChg chg="add del">
        <pc:chgData name="Ann De Buck" userId="56269b48-6f97-4793-ac00-b6dbb2c9f1bb" providerId="ADAL" clId="{100D264B-3159-44D3-8ED5-B5E17A6E2060}" dt="2024-11-03T11:04:31.046" v="102" actId="18676"/>
        <pc:sldMkLst>
          <pc:docMk/>
          <pc:sldMk cId="986532703" sldId="1672"/>
        </pc:sldMkLst>
      </pc:sldChg>
      <pc:sldChg chg="add del">
        <pc:chgData name="Ann De Buck" userId="56269b48-6f97-4793-ac00-b6dbb2c9f1bb" providerId="ADAL" clId="{100D264B-3159-44D3-8ED5-B5E17A6E2060}" dt="2024-11-03T11:04:31.046" v="102" actId="18676"/>
        <pc:sldMkLst>
          <pc:docMk/>
          <pc:sldMk cId="3750184934" sldId="1673"/>
        </pc:sldMkLst>
      </pc:sldChg>
      <pc:sldChg chg="add del">
        <pc:chgData name="Ann De Buck" userId="56269b48-6f97-4793-ac00-b6dbb2c9f1bb" providerId="ADAL" clId="{100D264B-3159-44D3-8ED5-B5E17A6E2060}" dt="2024-11-03T11:04:31.046" v="102" actId="18676"/>
        <pc:sldMkLst>
          <pc:docMk/>
          <pc:sldMk cId="3399283229" sldId="1674"/>
        </pc:sldMkLst>
      </pc:sldChg>
      <pc:sldChg chg="add del">
        <pc:chgData name="Ann De Buck" userId="56269b48-6f97-4793-ac00-b6dbb2c9f1bb" providerId="ADAL" clId="{100D264B-3159-44D3-8ED5-B5E17A6E2060}" dt="2024-11-03T11:04:31.046" v="102" actId="18676"/>
        <pc:sldMkLst>
          <pc:docMk/>
          <pc:sldMk cId="1498603986" sldId="1675"/>
        </pc:sldMkLst>
      </pc:sldChg>
      <pc:sldChg chg="add del">
        <pc:chgData name="Ann De Buck" userId="56269b48-6f97-4793-ac00-b6dbb2c9f1bb" providerId="ADAL" clId="{100D264B-3159-44D3-8ED5-B5E17A6E2060}" dt="2024-11-03T11:04:31.046" v="102" actId="18676"/>
        <pc:sldMkLst>
          <pc:docMk/>
          <pc:sldMk cId="2355201867" sldId="1676"/>
        </pc:sldMkLst>
      </pc:sldChg>
      <pc:sldChg chg="add del">
        <pc:chgData name="Ann De Buck" userId="56269b48-6f97-4793-ac00-b6dbb2c9f1bb" providerId="ADAL" clId="{100D264B-3159-44D3-8ED5-B5E17A6E2060}" dt="2024-11-03T11:04:31.046" v="102" actId="18676"/>
        <pc:sldMkLst>
          <pc:docMk/>
          <pc:sldMk cId="1492768378" sldId="1677"/>
        </pc:sldMkLst>
      </pc:sldChg>
      <pc:sldChg chg="add del">
        <pc:chgData name="Ann De Buck" userId="56269b48-6f97-4793-ac00-b6dbb2c9f1bb" providerId="ADAL" clId="{100D264B-3159-44D3-8ED5-B5E17A6E2060}" dt="2024-11-03T11:04:31.046" v="102" actId="18676"/>
        <pc:sldMkLst>
          <pc:docMk/>
          <pc:sldMk cId="1481905358" sldId="1678"/>
        </pc:sldMkLst>
      </pc:sldChg>
      <pc:sldChg chg="add del">
        <pc:chgData name="Ann De Buck" userId="56269b48-6f97-4793-ac00-b6dbb2c9f1bb" providerId="ADAL" clId="{100D264B-3159-44D3-8ED5-B5E17A6E2060}" dt="2024-11-03T11:04:31.046" v="102" actId="18676"/>
        <pc:sldMkLst>
          <pc:docMk/>
          <pc:sldMk cId="1340688750" sldId="1679"/>
        </pc:sldMkLst>
      </pc:sldChg>
      <pc:sldChg chg="add del">
        <pc:chgData name="Ann De Buck" userId="56269b48-6f97-4793-ac00-b6dbb2c9f1bb" providerId="ADAL" clId="{100D264B-3159-44D3-8ED5-B5E17A6E2060}" dt="2024-11-03T11:04:31.046" v="102" actId="18676"/>
        <pc:sldMkLst>
          <pc:docMk/>
          <pc:sldMk cId="3431902707" sldId="1680"/>
        </pc:sldMkLst>
      </pc:sldChg>
      <pc:sldChg chg="add del">
        <pc:chgData name="Ann De Buck" userId="56269b48-6f97-4793-ac00-b6dbb2c9f1bb" providerId="ADAL" clId="{100D264B-3159-44D3-8ED5-B5E17A6E2060}" dt="2024-11-03T11:04:31.046" v="102" actId="18676"/>
        <pc:sldMkLst>
          <pc:docMk/>
          <pc:sldMk cId="2996239640" sldId="1681"/>
        </pc:sldMkLst>
      </pc:sldChg>
      <pc:sldChg chg="add del">
        <pc:chgData name="Ann De Buck" userId="56269b48-6f97-4793-ac00-b6dbb2c9f1bb" providerId="ADAL" clId="{100D264B-3159-44D3-8ED5-B5E17A6E2060}" dt="2024-11-03T11:04:31.046" v="102" actId="18676"/>
        <pc:sldMkLst>
          <pc:docMk/>
          <pc:sldMk cId="1744571394" sldId="1682"/>
        </pc:sldMkLst>
      </pc:sldChg>
      <pc:sldChg chg="add del">
        <pc:chgData name="Ann De Buck" userId="56269b48-6f97-4793-ac00-b6dbb2c9f1bb" providerId="ADAL" clId="{100D264B-3159-44D3-8ED5-B5E17A6E2060}" dt="2024-11-03T11:04:31.046" v="102" actId="18676"/>
        <pc:sldMkLst>
          <pc:docMk/>
          <pc:sldMk cId="2420082213" sldId="1683"/>
        </pc:sldMkLst>
      </pc:sldChg>
      <pc:sldChg chg="add del">
        <pc:chgData name="Ann De Buck" userId="56269b48-6f97-4793-ac00-b6dbb2c9f1bb" providerId="ADAL" clId="{100D264B-3159-44D3-8ED5-B5E17A6E2060}" dt="2024-11-03T11:04:31.046" v="102" actId="18676"/>
        <pc:sldMkLst>
          <pc:docMk/>
          <pc:sldMk cId="870949918" sldId="1684"/>
        </pc:sldMkLst>
      </pc:sldChg>
      <pc:sldChg chg="add del">
        <pc:chgData name="Ann De Buck" userId="56269b48-6f97-4793-ac00-b6dbb2c9f1bb" providerId="ADAL" clId="{100D264B-3159-44D3-8ED5-B5E17A6E2060}" dt="2024-11-03T11:04:31.046" v="102" actId="18676"/>
        <pc:sldMkLst>
          <pc:docMk/>
          <pc:sldMk cId="3310142648" sldId="1685"/>
        </pc:sldMkLst>
      </pc:sldChg>
      <pc:sldChg chg="add del">
        <pc:chgData name="Ann De Buck" userId="56269b48-6f97-4793-ac00-b6dbb2c9f1bb" providerId="ADAL" clId="{100D264B-3159-44D3-8ED5-B5E17A6E2060}" dt="2024-11-03T11:04:31.046" v="102" actId="18676"/>
        <pc:sldMkLst>
          <pc:docMk/>
          <pc:sldMk cId="860915820" sldId="1686"/>
        </pc:sldMkLst>
      </pc:sldChg>
      <pc:sldChg chg="add del">
        <pc:chgData name="Ann De Buck" userId="56269b48-6f97-4793-ac00-b6dbb2c9f1bb" providerId="ADAL" clId="{100D264B-3159-44D3-8ED5-B5E17A6E2060}" dt="2024-11-03T11:04:31.046" v="102" actId="18676"/>
        <pc:sldMkLst>
          <pc:docMk/>
          <pc:sldMk cId="825800053" sldId="1687"/>
        </pc:sldMkLst>
      </pc:sldChg>
      <pc:sldChg chg="add del">
        <pc:chgData name="Ann De Buck" userId="56269b48-6f97-4793-ac00-b6dbb2c9f1bb" providerId="ADAL" clId="{100D264B-3159-44D3-8ED5-B5E17A6E2060}" dt="2024-11-03T11:04:31.046" v="102" actId="18676"/>
        <pc:sldMkLst>
          <pc:docMk/>
          <pc:sldMk cId="4171398535" sldId="1688"/>
        </pc:sldMkLst>
      </pc:sldChg>
      <pc:sldChg chg="add del">
        <pc:chgData name="Ann De Buck" userId="56269b48-6f97-4793-ac00-b6dbb2c9f1bb" providerId="ADAL" clId="{100D264B-3159-44D3-8ED5-B5E17A6E2060}" dt="2024-11-03T11:04:31.046" v="102" actId="18676"/>
        <pc:sldMkLst>
          <pc:docMk/>
          <pc:sldMk cId="42644211" sldId="1689"/>
        </pc:sldMkLst>
      </pc:sldChg>
      <pc:sldChg chg="add del">
        <pc:chgData name="Ann De Buck" userId="56269b48-6f97-4793-ac00-b6dbb2c9f1bb" providerId="ADAL" clId="{100D264B-3159-44D3-8ED5-B5E17A6E2060}" dt="2024-11-03T11:04:31.046" v="102" actId="18676"/>
        <pc:sldMkLst>
          <pc:docMk/>
          <pc:sldMk cId="4218458973" sldId="1690"/>
        </pc:sldMkLst>
      </pc:sldChg>
      <pc:sldChg chg="add del">
        <pc:chgData name="Ann De Buck" userId="56269b48-6f97-4793-ac00-b6dbb2c9f1bb" providerId="ADAL" clId="{100D264B-3159-44D3-8ED5-B5E17A6E2060}" dt="2024-11-03T11:04:31.046" v="102" actId="18676"/>
        <pc:sldMkLst>
          <pc:docMk/>
          <pc:sldMk cId="2868071472" sldId="1691"/>
        </pc:sldMkLst>
      </pc:sldChg>
      <pc:sldChg chg="add del">
        <pc:chgData name="Ann De Buck" userId="56269b48-6f97-4793-ac00-b6dbb2c9f1bb" providerId="ADAL" clId="{100D264B-3159-44D3-8ED5-B5E17A6E2060}" dt="2024-11-03T11:04:31.046" v="102" actId="18676"/>
        <pc:sldMkLst>
          <pc:docMk/>
          <pc:sldMk cId="2919799090" sldId="1693"/>
        </pc:sldMkLst>
      </pc:sldChg>
      <pc:sldChg chg="add del">
        <pc:chgData name="Ann De Buck" userId="56269b48-6f97-4793-ac00-b6dbb2c9f1bb" providerId="ADAL" clId="{100D264B-3159-44D3-8ED5-B5E17A6E2060}" dt="2024-11-03T11:04:31.046" v="102" actId="18676"/>
        <pc:sldMkLst>
          <pc:docMk/>
          <pc:sldMk cId="3114815873" sldId="1694"/>
        </pc:sldMkLst>
      </pc:sldChg>
      <pc:sldChg chg="add del">
        <pc:chgData name="Ann De Buck" userId="56269b48-6f97-4793-ac00-b6dbb2c9f1bb" providerId="ADAL" clId="{100D264B-3159-44D3-8ED5-B5E17A6E2060}" dt="2024-11-03T11:04:31.046" v="102" actId="18676"/>
        <pc:sldMkLst>
          <pc:docMk/>
          <pc:sldMk cId="3980273823" sldId="1695"/>
        </pc:sldMkLst>
      </pc:sldChg>
      <pc:sldChg chg="add del">
        <pc:chgData name="Ann De Buck" userId="56269b48-6f97-4793-ac00-b6dbb2c9f1bb" providerId="ADAL" clId="{100D264B-3159-44D3-8ED5-B5E17A6E2060}" dt="2024-11-03T11:04:31.046" v="102" actId="18676"/>
        <pc:sldMkLst>
          <pc:docMk/>
          <pc:sldMk cId="2275882220" sldId="1696"/>
        </pc:sldMkLst>
      </pc:sldChg>
      <pc:sldChg chg="add del">
        <pc:chgData name="Ann De Buck" userId="56269b48-6f97-4793-ac00-b6dbb2c9f1bb" providerId="ADAL" clId="{100D264B-3159-44D3-8ED5-B5E17A6E2060}" dt="2024-11-03T11:04:31.046" v="102" actId="18676"/>
        <pc:sldMkLst>
          <pc:docMk/>
          <pc:sldMk cId="2242423968" sldId="1697"/>
        </pc:sldMkLst>
      </pc:sldChg>
      <pc:sldChg chg="add del">
        <pc:chgData name="Ann De Buck" userId="56269b48-6f97-4793-ac00-b6dbb2c9f1bb" providerId="ADAL" clId="{100D264B-3159-44D3-8ED5-B5E17A6E2060}" dt="2024-11-03T11:04:31.046" v="102" actId="18676"/>
        <pc:sldMkLst>
          <pc:docMk/>
          <pc:sldMk cId="455067321" sldId="1698"/>
        </pc:sldMkLst>
      </pc:sldChg>
      <pc:sldChg chg="add del">
        <pc:chgData name="Ann De Buck" userId="56269b48-6f97-4793-ac00-b6dbb2c9f1bb" providerId="ADAL" clId="{100D264B-3159-44D3-8ED5-B5E17A6E2060}" dt="2024-11-03T11:04:31.046" v="102" actId="18676"/>
        <pc:sldMkLst>
          <pc:docMk/>
          <pc:sldMk cId="1481244963" sldId="1699"/>
        </pc:sldMkLst>
      </pc:sldChg>
      <pc:sldChg chg="add del">
        <pc:chgData name="Ann De Buck" userId="56269b48-6f97-4793-ac00-b6dbb2c9f1bb" providerId="ADAL" clId="{100D264B-3159-44D3-8ED5-B5E17A6E2060}" dt="2024-11-03T11:04:31.046" v="102" actId="18676"/>
        <pc:sldMkLst>
          <pc:docMk/>
          <pc:sldMk cId="3856203659" sldId="1700"/>
        </pc:sldMkLst>
      </pc:sldChg>
      <pc:sldChg chg="add del">
        <pc:chgData name="Ann De Buck" userId="56269b48-6f97-4793-ac00-b6dbb2c9f1bb" providerId="ADAL" clId="{100D264B-3159-44D3-8ED5-B5E17A6E2060}" dt="2024-11-03T11:04:31.046" v="102" actId="18676"/>
        <pc:sldMkLst>
          <pc:docMk/>
          <pc:sldMk cId="2601853652" sldId="1701"/>
        </pc:sldMkLst>
      </pc:sldChg>
      <pc:sldChg chg="add del">
        <pc:chgData name="Ann De Buck" userId="56269b48-6f97-4793-ac00-b6dbb2c9f1bb" providerId="ADAL" clId="{100D264B-3159-44D3-8ED5-B5E17A6E2060}" dt="2024-11-03T11:04:31.046" v="102" actId="18676"/>
        <pc:sldMkLst>
          <pc:docMk/>
          <pc:sldMk cId="100299907" sldId="1702"/>
        </pc:sldMkLst>
      </pc:sldChg>
      <pc:sldChg chg="add del">
        <pc:chgData name="Ann De Buck" userId="56269b48-6f97-4793-ac00-b6dbb2c9f1bb" providerId="ADAL" clId="{100D264B-3159-44D3-8ED5-B5E17A6E2060}" dt="2024-11-03T11:04:31.046" v="102" actId="18676"/>
        <pc:sldMkLst>
          <pc:docMk/>
          <pc:sldMk cId="2601907979" sldId="1703"/>
        </pc:sldMkLst>
      </pc:sldChg>
      <pc:sldChg chg="add del">
        <pc:chgData name="Ann De Buck" userId="56269b48-6f97-4793-ac00-b6dbb2c9f1bb" providerId="ADAL" clId="{100D264B-3159-44D3-8ED5-B5E17A6E2060}" dt="2024-11-03T11:04:31.046" v="102" actId="18676"/>
        <pc:sldMkLst>
          <pc:docMk/>
          <pc:sldMk cId="141310308" sldId="1704"/>
        </pc:sldMkLst>
      </pc:sldChg>
      <pc:sldChg chg="add del">
        <pc:chgData name="Ann De Buck" userId="56269b48-6f97-4793-ac00-b6dbb2c9f1bb" providerId="ADAL" clId="{100D264B-3159-44D3-8ED5-B5E17A6E2060}" dt="2024-11-03T11:04:31.046" v="102" actId="18676"/>
        <pc:sldMkLst>
          <pc:docMk/>
          <pc:sldMk cId="2681338251" sldId="1705"/>
        </pc:sldMkLst>
      </pc:sldChg>
      <pc:sldChg chg="add del">
        <pc:chgData name="Ann De Buck" userId="56269b48-6f97-4793-ac00-b6dbb2c9f1bb" providerId="ADAL" clId="{100D264B-3159-44D3-8ED5-B5E17A6E2060}" dt="2024-11-03T11:04:31.046" v="102" actId="18676"/>
        <pc:sldMkLst>
          <pc:docMk/>
          <pc:sldMk cId="1129680450" sldId="1706"/>
        </pc:sldMkLst>
      </pc:sldChg>
      <pc:sldChg chg="add del">
        <pc:chgData name="Ann De Buck" userId="56269b48-6f97-4793-ac00-b6dbb2c9f1bb" providerId="ADAL" clId="{100D264B-3159-44D3-8ED5-B5E17A6E2060}" dt="2024-11-03T11:04:31.046" v="102" actId="18676"/>
        <pc:sldMkLst>
          <pc:docMk/>
          <pc:sldMk cId="2715246657" sldId="1707"/>
        </pc:sldMkLst>
      </pc:sldChg>
      <pc:sldChg chg="add del">
        <pc:chgData name="Ann De Buck" userId="56269b48-6f97-4793-ac00-b6dbb2c9f1bb" providerId="ADAL" clId="{100D264B-3159-44D3-8ED5-B5E17A6E2060}" dt="2024-11-03T11:04:31.046" v="102" actId="18676"/>
        <pc:sldMkLst>
          <pc:docMk/>
          <pc:sldMk cId="611804915" sldId="1708"/>
        </pc:sldMkLst>
      </pc:sldChg>
      <pc:sldChg chg="add del">
        <pc:chgData name="Ann De Buck" userId="56269b48-6f97-4793-ac00-b6dbb2c9f1bb" providerId="ADAL" clId="{100D264B-3159-44D3-8ED5-B5E17A6E2060}" dt="2024-11-03T11:04:31.046" v="102" actId="18676"/>
        <pc:sldMkLst>
          <pc:docMk/>
          <pc:sldMk cId="3812698982" sldId="1709"/>
        </pc:sldMkLst>
      </pc:sldChg>
      <pc:sldChg chg="add del">
        <pc:chgData name="Ann De Buck" userId="56269b48-6f97-4793-ac00-b6dbb2c9f1bb" providerId="ADAL" clId="{100D264B-3159-44D3-8ED5-B5E17A6E2060}" dt="2024-11-03T11:04:31.046" v="102" actId="18676"/>
        <pc:sldMkLst>
          <pc:docMk/>
          <pc:sldMk cId="2820124424" sldId="1711"/>
        </pc:sldMkLst>
      </pc:sldChg>
      <pc:sldChg chg="add del">
        <pc:chgData name="Ann De Buck" userId="56269b48-6f97-4793-ac00-b6dbb2c9f1bb" providerId="ADAL" clId="{100D264B-3159-44D3-8ED5-B5E17A6E2060}" dt="2024-11-03T11:04:31.046" v="102" actId="18676"/>
        <pc:sldMkLst>
          <pc:docMk/>
          <pc:sldMk cId="3221001398" sldId="1713"/>
        </pc:sldMkLst>
      </pc:sldChg>
      <pc:sldChg chg="add del">
        <pc:chgData name="Ann De Buck" userId="56269b48-6f97-4793-ac00-b6dbb2c9f1bb" providerId="ADAL" clId="{100D264B-3159-44D3-8ED5-B5E17A6E2060}" dt="2024-11-03T11:04:31.046" v="102" actId="18676"/>
        <pc:sldMkLst>
          <pc:docMk/>
          <pc:sldMk cId="1267768629" sldId="1716"/>
        </pc:sldMkLst>
      </pc:sldChg>
      <pc:sldChg chg="add del">
        <pc:chgData name="Ann De Buck" userId="56269b48-6f97-4793-ac00-b6dbb2c9f1bb" providerId="ADAL" clId="{100D264B-3159-44D3-8ED5-B5E17A6E2060}" dt="2024-11-03T11:04:31.046" v="102" actId="18676"/>
        <pc:sldMkLst>
          <pc:docMk/>
          <pc:sldMk cId="4041928653" sldId="1717"/>
        </pc:sldMkLst>
      </pc:sldChg>
      <pc:sldChg chg="add del">
        <pc:chgData name="Ann De Buck" userId="56269b48-6f97-4793-ac00-b6dbb2c9f1bb" providerId="ADAL" clId="{100D264B-3159-44D3-8ED5-B5E17A6E2060}" dt="2024-11-03T11:04:31.046" v="102" actId="18676"/>
        <pc:sldMkLst>
          <pc:docMk/>
          <pc:sldMk cId="1050311761" sldId="1719"/>
        </pc:sldMkLst>
      </pc:sldChg>
      <pc:sldChg chg="add del">
        <pc:chgData name="Ann De Buck" userId="56269b48-6f97-4793-ac00-b6dbb2c9f1bb" providerId="ADAL" clId="{100D264B-3159-44D3-8ED5-B5E17A6E2060}" dt="2024-11-03T11:04:31.046" v="102" actId="18676"/>
        <pc:sldMkLst>
          <pc:docMk/>
          <pc:sldMk cId="1452356362" sldId="1720"/>
        </pc:sldMkLst>
      </pc:sldChg>
      <pc:sldChg chg="add del">
        <pc:chgData name="Ann De Buck" userId="56269b48-6f97-4793-ac00-b6dbb2c9f1bb" providerId="ADAL" clId="{100D264B-3159-44D3-8ED5-B5E17A6E2060}" dt="2024-11-03T11:04:31.046" v="102" actId="18676"/>
        <pc:sldMkLst>
          <pc:docMk/>
          <pc:sldMk cId="2380744207" sldId="1721"/>
        </pc:sldMkLst>
      </pc:sldChg>
      <pc:sldChg chg="add del">
        <pc:chgData name="Ann De Buck" userId="56269b48-6f97-4793-ac00-b6dbb2c9f1bb" providerId="ADAL" clId="{100D264B-3159-44D3-8ED5-B5E17A6E2060}" dt="2024-11-03T11:04:31.046" v="102" actId="18676"/>
        <pc:sldMkLst>
          <pc:docMk/>
          <pc:sldMk cId="3424505896" sldId="1722"/>
        </pc:sldMkLst>
      </pc:sldChg>
      <pc:sldChg chg="add del">
        <pc:chgData name="Ann De Buck" userId="56269b48-6f97-4793-ac00-b6dbb2c9f1bb" providerId="ADAL" clId="{100D264B-3159-44D3-8ED5-B5E17A6E2060}" dt="2024-11-03T11:04:31.046" v="102" actId="18676"/>
        <pc:sldMkLst>
          <pc:docMk/>
          <pc:sldMk cId="1400932690" sldId="1723"/>
        </pc:sldMkLst>
      </pc:sldChg>
      <pc:sldChg chg="add del">
        <pc:chgData name="Ann De Buck" userId="56269b48-6f97-4793-ac00-b6dbb2c9f1bb" providerId="ADAL" clId="{100D264B-3159-44D3-8ED5-B5E17A6E2060}" dt="2024-11-03T11:04:31.046" v="102" actId="18676"/>
        <pc:sldMkLst>
          <pc:docMk/>
          <pc:sldMk cId="3085475472" sldId="1727"/>
        </pc:sldMkLst>
      </pc:sldChg>
      <pc:sldChg chg="add del">
        <pc:chgData name="Ann De Buck" userId="56269b48-6f97-4793-ac00-b6dbb2c9f1bb" providerId="ADAL" clId="{100D264B-3159-44D3-8ED5-B5E17A6E2060}" dt="2024-11-03T11:04:31.046" v="102" actId="18676"/>
        <pc:sldMkLst>
          <pc:docMk/>
          <pc:sldMk cId="2467027520" sldId="1728"/>
        </pc:sldMkLst>
      </pc:sldChg>
      <pc:sldChg chg="add del">
        <pc:chgData name="Ann De Buck" userId="56269b48-6f97-4793-ac00-b6dbb2c9f1bb" providerId="ADAL" clId="{100D264B-3159-44D3-8ED5-B5E17A6E2060}" dt="2024-11-03T11:04:31.046" v="102" actId="18676"/>
        <pc:sldMkLst>
          <pc:docMk/>
          <pc:sldMk cId="1057102539" sldId="1729"/>
        </pc:sldMkLst>
      </pc:sldChg>
      <pc:sldChg chg="add del">
        <pc:chgData name="Ann De Buck" userId="56269b48-6f97-4793-ac00-b6dbb2c9f1bb" providerId="ADAL" clId="{100D264B-3159-44D3-8ED5-B5E17A6E2060}" dt="2024-11-03T11:04:31.046" v="102" actId="18676"/>
        <pc:sldMkLst>
          <pc:docMk/>
          <pc:sldMk cId="2965382645" sldId="1730"/>
        </pc:sldMkLst>
      </pc:sldChg>
      <pc:sldChg chg="del">
        <pc:chgData name="Ann De Buck" userId="56269b48-6f97-4793-ac00-b6dbb2c9f1bb" providerId="ADAL" clId="{100D264B-3159-44D3-8ED5-B5E17A6E2060}" dt="2024-11-03T10:52:54.419" v="0" actId="2696"/>
        <pc:sldMkLst>
          <pc:docMk/>
          <pc:sldMk cId="1853799670" sldId="1742"/>
        </pc:sldMkLst>
      </pc:sldChg>
      <pc:sldChg chg="add del">
        <pc:chgData name="Ann De Buck" userId="56269b48-6f97-4793-ac00-b6dbb2c9f1bb" providerId="ADAL" clId="{100D264B-3159-44D3-8ED5-B5E17A6E2060}" dt="2024-11-03T11:04:31.046" v="102" actId="18676"/>
        <pc:sldMkLst>
          <pc:docMk/>
          <pc:sldMk cId="694882099" sldId="1746"/>
        </pc:sldMkLst>
      </pc:sldChg>
      <pc:sldChg chg="add del">
        <pc:chgData name="Ann De Buck" userId="56269b48-6f97-4793-ac00-b6dbb2c9f1bb" providerId="ADAL" clId="{100D264B-3159-44D3-8ED5-B5E17A6E2060}" dt="2024-11-03T11:04:31.046" v="102" actId="18676"/>
        <pc:sldMkLst>
          <pc:docMk/>
          <pc:sldMk cId="2627999573" sldId="1747"/>
        </pc:sldMkLst>
      </pc:sldChg>
      <pc:sldChg chg="add del">
        <pc:chgData name="Ann De Buck" userId="56269b48-6f97-4793-ac00-b6dbb2c9f1bb" providerId="ADAL" clId="{100D264B-3159-44D3-8ED5-B5E17A6E2060}" dt="2024-11-03T11:04:31.046" v="102" actId="18676"/>
        <pc:sldMkLst>
          <pc:docMk/>
          <pc:sldMk cId="3132225727" sldId="1748"/>
        </pc:sldMkLst>
      </pc:sldChg>
      <pc:sldChg chg="add del">
        <pc:chgData name="Ann De Buck" userId="56269b48-6f97-4793-ac00-b6dbb2c9f1bb" providerId="ADAL" clId="{100D264B-3159-44D3-8ED5-B5E17A6E2060}" dt="2024-11-03T11:04:31.046" v="102" actId="18676"/>
        <pc:sldMkLst>
          <pc:docMk/>
          <pc:sldMk cId="3313187644" sldId="1749"/>
        </pc:sldMkLst>
      </pc:sldChg>
      <pc:sldChg chg="add del">
        <pc:chgData name="Ann De Buck" userId="56269b48-6f97-4793-ac00-b6dbb2c9f1bb" providerId="ADAL" clId="{100D264B-3159-44D3-8ED5-B5E17A6E2060}" dt="2024-11-03T11:04:31.046" v="102" actId="18676"/>
        <pc:sldMkLst>
          <pc:docMk/>
          <pc:sldMk cId="2556377821" sldId="1750"/>
        </pc:sldMkLst>
      </pc:sldChg>
      <pc:sldChg chg="add del">
        <pc:chgData name="Ann De Buck" userId="56269b48-6f97-4793-ac00-b6dbb2c9f1bb" providerId="ADAL" clId="{100D264B-3159-44D3-8ED5-B5E17A6E2060}" dt="2024-11-03T11:04:31.046" v="102" actId="18676"/>
        <pc:sldMkLst>
          <pc:docMk/>
          <pc:sldMk cId="3307965473" sldId="1751"/>
        </pc:sldMkLst>
      </pc:sldChg>
      <pc:sldChg chg="add del">
        <pc:chgData name="Ann De Buck" userId="56269b48-6f97-4793-ac00-b6dbb2c9f1bb" providerId="ADAL" clId="{100D264B-3159-44D3-8ED5-B5E17A6E2060}" dt="2024-11-03T11:04:31.046" v="102" actId="18676"/>
        <pc:sldMkLst>
          <pc:docMk/>
          <pc:sldMk cId="1238229734" sldId="1752"/>
        </pc:sldMkLst>
      </pc:sldChg>
      <pc:sldChg chg="add del">
        <pc:chgData name="Ann De Buck" userId="56269b48-6f97-4793-ac00-b6dbb2c9f1bb" providerId="ADAL" clId="{100D264B-3159-44D3-8ED5-B5E17A6E2060}" dt="2024-11-03T11:04:31.046" v="102" actId="18676"/>
        <pc:sldMkLst>
          <pc:docMk/>
          <pc:sldMk cId="2348170016" sldId="1753"/>
        </pc:sldMkLst>
      </pc:sldChg>
      <pc:sldChg chg="add del">
        <pc:chgData name="Ann De Buck" userId="56269b48-6f97-4793-ac00-b6dbb2c9f1bb" providerId="ADAL" clId="{100D264B-3159-44D3-8ED5-B5E17A6E2060}" dt="2024-11-03T11:04:31.046" v="102" actId="18676"/>
        <pc:sldMkLst>
          <pc:docMk/>
          <pc:sldMk cId="87977084" sldId="1754"/>
        </pc:sldMkLst>
      </pc:sldChg>
      <pc:sldChg chg="add del">
        <pc:chgData name="Ann De Buck" userId="56269b48-6f97-4793-ac00-b6dbb2c9f1bb" providerId="ADAL" clId="{100D264B-3159-44D3-8ED5-B5E17A6E2060}" dt="2024-11-03T11:04:31.046" v="102" actId="18676"/>
        <pc:sldMkLst>
          <pc:docMk/>
          <pc:sldMk cId="4051162674" sldId="1755"/>
        </pc:sldMkLst>
      </pc:sldChg>
      <pc:sldChg chg="add del">
        <pc:chgData name="Ann De Buck" userId="56269b48-6f97-4793-ac00-b6dbb2c9f1bb" providerId="ADAL" clId="{100D264B-3159-44D3-8ED5-B5E17A6E2060}" dt="2024-11-03T11:04:31.046" v="102" actId="18676"/>
        <pc:sldMkLst>
          <pc:docMk/>
          <pc:sldMk cId="3670847624" sldId="1756"/>
        </pc:sldMkLst>
      </pc:sldChg>
      <pc:sldChg chg="add del">
        <pc:chgData name="Ann De Buck" userId="56269b48-6f97-4793-ac00-b6dbb2c9f1bb" providerId="ADAL" clId="{100D264B-3159-44D3-8ED5-B5E17A6E2060}" dt="2024-11-03T11:04:31.046" v="102" actId="18676"/>
        <pc:sldMkLst>
          <pc:docMk/>
          <pc:sldMk cId="2516459295" sldId="1757"/>
        </pc:sldMkLst>
      </pc:sldChg>
      <pc:sldChg chg="add del">
        <pc:chgData name="Ann De Buck" userId="56269b48-6f97-4793-ac00-b6dbb2c9f1bb" providerId="ADAL" clId="{100D264B-3159-44D3-8ED5-B5E17A6E2060}" dt="2024-11-03T11:04:31.046" v="102" actId="18676"/>
        <pc:sldMkLst>
          <pc:docMk/>
          <pc:sldMk cId="545820154" sldId="1758"/>
        </pc:sldMkLst>
      </pc:sldChg>
      <pc:sldChg chg="add del">
        <pc:chgData name="Ann De Buck" userId="56269b48-6f97-4793-ac00-b6dbb2c9f1bb" providerId="ADAL" clId="{100D264B-3159-44D3-8ED5-B5E17A6E2060}" dt="2024-11-03T11:04:31.046" v="102" actId="18676"/>
        <pc:sldMkLst>
          <pc:docMk/>
          <pc:sldMk cId="1343698569" sldId="1759"/>
        </pc:sldMkLst>
      </pc:sldChg>
      <pc:sldChg chg="add del">
        <pc:chgData name="Ann De Buck" userId="56269b48-6f97-4793-ac00-b6dbb2c9f1bb" providerId="ADAL" clId="{100D264B-3159-44D3-8ED5-B5E17A6E2060}" dt="2024-11-03T11:04:31.046" v="102" actId="18676"/>
        <pc:sldMkLst>
          <pc:docMk/>
          <pc:sldMk cId="3591109463" sldId="1760"/>
        </pc:sldMkLst>
      </pc:sldChg>
      <pc:sldChg chg="add del">
        <pc:chgData name="Ann De Buck" userId="56269b48-6f97-4793-ac00-b6dbb2c9f1bb" providerId="ADAL" clId="{100D264B-3159-44D3-8ED5-B5E17A6E2060}" dt="2024-11-03T11:04:31.046" v="102" actId="18676"/>
        <pc:sldMkLst>
          <pc:docMk/>
          <pc:sldMk cId="1212846943" sldId="1761"/>
        </pc:sldMkLst>
      </pc:sldChg>
      <pc:sldChg chg="add del">
        <pc:chgData name="Ann De Buck" userId="56269b48-6f97-4793-ac00-b6dbb2c9f1bb" providerId="ADAL" clId="{100D264B-3159-44D3-8ED5-B5E17A6E2060}" dt="2024-11-03T11:04:31.046" v="102" actId="18676"/>
        <pc:sldMkLst>
          <pc:docMk/>
          <pc:sldMk cId="2237056730" sldId="1762"/>
        </pc:sldMkLst>
      </pc:sldChg>
      <pc:sldChg chg="add del">
        <pc:chgData name="Ann De Buck" userId="56269b48-6f97-4793-ac00-b6dbb2c9f1bb" providerId="ADAL" clId="{100D264B-3159-44D3-8ED5-B5E17A6E2060}" dt="2024-11-03T11:04:31.046" v="102" actId="18676"/>
        <pc:sldMkLst>
          <pc:docMk/>
          <pc:sldMk cId="2761547114" sldId="1763"/>
        </pc:sldMkLst>
      </pc:sldChg>
      <pc:sldChg chg="add del">
        <pc:chgData name="Ann De Buck" userId="56269b48-6f97-4793-ac00-b6dbb2c9f1bb" providerId="ADAL" clId="{100D264B-3159-44D3-8ED5-B5E17A6E2060}" dt="2024-11-03T11:04:31.046" v="102" actId="18676"/>
        <pc:sldMkLst>
          <pc:docMk/>
          <pc:sldMk cId="4250568578" sldId="1764"/>
        </pc:sldMkLst>
      </pc:sldChg>
      <pc:sldChg chg="add del">
        <pc:chgData name="Ann De Buck" userId="56269b48-6f97-4793-ac00-b6dbb2c9f1bb" providerId="ADAL" clId="{100D264B-3159-44D3-8ED5-B5E17A6E2060}" dt="2024-11-03T11:04:31.046" v="102" actId="18676"/>
        <pc:sldMkLst>
          <pc:docMk/>
          <pc:sldMk cId="849031340" sldId="1765"/>
        </pc:sldMkLst>
      </pc:sldChg>
      <pc:sldChg chg="add del">
        <pc:chgData name="Ann De Buck" userId="56269b48-6f97-4793-ac00-b6dbb2c9f1bb" providerId="ADAL" clId="{100D264B-3159-44D3-8ED5-B5E17A6E2060}" dt="2024-11-03T11:04:31.046" v="102" actId="18676"/>
        <pc:sldMkLst>
          <pc:docMk/>
          <pc:sldMk cId="4018008952" sldId="1766"/>
        </pc:sldMkLst>
      </pc:sldChg>
      <pc:sldChg chg="add del">
        <pc:chgData name="Ann De Buck" userId="56269b48-6f97-4793-ac00-b6dbb2c9f1bb" providerId="ADAL" clId="{100D264B-3159-44D3-8ED5-B5E17A6E2060}" dt="2024-11-03T11:04:31.046" v="102" actId="18676"/>
        <pc:sldMkLst>
          <pc:docMk/>
          <pc:sldMk cId="892751101" sldId="1767"/>
        </pc:sldMkLst>
      </pc:sldChg>
      <pc:sldChg chg="add del">
        <pc:chgData name="Ann De Buck" userId="56269b48-6f97-4793-ac00-b6dbb2c9f1bb" providerId="ADAL" clId="{100D264B-3159-44D3-8ED5-B5E17A6E2060}" dt="2024-11-03T11:04:31.046" v="102" actId="18676"/>
        <pc:sldMkLst>
          <pc:docMk/>
          <pc:sldMk cId="3431343839" sldId="1768"/>
        </pc:sldMkLst>
      </pc:sldChg>
      <pc:sldChg chg="add del">
        <pc:chgData name="Ann De Buck" userId="56269b48-6f97-4793-ac00-b6dbb2c9f1bb" providerId="ADAL" clId="{100D264B-3159-44D3-8ED5-B5E17A6E2060}" dt="2024-11-03T11:04:31.046" v="102" actId="18676"/>
        <pc:sldMkLst>
          <pc:docMk/>
          <pc:sldMk cId="1306100607" sldId="1769"/>
        </pc:sldMkLst>
      </pc:sldChg>
      <pc:sldChg chg="add del">
        <pc:chgData name="Ann De Buck" userId="56269b48-6f97-4793-ac00-b6dbb2c9f1bb" providerId="ADAL" clId="{100D264B-3159-44D3-8ED5-B5E17A6E2060}" dt="2024-11-03T11:04:31.046" v="102" actId="18676"/>
        <pc:sldMkLst>
          <pc:docMk/>
          <pc:sldMk cId="1761259086" sldId="1770"/>
        </pc:sldMkLst>
      </pc:sldChg>
      <pc:sldChg chg="add del">
        <pc:chgData name="Ann De Buck" userId="56269b48-6f97-4793-ac00-b6dbb2c9f1bb" providerId="ADAL" clId="{100D264B-3159-44D3-8ED5-B5E17A6E2060}" dt="2024-11-03T11:04:31.046" v="102" actId="18676"/>
        <pc:sldMkLst>
          <pc:docMk/>
          <pc:sldMk cId="2409432669" sldId="1771"/>
        </pc:sldMkLst>
      </pc:sldChg>
      <pc:sldChg chg="add del">
        <pc:chgData name="Ann De Buck" userId="56269b48-6f97-4793-ac00-b6dbb2c9f1bb" providerId="ADAL" clId="{100D264B-3159-44D3-8ED5-B5E17A6E2060}" dt="2024-11-03T11:04:31.046" v="102" actId="18676"/>
        <pc:sldMkLst>
          <pc:docMk/>
          <pc:sldMk cId="1428962449" sldId="1772"/>
        </pc:sldMkLst>
      </pc:sldChg>
      <pc:sldChg chg="add del">
        <pc:chgData name="Ann De Buck" userId="56269b48-6f97-4793-ac00-b6dbb2c9f1bb" providerId="ADAL" clId="{100D264B-3159-44D3-8ED5-B5E17A6E2060}" dt="2024-11-03T11:04:31.046" v="102" actId="18676"/>
        <pc:sldMkLst>
          <pc:docMk/>
          <pc:sldMk cId="4290745999" sldId="1773"/>
        </pc:sldMkLst>
      </pc:sldChg>
      <pc:sldChg chg="add del">
        <pc:chgData name="Ann De Buck" userId="56269b48-6f97-4793-ac00-b6dbb2c9f1bb" providerId="ADAL" clId="{100D264B-3159-44D3-8ED5-B5E17A6E2060}" dt="2024-11-03T11:04:31.046" v="102" actId="18676"/>
        <pc:sldMkLst>
          <pc:docMk/>
          <pc:sldMk cId="4278634823" sldId="1774"/>
        </pc:sldMkLst>
      </pc:sldChg>
      <pc:sldChg chg="add del">
        <pc:chgData name="Ann De Buck" userId="56269b48-6f97-4793-ac00-b6dbb2c9f1bb" providerId="ADAL" clId="{100D264B-3159-44D3-8ED5-B5E17A6E2060}" dt="2024-11-03T11:04:31.046" v="102" actId="18676"/>
        <pc:sldMkLst>
          <pc:docMk/>
          <pc:sldMk cId="1351478155" sldId="1775"/>
        </pc:sldMkLst>
      </pc:sldChg>
      <pc:sldChg chg="add del">
        <pc:chgData name="Ann De Buck" userId="56269b48-6f97-4793-ac00-b6dbb2c9f1bb" providerId="ADAL" clId="{100D264B-3159-44D3-8ED5-B5E17A6E2060}" dt="2024-11-03T11:04:31.046" v="102" actId="18676"/>
        <pc:sldMkLst>
          <pc:docMk/>
          <pc:sldMk cId="423043364" sldId="1776"/>
        </pc:sldMkLst>
      </pc:sldChg>
      <pc:sldChg chg="add del">
        <pc:chgData name="Ann De Buck" userId="56269b48-6f97-4793-ac00-b6dbb2c9f1bb" providerId="ADAL" clId="{100D264B-3159-44D3-8ED5-B5E17A6E2060}" dt="2024-11-03T11:04:31.046" v="102" actId="18676"/>
        <pc:sldMkLst>
          <pc:docMk/>
          <pc:sldMk cId="3276696194" sldId="1777"/>
        </pc:sldMkLst>
      </pc:sldChg>
      <pc:sldChg chg="add del">
        <pc:chgData name="Ann De Buck" userId="56269b48-6f97-4793-ac00-b6dbb2c9f1bb" providerId="ADAL" clId="{100D264B-3159-44D3-8ED5-B5E17A6E2060}" dt="2024-11-03T11:04:31.046" v="102" actId="18676"/>
        <pc:sldMkLst>
          <pc:docMk/>
          <pc:sldMk cId="2321915102" sldId="1778"/>
        </pc:sldMkLst>
      </pc:sldChg>
      <pc:sldChg chg="add del">
        <pc:chgData name="Ann De Buck" userId="56269b48-6f97-4793-ac00-b6dbb2c9f1bb" providerId="ADAL" clId="{100D264B-3159-44D3-8ED5-B5E17A6E2060}" dt="2024-11-03T11:04:31.046" v="102" actId="18676"/>
        <pc:sldMkLst>
          <pc:docMk/>
          <pc:sldMk cId="2237507474" sldId="1779"/>
        </pc:sldMkLst>
      </pc:sldChg>
      <pc:sldChg chg="add del">
        <pc:chgData name="Ann De Buck" userId="56269b48-6f97-4793-ac00-b6dbb2c9f1bb" providerId="ADAL" clId="{100D264B-3159-44D3-8ED5-B5E17A6E2060}" dt="2024-11-03T11:04:31.046" v="102" actId="18676"/>
        <pc:sldMkLst>
          <pc:docMk/>
          <pc:sldMk cId="762558030" sldId="1780"/>
        </pc:sldMkLst>
      </pc:sldChg>
      <pc:sldChg chg="add del">
        <pc:chgData name="Ann De Buck" userId="56269b48-6f97-4793-ac00-b6dbb2c9f1bb" providerId="ADAL" clId="{100D264B-3159-44D3-8ED5-B5E17A6E2060}" dt="2024-11-03T11:04:31.046" v="102" actId="18676"/>
        <pc:sldMkLst>
          <pc:docMk/>
          <pc:sldMk cId="3716097317" sldId="1781"/>
        </pc:sldMkLst>
      </pc:sldChg>
      <pc:sldChg chg="add del">
        <pc:chgData name="Ann De Buck" userId="56269b48-6f97-4793-ac00-b6dbb2c9f1bb" providerId="ADAL" clId="{100D264B-3159-44D3-8ED5-B5E17A6E2060}" dt="2024-11-03T11:04:31.046" v="102" actId="18676"/>
        <pc:sldMkLst>
          <pc:docMk/>
          <pc:sldMk cId="3167341189" sldId="1782"/>
        </pc:sldMkLst>
      </pc:sldChg>
      <pc:sldChg chg="del">
        <pc:chgData name="Ann De Buck" userId="56269b48-6f97-4793-ac00-b6dbb2c9f1bb" providerId="ADAL" clId="{100D264B-3159-44D3-8ED5-B5E17A6E2060}" dt="2024-11-03T10:53:02.027" v="2" actId="2696"/>
        <pc:sldMkLst>
          <pc:docMk/>
          <pc:sldMk cId="1719269609" sldId="1783"/>
        </pc:sldMkLst>
      </pc:sldChg>
      <pc:sldChg chg="del">
        <pc:chgData name="Ann De Buck" userId="56269b48-6f97-4793-ac00-b6dbb2c9f1bb" providerId="ADAL" clId="{100D264B-3159-44D3-8ED5-B5E17A6E2060}" dt="2024-11-03T11:03:26.301" v="96" actId="2696"/>
        <pc:sldMkLst>
          <pc:docMk/>
          <pc:sldMk cId="1295037486" sldId="1784"/>
        </pc:sldMkLst>
      </pc:sldChg>
      <pc:sldChg chg="add del">
        <pc:chgData name="Ann De Buck" userId="56269b48-6f97-4793-ac00-b6dbb2c9f1bb" providerId="ADAL" clId="{100D264B-3159-44D3-8ED5-B5E17A6E2060}" dt="2024-11-03T11:04:31.046" v="102" actId="18676"/>
        <pc:sldMkLst>
          <pc:docMk/>
          <pc:sldMk cId="4124097246" sldId="1785"/>
        </pc:sldMkLst>
      </pc:sldChg>
      <pc:sldChg chg="add del">
        <pc:chgData name="Ann De Buck" userId="56269b48-6f97-4793-ac00-b6dbb2c9f1bb" providerId="ADAL" clId="{100D264B-3159-44D3-8ED5-B5E17A6E2060}" dt="2024-11-03T11:04:31.046" v="102" actId="18676"/>
        <pc:sldMkLst>
          <pc:docMk/>
          <pc:sldMk cId="3814638889" sldId="1786"/>
        </pc:sldMkLst>
      </pc:sldChg>
      <pc:sldChg chg="add del">
        <pc:chgData name="Ann De Buck" userId="56269b48-6f97-4793-ac00-b6dbb2c9f1bb" providerId="ADAL" clId="{100D264B-3159-44D3-8ED5-B5E17A6E2060}" dt="2024-11-03T11:04:31.046" v="102" actId="18676"/>
        <pc:sldMkLst>
          <pc:docMk/>
          <pc:sldMk cId="2537603620" sldId="1787"/>
        </pc:sldMkLst>
      </pc:sldChg>
      <pc:sldChg chg="add del">
        <pc:chgData name="Ann De Buck" userId="56269b48-6f97-4793-ac00-b6dbb2c9f1bb" providerId="ADAL" clId="{100D264B-3159-44D3-8ED5-B5E17A6E2060}" dt="2024-11-03T11:04:31.046" v="102" actId="18676"/>
        <pc:sldMkLst>
          <pc:docMk/>
          <pc:sldMk cId="313164735" sldId="1788"/>
        </pc:sldMkLst>
      </pc:sldChg>
      <pc:sldChg chg="add del">
        <pc:chgData name="Ann De Buck" userId="56269b48-6f97-4793-ac00-b6dbb2c9f1bb" providerId="ADAL" clId="{100D264B-3159-44D3-8ED5-B5E17A6E2060}" dt="2024-11-03T11:04:31.046" v="102" actId="18676"/>
        <pc:sldMkLst>
          <pc:docMk/>
          <pc:sldMk cId="1916906969" sldId="1789"/>
        </pc:sldMkLst>
      </pc:sldChg>
      <pc:sldChg chg="add del">
        <pc:chgData name="Ann De Buck" userId="56269b48-6f97-4793-ac00-b6dbb2c9f1bb" providerId="ADAL" clId="{100D264B-3159-44D3-8ED5-B5E17A6E2060}" dt="2024-11-03T11:04:31.046" v="102" actId="18676"/>
        <pc:sldMkLst>
          <pc:docMk/>
          <pc:sldMk cId="3746740745" sldId="1790"/>
        </pc:sldMkLst>
      </pc:sldChg>
      <pc:sldChg chg="add del">
        <pc:chgData name="Ann De Buck" userId="56269b48-6f97-4793-ac00-b6dbb2c9f1bb" providerId="ADAL" clId="{100D264B-3159-44D3-8ED5-B5E17A6E2060}" dt="2024-11-03T11:04:31.046" v="102" actId="18676"/>
        <pc:sldMkLst>
          <pc:docMk/>
          <pc:sldMk cId="530867971" sldId="1791"/>
        </pc:sldMkLst>
      </pc:sldChg>
      <pc:sldChg chg="add del">
        <pc:chgData name="Ann De Buck" userId="56269b48-6f97-4793-ac00-b6dbb2c9f1bb" providerId="ADAL" clId="{100D264B-3159-44D3-8ED5-B5E17A6E2060}" dt="2024-11-03T11:04:31.046" v="102" actId="18676"/>
        <pc:sldMkLst>
          <pc:docMk/>
          <pc:sldMk cId="773666557" sldId="1792"/>
        </pc:sldMkLst>
      </pc:sldChg>
      <pc:sldChg chg="add del">
        <pc:chgData name="Ann De Buck" userId="56269b48-6f97-4793-ac00-b6dbb2c9f1bb" providerId="ADAL" clId="{100D264B-3159-44D3-8ED5-B5E17A6E2060}" dt="2024-11-03T11:04:31.046" v="102" actId="18676"/>
        <pc:sldMkLst>
          <pc:docMk/>
          <pc:sldMk cId="1565406187" sldId="1793"/>
        </pc:sldMkLst>
      </pc:sldChg>
      <pc:sldChg chg="add del">
        <pc:chgData name="Ann De Buck" userId="56269b48-6f97-4793-ac00-b6dbb2c9f1bb" providerId="ADAL" clId="{100D264B-3159-44D3-8ED5-B5E17A6E2060}" dt="2024-11-03T11:04:31.046" v="102" actId="18676"/>
        <pc:sldMkLst>
          <pc:docMk/>
          <pc:sldMk cId="2657480332" sldId="1795"/>
        </pc:sldMkLst>
      </pc:sldChg>
      <pc:sldChg chg="add del">
        <pc:chgData name="Ann De Buck" userId="56269b48-6f97-4793-ac00-b6dbb2c9f1bb" providerId="ADAL" clId="{100D264B-3159-44D3-8ED5-B5E17A6E2060}" dt="2024-11-03T11:04:31.046" v="102" actId="18676"/>
        <pc:sldMkLst>
          <pc:docMk/>
          <pc:sldMk cId="3460452043" sldId="1796"/>
        </pc:sldMkLst>
      </pc:sldChg>
      <pc:sldChg chg="add del">
        <pc:chgData name="Ann De Buck" userId="56269b48-6f97-4793-ac00-b6dbb2c9f1bb" providerId="ADAL" clId="{100D264B-3159-44D3-8ED5-B5E17A6E2060}" dt="2024-11-03T11:04:31.046" v="102" actId="18676"/>
        <pc:sldMkLst>
          <pc:docMk/>
          <pc:sldMk cId="433719005" sldId="1797"/>
        </pc:sldMkLst>
      </pc:sldChg>
      <pc:sldChg chg="add del">
        <pc:chgData name="Ann De Buck" userId="56269b48-6f97-4793-ac00-b6dbb2c9f1bb" providerId="ADAL" clId="{100D264B-3159-44D3-8ED5-B5E17A6E2060}" dt="2024-11-03T11:04:31.046" v="102" actId="18676"/>
        <pc:sldMkLst>
          <pc:docMk/>
          <pc:sldMk cId="1421725544" sldId="1798"/>
        </pc:sldMkLst>
      </pc:sldChg>
      <pc:sldChg chg="add del">
        <pc:chgData name="Ann De Buck" userId="56269b48-6f97-4793-ac00-b6dbb2c9f1bb" providerId="ADAL" clId="{100D264B-3159-44D3-8ED5-B5E17A6E2060}" dt="2024-11-03T11:04:31.046" v="102" actId="18676"/>
        <pc:sldMkLst>
          <pc:docMk/>
          <pc:sldMk cId="4236770887" sldId="1799"/>
        </pc:sldMkLst>
      </pc:sldChg>
      <pc:sldChg chg="add del">
        <pc:chgData name="Ann De Buck" userId="56269b48-6f97-4793-ac00-b6dbb2c9f1bb" providerId="ADAL" clId="{100D264B-3159-44D3-8ED5-B5E17A6E2060}" dt="2024-11-03T11:04:31.046" v="102" actId="18676"/>
        <pc:sldMkLst>
          <pc:docMk/>
          <pc:sldMk cId="852118405" sldId="1800"/>
        </pc:sldMkLst>
      </pc:sldChg>
      <pc:sldChg chg="add del">
        <pc:chgData name="Ann De Buck" userId="56269b48-6f97-4793-ac00-b6dbb2c9f1bb" providerId="ADAL" clId="{100D264B-3159-44D3-8ED5-B5E17A6E2060}" dt="2024-11-03T11:04:31.046" v="102" actId="18676"/>
        <pc:sldMkLst>
          <pc:docMk/>
          <pc:sldMk cId="1744918737" sldId="1801"/>
        </pc:sldMkLst>
      </pc:sldChg>
      <pc:sldChg chg="add del">
        <pc:chgData name="Ann De Buck" userId="56269b48-6f97-4793-ac00-b6dbb2c9f1bb" providerId="ADAL" clId="{100D264B-3159-44D3-8ED5-B5E17A6E2060}" dt="2024-11-03T11:04:31.046" v="102" actId="18676"/>
        <pc:sldMkLst>
          <pc:docMk/>
          <pc:sldMk cId="4156577523" sldId="1802"/>
        </pc:sldMkLst>
      </pc:sldChg>
      <pc:sldChg chg="add del">
        <pc:chgData name="Ann De Buck" userId="56269b48-6f97-4793-ac00-b6dbb2c9f1bb" providerId="ADAL" clId="{100D264B-3159-44D3-8ED5-B5E17A6E2060}" dt="2024-11-03T11:04:31.046" v="102" actId="18676"/>
        <pc:sldMkLst>
          <pc:docMk/>
          <pc:sldMk cId="3653127440" sldId="1803"/>
        </pc:sldMkLst>
      </pc:sldChg>
      <pc:sldChg chg="del">
        <pc:chgData name="Ann De Buck" userId="56269b48-6f97-4793-ac00-b6dbb2c9f1bb" providerId="ADAL" clId="{100D264B-3159-44D3-8ED5-B5E17A6E2060}" dt="2024-11-03T10:53:08.308" v="3" actId="2696"/>
        <pc:sldMkLst>
          <pc:docMk/>
          <pc:sldMk cId="2461778788" sldId="1804"/>
        </pc:sldMkLst>
      </pc:sldChg>
      <pc:sldChg chg="modSp mod">
        <pc:chgData name="Ann De Buck" userId="56269b48-6f97-4793-ac00-b6dbb2c9f1bb" providerId="ADAL" clId="{100D264B-3159-44D3-8ED5-B5E17A6E2060}" dt="2024-11-03T11:37:35.560" v="1139" actId="20577"/>
        <pc:sldMkLst>
          <pc:docMk/>
          <pc:sldMk cId="1889791297" sldId="1805"/>
        </pc:sldMkLst>
        <pc:spChg chg="mod">
          <ac:chgData name="Ann De Buck" userId="56269b48-6f97-4793-ac00-b6dbb2c9f1bb" providerId="ADAL" clId="{100D264B-3159-44D3-8ED5-B5E17A6E2060}" dt="2024-11-03T11:37:35.560" v="1139" actId="20577"/>
          <ac:spMkLst>
            <pc:docMk/>
            <pc:sldMk cId="1889791297" sldId="1805"/>
            <ac:spMk id="3" creationId="{85313155-44CB-D19B-A34E-F033CA1F16C8}"/>
          </ac:spMkLst>
        </pc:spChg>
      </pc:sldChg>
      <pc:sldChg chg="del">
        <pc:chgData name="Ann De Buck" userId="56269b48-6f97-4793-ac00-b6dbb2c9f1bb" providerId="ADAL" clId="{100D264B-3159-44D3-8ED5-B5E17A6E2060}" dt="2024-11-03T10:53:19.451" v="5" actId="2696"/>
        <pc:sldMkLst>
          <pc:docMk/>
          <pc:sldMk cId="1221178790" sldId="1806"/>
        </pc:sldMkLst>
      </pc:sldChg>
      <pc:sldChg chg="modSp mod">
        <pc:chgData name="Ann De Buck" userId="56269b48-6f97-4793-ac00-b6dbb2c9f1bb" providerId="ADAL" clId="{100D264B-3159-44D3-8ED5-B5E17A6E2060}" dt="2024-11-03T11:40:40.607" v="1207" actId="20577"/>
        <pc:sldMkLst>
          <pc:docMk/>
          <pc:sldMk cId="1907391961" sldId="1807"/>
        </pc:sldMkLst>
        <pc:spChg chg="mod">
          <ac:chgData name="Ann De Buck" userId="56269b48-6f97-4793-ac00-b6dbb2c9f1bb" providerId="ADAL" clId="{100D264B-3159-44D3-8ED5-B5E17A6E2060}" dt="2024-11-03T11:40:40.607" v="1207" actId="20577"/>
          <ac:spMkLst>
            <pc:docMk/>
            <pc:sldMk cId="1907391961" sldId="1807"/>
            <ac:spMk id="3" creationId="{6E81BB5D-EC20-4166-9206-AE874A03A625}"/>
          </ac:spMkLst>
        </pc:spChg>
      </pc:sldChg>
      <pc:sldChg chg="del">
        <pc:chgData name="Ann De Buck" userId="56269b48-6f97-4793-ac00-b6dbb2c9f1bb" providerId="ADAL" clId="{100D264B-3159-44D3-8ED5-B5E17A6E2060}" dt="2024-11-03T10:53:13.165" v="4" actId="2696"/>
        <pc:sldMkLst>
          <pc:docMk/>
          <pc:sldMk cId="1406665625" sldId="1808"/>
        </pc:sldMkLst>
      </pc:sldChg>
      <pc:sldChg chg="del">
        <pc:chgData name="Ann De Buck" userId="56269b48-6f97-4793-ac00-b6dbb2c9f1bb" providerId="ADAL" clId="{100D264B-3159-44D3-8ED5-B5E17A6E2060}" dt="2024-11-03T11:37:45.543" v="1140" actId="2696"/>
        <pc:sldMkLst>
          <pc:docMk/>
          <pc:sldMk cId="411102357" sldId="1809"/>
        </pc:sldMkLst>
      </pc:sldChg>
      <pc:sldChg chg="modSp mod">
        <pc:chgData name="Ann De Buck" userId="56269b48-6f97-4793-ac00-b6dbb2c9f1bb" providerId="ADAL" clId="{100D264B-3159-44D3-8ED5-B5E17A6E2060}" dt="2024-11-03T11:40:03.992" v="1188" actId="27636"/>
        <pc:sldMkLst>
          <pc:docMk/>
          <pc:sldMk cId="393294383" sldId="1810"/>
        </pc:sldMkLst>
        <pc:spChg chg="mod">
          <ac:chgData name="Ann De Buck" userId="56269b48-6f97-4793-ac00-b6dbb2c9f1bb" providerId="ADAL" clId="{100D264B-3159-44D3-8ED5-B5E17A6E2060}" dt="2024-11-03T11:40:03.992" v="1188" actId="27636"/>
          <ac:spMkLst>
            <pc:docMk/>
            <pc:sldMk cId="393294383" sldId="1810"/>
            <ac:spMk id="3" creationId="{02608AE1-5FFF-F475-1598-909C54DD9B98}"/>
          </ac:spMkLst>
        </pc:spChg>
      </pc:sldChg>
      <pc:sldChg chg="del">
        <pc:chgData name="Ann De Buck" userId="56269b48-6f97-4793-ac00-b6dbb2c9f1bb" providerId="ADAL" clId="{100D264B-3159-44D3-8ED5-B5E17A6E2060}" dt="2024-11-03T10:53:33.762" v="6" actId="2696"/>
        <pc:sldMkLst>
          <pc:docMk/>
          <pc:sldMk cId="4159748136" sldId="1811"/>
        </pc:sldMkLst>
      </pc:sldChg>
      <pc:sldChg chg="modSp mod">
        <pc:chgData name="Ann De Buck" userId="56269b48-6f97-4793-ac00-b6dbb2c9f1bb" providerId="ADAL" clId="{100D264B-3159-44D3-8ED5-B5E17A6E2060}" dt="2024-11-03T11:58:25.770" v="1763" actId="20577"/>
        <pc:sldMkLst>
          <pc:docMk/>
          <pc:sldMk cId="2977492284" sldId="1812"/>
        </pc:sldMkLst>
        <pc:spChg chg="mod">
          <ac:chgData name="Ann De Buck" userId="56269b48-6f97-4793-ac00-b6dbb2c9f1bb" providerId="ADAL" clId="{100D264B-3159-44D3-8ED5-B5E17A6E2060}" dt="2024-11-03T11:58:25.770" v="1763" actId="20577"/>
          <ac:spMkLst>
            <pc:docMk/>
            <pc:sldMk cId="2977492284" sldId="1812"/>
            <ac:spMk id="3" creationId="{7CD1BCBD-A854-49CD-88A3-1DB2BD9F3830}"/>
          </ac:spMkLst>
        </pc:spChg>
      </pc:sldChg>
      <pc:sldChg chg="del">
        <pc:chgData name="Ann De Buck" userId="56269b48-6f97-4793-ac00-b6dbb2c9f1bb" providerId="ADAL" clId="{100D264B-3159-44D3-8ED5-B5E17A6E2060}" dt="2024-11-03T11:02:20.081" v="88" actId="2696"/>
        <pc:sldMkLst>
          <pc:docMk/>
          <pc:sldMk cId="3498363347" sldId="1813"/>
        </pc:sldMkLst>
      </pc:sldChg>
      <pc:sldChg chg="modSp del mod">
        <pc:chgData name="Ann De Buck" userId="56269b48-6f97-4793-ac00-b6dbb2c9f1bb" providerId="ADAL" clId="{100D264B-3159-44D3-8ED5-B5E17A6E2060}" dt="2024-11-03T11:02:46.331" v="91" actId="2696"/>
        <pc:sldMkLst>
          <pc:docMk/>
          <pc:sldMk cId="2766721033" sldId="1814"/>
        </pc:sldMkLst>
        <pc:spChg chg="mod">
          <ac:chgData name="Ann De Buck" userId="56269b48-6f97-4793-ac00-b6dbb2c9f1bb" providerId="ADAL" clId="{100D264B-3159-44D3-8ED5-B5E17A6E2060}" dt="2024-11-03T11:02:35.511" v="90" actId="27636"/>
          <ac:spMkLst>
            <pc:docMk/>
            <pc:sldMk cId="2766721033" sldId="1814"/>
            <ac:spMk id="3" creationId="{F0BA223E-16D2-ED63-E492-8046D86298CB}"/>
          </ac:spMkLst>
        </pc:spChg>
      </pc:sldChg>
      <pc:sldChg chg="del">
        <pc:chgData name="Ann De Buck" userId="56269b48-6f97-4793-ac00-b6dbb2c9f1bb" providerId="ADAL" clId="{100D264B-3159-44D3-8ED5-B5E17A6E2060}" dt="2024-11-03T11:02:56.381" v="92" actId="2696"/>
        <pc:sldMkLst>
          <pc:docMk/>
          <pc:sldMk cId="3370281008" sldId="1815"/>
        </pc:sldMkLst>
      </pc:sldChg>
      <pc:sldChg chg="modSp mod">
        <pc:chgData name="Ann De Buck" userId="56269b48-6f97-4793-ac00-b6dbb2c9f1bb" providerId="ADAL" clId="{100D264B-3159-44D3-8ED5-B5E17A6E2060}" dt="2024-11-03T11:57:54.722" v="1751" actId="6549"/>
        <pc:sldMkLst>
          <pc:docMk/>
          <pc:sldMk cId="3489356244" sldId="1816"/>
        </pc:sldMkLst>
        <pc:spChg chg="mod">
          <ac:chgData name="Ann De Buck" userId="56269b48-6f97-4793-ac00-b6dbb2c9f1bb" providerId="ADAL" clId="{100D264B-3159-44D3-8ED5-B5E17A6E2060}" dt="2024-11-03T11:57:54.722" v="1751" actId="6549"/>
          <ac:spMkLst>
            <pc:docMk/>
            <pc:sldMk cId="3489356244" sldId="1816"/>
            <ac:spMk id="3" creationId="{F0BA223E-16D2-ED63-E492-8046D86298CB}"/>
          </ac:spMkLst>
        </pc:spChg>
      </pc:sldChg>
      <pc:sldChg chg="del">
        <pc:chgData name="Ann De Buck" userId="56269b48-6f97-4793-ac00-b6dbb2c9f1bb" providerId="ADAL" clId="{100D264B-3159-44D3-8ED5-B5E17A6E2060}" dt="2024-11-03T11:03:01.661" v="93" actId="2696"/>
        <pc:sldMkLst>
          <pc:docMk/>
          <pc:sldMk cId="3630051869" sldId="1817"/>
        </pc:sldMkLst>
      </pc:sldChg>
      <pc:sldChg chg="modSp mod">
        <pc:chgData name="Ann De Buck" userId="56269b48-6f97-4793-ac00-b6dbb2c9f1bb" providerId="ADAL" clId="{100D264B-3159-44D3-8ED5-B5E17A6E2060}" dt="2024-11-03T11:48:10.199" v="1655" actId="6549"/>
        <pc:sldMkLst>
          <pc:docMk/>
          <pc:sldMk cId="3835113045" sldId="1818"/>
        </pc:sldMkLst>
        <pc:spChg chg="mod">
          <ac:chgData name="Ann De Buck" userId="56269b48-6f97-4793-ac00-b6dbb2c9f1bb" providerId="ADAL" clId="{100D264B-3159-44D3-8ED5-B5E17A6E2060}" dt="2024-11-03T11:48:10.199" v="1655" actId="6549"/>
          <ac:spMkLst>
            <pc:docMk/>
            <pc:sldMk cId="3835113045" sldId="1818"/>
            <ac:spMk id="3" creationId="{8E17FAC0-3AD9-EDD8-E423-34E21CD8514E}"/>
          </ac:spMkLst>
        </pc:spChg>
      </pc:sldChg>
      <pc:sldChg chg="del">
        <pc:chgData name="Ann De Buck" userId="56269b48-6f97-4793-ac00-b6dbb2c9f1bb" providerId="ADAL" clId="{100D264B-3159-44D3-8ED5-B5E17A6E2060}" dt="2024-11-03T11:03:11.486" v="94" actId="2696"/>
        <pc:sldMkLst>
          <pc:docMk/>
          <pc:sldMk cId="1422855871" sldId="1819"/>
        </pc:sldMkLst>
      </pc:sldChg>
      <pc:sldChg chg="modSp mod">
        <pc:chgData name="Ann De Buck" userId="56269b48-6f97-4793-ac00-b6dbb2c9f1bb" providerId="ADAL" clId="{100D264B-3159-44D3-8ED5-B5E17A6E2060}" dt="2024-11-03T11:48:55.091" v="1725" actId="207"/>
        <pc:sldMkLst>
          <pc:docMk/>
          <pc:sldMk cId="1148070710" sldId="1820"/>
        </pc:sldMkLst>
        <pc:spChg chg="mod">
          <ac:chgData name="Ann De Buck" userId="56269b48-6f97-4793-ac00-b6dbb2c9f1bb" providerId="ADAL" clId="{100D264B-3159-44D3-8ED5-B5E17A6E2060}" dt="2024-11-03T11:48:55.091" v="1725" actId="207"/>
          <ac:spMkLst>
            <pc:docMk/>
            <pc:sldMk cId="1148070710" sldId="1820"/>
            <ac:spMk id="3" creationId="{9587F730-F641-B1C8-2B2D-1DD7BF9D9C7E}"/>
          </ac:spMkLst>
        </pc:spChg>
      </pc:sldChg>
      <pc:sldChg chg="del">
        <pc:chgData name="Ann De Buck" userId="56269b48-6f97-4793-ac00-b6dbb2c9f1bb" providerId="ADAL" clId="{100D264B-3159-44D3-8ED5-B5E17A6E2060}" dt="2024-11-03T11:03:21.101" v="95" actId="2696"/>
        <pc:sldMkLst>
          <pc:docMk/>
          <pc:sldMk cId="826872261" sldId="1821"/>
        </pc:sldMkLst>
      </pc:sldChg>
      <pc:sldChg chg="modSp add del mod">
        <pc:chgData name="Ann De Buck" userId="56269b48-6f97-4793-ac00-b6dbb2c9f1bb" providerId="ADAL" clId="{100D264B-3159-44D3-8ED5-B5E17A6E2060}" dt="2024-11-03T11:49:11.450" v="1727" actId="20577"/>
        <pc:sldMkLst>
          <pc:docMk/>
          <pc:sldMk cId="554041184" sldId="1822"/>
        </pc:sldMkLst>
        <pc:spChg chg="mod">
          <ac:chgData name="Ann De Buck" userId="56269b48-6f97-4793-ac00-b6dbb2c9f1bb" providerId="ADAL" clId="{100D264B-3159-44D3-8ED5-B5E17A6E2060}" dt="2024-11-03T11:49:11.450" v="1727" actId="20577"/>
          <ac:spMkLst>
            <pc:docMk/>
            <pc:sldMk cId="554041184" sldId="1822"/>
            <ac:spMk id="3" creationId="{A3BDF46F-95B1-1805-5287-291C29B83208}"/>
          </ac:spMkLst>
        </pc:spChg>
      </pc:sldChg>
      <pc:sldChg chg="add del">
        <pc:chgData name="Ann De Buck" userId="56269b48-6f97-4793-ac00-b6dbb2c9f1bb" providerId="ADAL" clId="{100D264B-3159-44D3-8ED5-B5E17A6E2060}" dt="2024-11-03T11:04:31.046" v="102" actId="18676"/>
        <pc:sldMkLst>
          <pc:docMk/>
          <pc:sldMk cId="2970259796" sldId="1823"/>
        </pc:sldMkLst>
      </pc:sldChg>
      <pc:sldChg chg="modSp add mod">
        <pc:chgData name="Ann De Buck" userId="56269b48-6f97-4793-ac00-b6dbb2c9f1bb" providerId="ADAL" clId="{100D264B-3159-44D3-8ED5-B5E17A6E2060}" dt="2024-11-03T11:49:48.805" v="1732" actId="13926"/>
        <pc:sldMkLst>
          <pc:docMk/>
          <pc:sldMk cId="3351246663" sldId="1823"/>
        </pc:sldMkLst>
        <pc:spChg chg="mod">
          <ac:chgData name="Ann De Buck" userId="56269b48-6f97-4793-ac00-b6dbb2c9f1bb" providerId="ADAL" clId="{100D264B-3159-44D3-8ED5-B5E17A6E2060}" dt="2024-11-03T11:28:29.782" v="601" actId="20577"/>
          <ac:spMkLst>
            <pc:docMk/>
            <pc:sldMk cId="3351246663" sldId="1823"/>
            <ac:spMk id="2" creationId="{ED687199-D426-0BE4-794B-3AAF5F773280}"/>
          </ac:spMkLst>
        </pc:spChg>
        <pc:spChg chg="mod">
          <ac:chgData name="Ann De Buck" userId="56269b48-6f97-4793-ac00-b6dbb2c9f1bb" providerId="ADAL" clId="{100D264B-3159-44D3-8ED5-B5E17A6E2060}" dt="2024-11-03T11:49:48.805" v="1732" actId="13926"/>
          <ac:spMkLst>
            <pc:docMk/>
            <pc:sldMk cId="3351246663" sldId="1823"/>
            <ac:spMk id="3" creationId="{B4E5C2ED-8E87-7A2C-9DFB-00D749EDA1FE}"/>
          </ac:spMkLst>
        </pc:spChg>
      </pc:sldChg>
      <pc:sldChg chg="modSp add mod">
        <pc:chgData name="Ann De Buck" userId="56269b48-6f97-4793-ac00-b6dbb2c9f1bb" providerId="ADAL" clId="{100D264B-3159-44D3-8ED5-B5E17A6E2060}" dt="2024-11-03T11:31:21.822" v="605" actId="20577"/>
        <pc:sldMkLst>
          <pc:docMk/>
          <pc:sldMk cId="132924520" sldId="1824"/>
        </pc:sldMkLst>
        <pc:spChg chg="mod">
          <ac:chgData name="Ann De Buck" userId="56269b48-6f97-4793-ac00-b6dbb2c9f1bb" providerId="ADAL" clId="{100D264B-3159-44D3-8ED5-B5E17A6E2060}" dt="2024-11-03T11:31:21.822" v="605" actId="20577"/>
          <ac:spMkLst>
            <pc:docMk/>
            <pc:sldMk cId="132924520" sldId="1824"/>
            <ac:spMk id="2" creationId="{52A96FE0-5300-E38C-0FA4-CF990117457B}"/>
          </ac:spMkLst>
        </pc:spChg>
      </pc:sldChg>
      <pc:sldChg chg="add del">
        <pc:chgData name="Ann De Buck" userId="56269b48-6f97-4793-ac00-b6dbb2c9f1bb" providerId="ADAL" clId="{100D264B-3159-44D3-8ED5-B5E17A6E2060}" dt="2024-11-03T11:04:31.046" v="102" actId="18676"/>
        <pc:sldMkLst>
          <pc:docMk/>
          <pc:sldMk cId="1041483959" sldId="1824"/>
        </pc:sldMkLst>
      </pc:sldChg>
      <pc:sldChg chg="add del">
        <pc:chgData name="Ann De Buck" userId="56269b48-6f97-4793-ac00-b6dbb2c9f1bb" providerId="ADAL" clId="{100D264B-3159-44D3-8ED5-B5E17A6E2060}" dt="2024-11-03T11:04:31.046" v="102" actId="18676"/>
        <pc:sldMkLst>
          <pc:docMk/>
          <pc:sldMk cId="1593267730" sldId="1825"/>
        </pc:sldMkLst>
      </pc:sldChg>
      <pc:sldChg chg="add del">
        <pc:chgData name="Ann De Buck" userId="56269b48-6f97-4793-ac00-b6dbb2c9f1bb" providerId="ADAL" clId="{100D264B-3159-44D3-8ED5-B5E17A6E2060}" dt="2024-11-03T11:04:31.046" v="102" actId="18676"/>
        <pc:sldMkLst>
          <pc:docMk/>
          <pc:sldMk cId="806900020" sldId="1826"/>
        </pc:sldMkLst>
      </pc:sldChg>
      <pc:sldChg chg="add del">
        <pc:chgData name="Ann De Buck" userId="56269b48-6f97-4793-ac00-b6dbb2c9f1bb" providerId="ADAL" clId="{100D264B-3159-44D3-8ED5-B5E17A6E2060}" dt="2024-11-03T11:04:31.046" v="102" actId="18676"/>
        <pc:sldMkLst>
          <pc:docMk/>
          <pc:sldMk cId="1571355051" sldId="1827"/>
        </pc:sldMkLst>
      </pc:sldChg>
      <pc:sldChg chg="add del">
        <pc:chgData name="Ann De Buck" userId="56269b48-6f97-4793-ac00-b6dbb2c9f1bb" providerId="ADAL" clId="{100D264B-3159-44D3-8ED5-B5E17A6E2060}" dt="2024-11-03T11:04:31.046" v="102" actId="18676"/>
        <pc:sldMkLst>
          <pc:docMk/>
          <pc:sldMk cId="3494393684" sldId="182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562FC35-6E1B-4E70-B4A8-2E17764112F9}"/>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nl-BE"/>
          </a:p>
        </p:txBody>
      </p:sp>
      <p:sp>
        <p:nvSpPr>
          <p:cNvPr id="4" name="Footer Placeholder 3">
            <a:extLst>
              <a:ext uri="{FF2B5EF4-FFF2-40B4-BE49-F238E27FC236}">
                <a16:creationId xmlns:a16="http://schemas.microsoft.com/office/drawing/2014/main" id="{F3783509-45F4-4A33-B377-E4DC335B001B}"/>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nl-BE"/>
          </a:p>
        </p:txBody>
      </p:sp>
      <p:sp>
        <p:nvSpPr>
          <p:cNvPr id="5" name="Slide Number Placeholder 4">
            <a:extLst>
              <a:ext uri="{FF2B5EF4-FFF2-40B4-BE49-F238E27FC236}">
                <a16:creationId xmlns:a16="http://schemas.microsoft.com/office/drawing/2014/main" id="{A1231CA1-EEC8-4E8D-8F53-590E0F57592C}"/>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DD16E2CA-99BE-4DC0-9A95-E0C0A0CA9309}" type="slidenum">
              <a:rPr lang="nl-BE" smtClean="0"/>
              <a:t>‹nr.›</a:t>
            </a:fld>
            <a:endParaRPr lang="nl-BE"/>
          </a:p>
        </p:txBody>
      </p:sp>
    </p:spTree>
    <p:extLst>
      <p:ext uri="{BB962C8B-B14F-4D97-AF65-F5344CB8AC3E}">
        <p14:creationId xmlns:p14="http://schemas.microsoft.com/office/powerpoint/2010/main" val="23361049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86680C0C-85DF-417F-8238-DB0D15743621}" type="datetimeFigureOut">
              <a:rPr lang="en-GB" smtClean="0"/>
              <a:t>05/11/2024</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539A0A48-EDB1-4AFE-B1B7-10CE2A416496}" type="slidenum">
              <a:rPr lang="en-GB" smtClean="0"/>
              <a:t>‹nr.›</a:t>
            </a:fld>
            <a:endParaRPr lang="en-GB"/>
          </a:p>
        </p:txBody>
      </p:sp>
    </p:spTree>
    <p:extLst>
      <p:ext uri="{BB962C8B-B14F-4D97-AF65-F5344CB8AC3E}">
        <p14:creationId xmlns:p14="http://schemas.microsoft.com/office/powerpoint/2010/main" val="326201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10"/>
          </p:nvPr>
        </p:nvSpPr>
        <p:spPr/>
        <p:txBody>
          <a:bodyPr/>
          <a:lstStyle/>
          <a:p>
            <a:fld id="{539A0A48-EDB1-4AFE-B1B7-10CE2A416496}" type="slidenum">
              <a:rPr lang="en-GB" smtClean="0"/>
              <a:t>1</a:t>
            </a:fld>
            <a:endParaRPr lang="en-GB"/>
          </a:p>
        </p:txBody>
      </p:sp>
    </p:spTree>
    <p:extLst>
      <p:ext uri="{BB962C8B-B14F-4D97-AF65-F5344CB8AC3E}">
        <p14:creationId xmlns:p14="http://schemas.microsoft.com/office/powerpoint/2010/main" val="556887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2</a:t>
            </a:fld>
            <a:endParaRPr lang="en-GB"/>
          </a:p>
        </p:txBody>
      </p:sp>
    </p:spTree>
    <p:extLst>
      <p:ext uri="{BB962C8B-B14F-4D97-AF65-F5344CB8AC3E}">
        <p14:creationId xmlns:p14="http://schemas.microsoft.com/office/powerpoint/2010/main" val="9872480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Corporate Log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464F84-246C-4657-8172-1E2969D0F603}" type="datetime1">
              <a:rPr lang="en-GB" smtClean="0"/>
              <a:t>05/11/2024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AE184E0-0BD4-4705-A12B-9B71DDE63301}" type="slidenum">
              <a:rPr lang="en-GB" smtClean="0"/>
              <a:t>‹nr.›</a:t>
            </a:fld>
            <a:endParaRPr lang="en-GB"/>
          </a:p>
        </p:txBody>
      </p:sp>
      <p:pic>
        <p:nvPicPr>
          <p:cNvPr id="6" name="Logo Large 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77747" y="2283675"/>
            <a:ext cx="4800610" cy="4172720"/>
          </a:xfrm>
          <a:prstGeom prst="rect">
            <a:avLst/>
          </a:prstGeom>
        </p:spPr>
      </p:pic>
    </p:spTree>
    <p:extLst>
      <p:ext uri="{BB962C8B-B14F-4D97-AF65-F5344CB8AC3E}">
        <p14:creationId xmlns:p14="http://schemas.microsoft.com/office/powerpoint/2010/main" val="1091436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Slide">
    <p:spTree>
      <p:nvGrpSpPr>
        <p:cNvPr id="1" name=""/>
        <p:cNvGrpSpPr/>
        <p:nvPr/>
      </p:nvGrpSpPr>
      <p:grpSpPr>
        <a:xfrm>
          <a:off x="0" y="0"/>
          <a:ext cx="0" cy="0"/>
          <a:chOff x="0" y="0"/>
          <a:chExt cx="0" cy="0"/>
        </a:xfrm>
      </p:grpSpPr>
      <p:sp>
        <p:nvSpPr>
          <p:cNvPr id="7" name="Rectangle 6"/>
          <p:cNvSpPr/>
          <p:nvPr userDrawn="1"/>
        </p:nvSpPr>
        <p:spPr>
          <a:xfrm>
            <a:off x="0" y="2295684"/>
            <a:ext cx="17338675" cy="5602716"/>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p:nvPr>
        </p:nvSpPr>
        <p:spPr bwMode="white">
          <a:xfrm>
            <a:off x="712340" y="2298145"/>
            <a:ext cx="12742426" cy="2359800"/>
          </a:xfrm>
        </p:spPr>
        <p:txBody>
          <a:bodyPr anchor="b">
            <a:noAutofit/>
          </a:bodyPr>
          <a:lstStyle>
            <a:lvl1pPr algn="l">
              <a:lnSpc>
                <a:spcPts val="11000"/>
              </a:lnSpc>
              <a:defRPr sz="4400" b="1" u="none" baseline="0">
                <a:solidFill>
                  <a:schemeClr val="bg1"/>
                </a:solidFill>
                <a:uFill>
                  <a:solidFill>
                    <a:schemeClr val="bg1"/>
                  </a:solidFill>
                </a:uFill>
                <a:latin typeface="Verdana" panose="020B0604030504040204" pitchFamily="34" charset="0"/>
                <a:ea typeface="Verdana" panose="020B0604030504040204" pitchFamily="34" charset="0"/>
                <a:cs typeface="Verdana" panose="020B0604030504040204" pitchFamily="34" charset="0"/>
              </a:defRPr>
            </a:lvl1pPr>
          </a:lstStyle>
          <a:p>
            <a:r>
              <a:rPr lang="en-US" noProof="0" dirty="0"/>
              <a:t>Click to edit Master title style</a:t>
            </a:r>
            <a:endParaRPr lang="en-GB" noProof="0" dirty="0"/>
          </a:p>
        </p:txBody>
      </p:sp>
      <p:sp>
        <p:nvSpPr>
          <p:cNvPr id="3" name="Subtitle 2"/>
          <p:cNvSpPr>
            <a:spLocks noGrp="1"/>
          </p:cNvSpPr>
          <p:nvPr>
            <p:ph type="subTitle" idx="1" hasCustomPrompt="1"/>
          </p:nvPr>
        </p:nvSpPr>
        <p:spPr bwMode="white">
          <a:xfrm>
            <a:off x="1283414" y="6874716"/>
            <a:ext cx="15191026" cy="583200"/>
          </a:xfrm>
        </p:spPr>
        <p:txBody>
          <a:bodyPr>
            <a:normAutofit/>
          </a:bodyPr>
          <a:lstStyle>
            <a:lvl1pPr marL="0" indent="0" algn="l">
              <a:lnSpc>
                <a:spcPts val="3600"/>
              </a:lnSpc>
              <a:buNone/>
              <a:defRPr sz="2800" b="1">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50184" indent="0" algn="ctr">
              <a:buNone/>
              <a:defRPr sz="2844"/>
            </a:lvl2pPr>
            <a:lvl3pPr marL="1300368" indent="0" algn="ctr">
              <a:buNone/>
              <a:defRPr sz="2560"/>
            </a:lvl3pPr>
            <a:lvl4pPr marL="1950552" indent="0" algn="ctr">
              <a:buNone/>
              <a:defRPr sz="2275"/>
            </a:lvl4pPr>
            <a:lvl5pPr marL="2600736" indent="0" algn="ctr">
              <a:buNone/>
              <a:defRPr sz="2275"/>
            </a:lvl5pPr>
            <a:lvl6pPr marL="3250921" indent="0" algn="ctr">
              <a:buNone/>
              <a:defRPr sz="2275"/>
            </a:lvl6pPr>
            <a:lvl7pPr marL="3901105" indent="0" algn="ctr">
              <a:buNone/>
              <a:defRPr sz="2275"/>
            </a:lvl7pPr>
            <a:lvl8pPr marL="4551289" indent="0" algn="ctr">
              <a:buNone/>
              <a:defRPr sz="2275"/>
            </a:lvl8pPr>
            <a:lvl9pPr marL="5201473" indent="0" algn="ctr">
              <a:buNone/>
              <a:defRPr sz="2275"/>
            </a:lvl9pPr>
          </a:lstStyle>
          <a:p>
            <a:r>
              <a:rPr lang="en-GB" noProof="0" dirty="0"/>
              <a:t>Click to add subtitle / presenter / date [</a:t>
            </a:r>
            <a:r>
              <a:rPr lang="en-GB" noProof="0" dirty="0" err="1"/>
              <a:t>dd</a:t>
            </a:r>
            <a:r>
              <a:rPr lang="en-GB" noProof="0" dirty="0"/>
              <a:t>-mm-</a:t>
            </a:r>
            <a:r>
              <a:rPr lang="en-GB" noProof="0" dirty="0" err="1"/>
              <a:t>yyyy</a:t>
            </a:r>
            <a:r>
              <a:rPr lang="en-GB" noProof="0" dirty="0"/>
              <a:t>]</a:t>
            </a:r>
          </a:p>
        </p:txBody>
      </p:sp>
      <p:sp>
        <p:nvSpPr>
          <p:cNvPr id="8" name="Titles positoning box" hidden="1"/>
          <p:cNvSpPr/>
          <p:nvPr userDrawn="1"/>
        </p:nvSpPr>
        <p:spPr>
          <a:xfrm>
            <a:off x="1371600" y="6408000"/>
            <a:ext cx="15012000" cy="576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ranisation Placeholder"/>
          <p:cNvSpPr>
            <a:spLocks noGrp="1"/>
          </p:cNvSpPr>
          <p:nvPr>
            <p:ph type="body" sz="quarter" idx="15" hasCustomPrompt="1"/>
          </p:nvPr>
        </p:nvSpPr>
        <p:spPr bwMode="white">
          <a:xfrm>
            <a:off x="4108537" y="350729"/>
            <a:ext cx="12841549" cy="671961"/>
          </a:xfrm>
        </p:spPr>
        <p:txBody>
          <a:bodyPr anchor="b" anchorCtr="0">
            <a:normAutofit/>
          </a:bodyPr>
          <a:lstStyle>
            <a:lvl1pPr>
              <a:lnSpc>
                <a:spcPts val="1700"/>
              </a:lnSpc>
              <a:defRPr sz="3400" b="1" i="0" u="sng" cap="small" baseline="0">
                <a:solidFill>
                  <a:srgbClr val="003366"/>
                </a:solidFill>
                <a:uFill>
                  <a:solidFill>
                    <a:schemeClr val="bg1"/>
                  </a:solidFill>
                </a:uFill>
                <a:latin typeface="Verdana" panose="020B0604030504040204" pitchFamily="34" charset="0"/>
                <a:ea typeface="Verdana" panose="020B0604030504040204" pitchFamily="34" charset="0"/>
                <a:cs typeface="Verdana" panose="020B0604030504040204" pitchFamily="34" charset="0"/>
              </a:defRPr>
            </a:lvl1pPr>
            <a:lvl2pPr marL="0" indent="0">
              <a:lnSpc>
                <a:spcPts val="1700"/>
              </a:lnSpc>
              <a:buNone/>
              <a:defRPr sz="1400" cap="all" baseline="0">
                <a:solidFill>
                  <a:srgbClr val="1E64C8"/>
                </a:solidFill>
              </a:defRPr>
            </a:lvl2pPr>
          </a:lstStyle>
          <a:p>
            <a:pPr lvl="0"/>
            <a:r>
              <a:rPr lang="en-GB" noProof="0" dirty="0"/>
              <a:t>Click to edit organisation styles</a:t>
            </a:r>
          </a:p>
        </p:txBody>
      </p:sp>
      <p:pic>
        <p:nvPicPr>
          <p:cNvPr id="9" name="Afbeelding 8">
            <a:extLst>
              <a:ext uri="{FF2B5EF4-FFF2-40B4-BE49-F238E27FC236}">
                <a16:creationId xmlns:a16="http://schemas.microsoft.com/office/drawing/2014/main" id="{9871DE22-9699-4EAF-9087-24565B509F1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97" y="-1248325"/>
            <a:ext cx="3312270" cy="4676437"/>
          </a:xfrm>
          <a:prstGeom prst="rect">
            <a:avLst/>
          </a:prstGeom>
        </p:spPr>
      </p:pic>
    </p:spTree>
    <p:extLst>
      <p:ext uri="{BB962C8B-B14F-4D97-AF65-F5344CB8AC3E}">
        <p14:creationId xmlns:p14="http://schemas.microsoft.com/office/powerpoint/2010/main" val="941814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sp>
        <p:nvSpPr>
          <p:cNvPr id="7" name="Rectangle 6"/>
          <p:cNvSpPr/>
          <p:nvPr userDrawn="1"/>
        </p:nvSpPr>
        <p:spPr>
          <a:xfrm>
            <a:off x="914400" y="0"/>
            <a:ext cx="16424275" cy="7898400"/>
          </a:xfrm>
          <a:prstGeom prst="rect">
            <a:avLst/>
          </a:prstGeom>
          <a:solidFill>
            <a:srgbClr val="1E64C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bwMode="white">
          <a:xfrm>
            <a:off x="1291074" y="3246120"/>
            <a:ext cx="15183366" cy="4436316"/>
          </a:xfrm>
        </p:spPr>
        <p:txBody>
          <a:bodyPr anchor="b">
            <a:noAutofit/>
          </a:bodyPr>
          <a:lstStyle>
            <a:lvl1pPr algn="l">
              <a:lnSpc>
                <a:spcPts val="11000"/>
              </a:lnSpc>
              <a:defRPr sz="10000" u="sng" baseline="0">
                <a:solidFill>
                  <a:schemeClr val="bg1"/>
                </a:solidFill>
                <a:uFill>
                  <a:solidFill>
                    <a:schemeClr val="bg1"/>
                  </a:solidFill>
                </a:uFill>
              </a:defRPr>
            </a:lvl1pPr>
          </a:lstStyle>
          <a:p>
            <a:r>
              <a:rPr lang="en-GB" noProof="0" dirty="0"/>
              <a:t>Click to add chapter title</a:t>
            </a:r>
          </a:p>
        </p:txBody>
      </p:sp>
      <p:sp>
        <p:nvSpPr>
          <p:cNvPr id="8" name="Titles positoning box" hidden="1"/>
          <p:cNvSpPr/>
          <p:nvPr userDrawn="1"/>
        </p:nvSpPr>
        <p:spPr>
          <a:xfrm>
            <a:off x="1371600" y="7344000"/>
            <a:ext cx="15012000" cy="576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Slide Number Placeholder 5"/>
          <p:cNvSpPr>
            <a:spLocks noGrp="1"/>
          </p:cNvSpPr>
          <p:nvPr>
            <p:ph type="sldNum" sz="quarter" idx="4"/>
          </p:nvPr>
        </p:nvSpPr>
        <p:spPr>
          <a:xfrm>
            <a:off x="15590520" y="8948703"/>
            <a:ext cx="921880" cy="519289"/>
          </a:xfrm>
          <a:prstGeom prst="rect">
            <a:avLst/>
          </a:prstGeom>
        </p:spPr>
        <p:txBody>
          <a:bodyPr vert="horz" lIns="91440" tIns="45720" rIns="91440" bIns="45720" rtlCol="0" anchor="ctr"/>
          <a:lstStyle>
            <a:lvl1pPr algn="r">
              <a:defRPr sz="1707">
                <a:solidFill>
                  <a:srgbClr val="1E64C8"/>
                </a:solidFill>
              </a:defRPr>
            </a:lvl1pPr>
          </a:lstStyle>
          <a:p>
            <a:fld id="{7AE184E0-0BD4-4705-A12B-9B71DDE63301}" type="slidenum">
              <a:rPr lang="en-GB" noProof="0" smtClean="0"/>
              <a:pPr/>
              <a:t>‹nr.›</a:t>
            </a:fld>
            <a:endParaRPr lang="en-GB" noProof="0" dirty="0"/>
          </a:p>
        </p:txBody>
      </p:sp>
    </p:spTree>
    <p:extLst>
      <p:ext uri="{BB962C8B-B14F-4D97-AF65-F5344CB8AC3E}">
        <p14:creationId xmlns:p14="http://schemas.microsoft.com/office/powerpoint/2010/main" val="1294732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B8233FCF-C78E-47A1-9466-4CB05FC00861}"/>
              </a:ext>
            </a:extLst>
          </p:cNvPr>
          <p:cNvSpPr/>
          <p:nvPr userDrawn="1"/>
        </p:nvSpPr>
        <p:spPr>
          <a:xfrm>
            <a:off x="712340" y="8068235"/>
            <a:ext cx="1708131" cy="1411941"/>
          </a:xfrm>
          <a:prstGeom prst="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2" name="Logo Large EN">
            <a:extLst>
              <a:ext uri="{FF2B5EF4-FFF2-40B4-BE49-F238E27FC236}">
                <a16:creationId xmlns:a16="http://schemas.microsoft.com/office/drawing/2014/main" id="{DD11DB78-BA8F-4D35-9786-54E14B77F9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819" y="8863728"/>
            <a:ext cx="817818" cy="710852"/>
          </a:xfrm>
          <a:prstGeom prst="rect">
            <a:avLst/>
          </a:prstGeom>
        </p:spPr>
      </p:pic>
      <p:sp>
        <p:nvSpPr>
          <p:cNvPr id="2" name="Title 1"/>
          <p:cNvSpPr>
            <a:spLocks noGrp="1"/>
          </p:cNvSpPr>
          <p:nvPr>
            <p:ph type="title"/>
          </p:nvPr>
        </p:nvSpPr>
        <p:spPr>
          <a:xfrm>
            <a:off x="2060295" y="123499"/>
            <a:ext cx="14951312" cy="949564"/>
          </a:xfrm>
        </p:spPr>
        <p:txBody>
          <a:bodyPr/>
          <a:lstStyle>
            <a:lvl1pPr>
              <a:defRPr sz="3600" b="1" u="none" cap="small" baseline="0">
                <a:solidFill>
                  <a:srgbClr val="002060"/>
                </a:solidFill>
                <a:latin typeface="Verdana" panose="020B0604030504040204" pitchFamily="34" charset="0"/>
                <a:ea typeface="Verdana" panose="020B0604030504040204" pitchFamily="34" charset="0"/>
                <a:cs typeface="Verdana" panose="020B0604030504040204" pitchFamily="34" charset="0"/>
              </a:defRPr>
            </a:lvl1pPr>
          </a:lstStyle>
          <a:p>
            <a:r>
              <a:rPr lang="en-US" noProof="0" dirty="0"/>
              <a:t>Click to edit Master title style</a:t>
            </a:r>
            <a:endParaRPr lang="en-GB" noProof="0" dirty="0"/>
          </a:p>
        </p:txBody>
      </p:sp>
      <p:sp>
        <p:nvSpPr>
          <p:cNvPr id="3" name="Content Placeholder 2"/>
          <p:cNvSpPr>
            <a:spLocks noGrp="1"/>
          </p:cNvSpPr>
          <p:nvPr>
            <p:ph idx="1"/>
          </p:nvPr>
        </p:nvSpPr>
        <p:spPr>
          <a:xfrm>
            <a:off x="327069" y="1816273"/>
            <a:ext cx="16858641" cy="6864264"/>
          </a:xfrm>
        </p:spPr>
        <p:txBody>
          <a:bodyPr>
            <a:normAutofit/>
          </a:bodyPr>
          <a:lstStyle>
            <a:lvl1pPr marL="5364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6" name="Slide Number Placeholder 5"/>
          <p:cNvSpPr>
            <a:spLocks noGrp="1"/>
          </p:cNvSpPr>
          <p:nvPr>
            <p:ph type="sldNum" sz="quarter" idx="12"/>
          </p:nvPr>
        </p:nvSpPr>
        <p:spPr>
          <a:xfrm>
            <a:off x="16263830" y="8959510"/>
            <a:ext cx="921880" cy="519289"/>
          </a:xfrm>
        </p:spPr>
        <p:txBody>
          <a:bodyPr/>
          <a:lstStyle/>
          <a:p>
            <a:fld id="{7AE184E0-0BD4-4705-A12B-9B71DDE63301}" type="slidenum">
              <a:rPr lang="en-GB" noProof="0" smtClean="0"/>
              <a:t>‹nr.›</a:t>
            </a:fld>
            <a:endParaRPr lang="en-GB" noProof="0" dirty="0"/>
          </a:p>
        </p:txBody>
      </p:sp>
      <p:sp>
        <p:nvSpPr>
          <p:cNvPr id="10" name="Content Placeholder 2"/>
          <p:cNvSpPr>
            <a:spLocks noGrp="1"/>
          </p:cNvSpPr>
          <p:nvPr>
            <p:ph idx="13"/>
          </p:nvPr>
        </p:nvSpPr>
        <p:spPr>
          <a:xfrm>
            <a:off x="2331721" y="8981161"/>
            <a:ext cx="13722366" cy="475989"/>
          </a:xfrm>
        </p:spPr>
        <p:txBody>
          <a:bodyPr>
            <a:normAutofit/>
          </a:bodyPr>
          <a:lstStyle>
            <a:lvl1pPr marL="86400" indent="0" defTabSz="457200">
              <a:lnSpc>
                <a:spcPct val="120000"/>
              </a:lnSpc>
              <a:buFont typeface="Wingdings" panose="05000000000000000000" pitchFamily="2" charset="2"/>
              <a:buNone/>
              <a:defRPr sz="18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nSpc>
                <a:spcPct val="120000"/>
              </a:lnSpc>
              <a:buFont typeface="Wingdings" panose="05000000000000000000" pitchFamily="2" charset="2"/>
              <a:buChar char="Ø"/>
              <a:defRPr sz="24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defTabSz="457200">
              <a:lnSpc>
                <a:spcPct val="120000"/>
              </a:lnSpc>
              <a:buFont typeface="Wingdings" panose="05000000000000000000" pitchFamily="2" charset="2"/>
              <a:buChar char="Ø"/>
              <a:defRPr sz="24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defTabSz="457200">
              <a:lnSpc>
                <a:spcPct val="120000"/>
              </a:lnSpc>
              <a:buFont typeface="Wingdings" panose="05000000000000000000" pitchFamily="2" charset="2"/>
              <a:buChar char="Ø"/>
              <a:defRPr sz="24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defTabSz="457200">
              <a:lnSpc>
                <a:spcPct val="120000"/>
              </a:lnSpc>
              <a:buFont typeface="Wingdings" panose="05000000000000000000" pitchFamily="2" charset="2"/>
              <a:buChar char="Ø"/>
              <a:defRPr sz="2400">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p:txBody>
      </p:sp>
      <p:cxnSp>
        <p:nvCxnSpPr>
          <p:cNvPr id="5" name="Straight Connector 4">
            <a:extLst>
              <a:ext uri="{FF2B5EF4-FFF2-40B4-BE49-F238E27FC236}">
                <a16:creationId xmlns:a16="http://schemas.microsoft.com/office/drawing/2014/main" id="{4104DC89-525A-4773-B9DF-6BE1A717F802}"/>
              </a:ext>
            </a:extLst>
          </p:cNvPr>
          <p:cNvCxnSpPr>
            <a:cxnSpLocks/>
          </p:cNvCxnSpPr>
          <p:nvPr userDrawn="1"/>
        </p:nvCxnSpPr>
        <p:spPr>
          <a:xfrm>
            <a:off x="327069" y="1445550"/>
            <a:ext cx="16741731" cy="0"/>
          </a:xfrm>
          <a:prstGeom prst="line">
            <a:avLst/>
          </a:prstGeom>
          <a:ln w="31750">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8" name="Afbeelding 7">
            <a:extLst>
              <a:ext uri="{FF2B5EF4-FFF2-40B4-BE49-F238E27FC236}">
                <a16:creationId xmlns:a16="http://schemas.microsoft.com/office/drawing/2014/main" id="{9811080D-4FB2-4915-B4B2-1D8BF0E329E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38" y="-713705"/>
            <a:ext cx="2017657" cy="2848634"/>
          </a:xfrm>
          <a:prstGeom prst="rect">
            <a:avLst/>
          </a:prstGeom>
        </p:spPr>
      </p:pic>
    </p:spTree>
    <p:extLst>
      <p:ext uri="{BB962C8B-B14F-4D97-AF65-F5344CB8AC3E}">
        <p14:creationId xmlns:p14="http://schemas.microsoft.com/office/powerpoint/2010/main" val="3081577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Text">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1541393E-7C09-4F12-9A9E-C6211FF6E487}"/>
              </a:ext>
            </a:extLst>
          </p:cNvPr>
          <p:cNvSpPr/>
          <p:nvPr userDrawn="1"/>
        </p:nvSpPr>
        <p:spPr>
          <a:xfrm>
            <a:off x="712340" y="8068235"/>
            <a:ext cx="1708131" cy="1411941"/>
          </a:xfrm>
          <a:prstGeom prst="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le 1"/>
          <p:cNvSpPr>
            <a:spLocks noGrp="1"/>
          </p:cNvSpPr>
          <p:nvPr>
            <p:ph type="title"/>
          </p:nvPr>
        </p:nvSpPr>
        <p:spPr>
          <a:xfrm>
            <a:off x="2060295" y="123499"/>
            <a:ext cx="14951312" cy="949564"/>
          </a:xfrm>
        </p:spPr>
        <p:txBody>
          <a:bodyPr/>
          <a:lstStyle>
            <a:lvl1pPr>
              <a:defRPr sz="3600" b="1" u="none" cap="small" baseline="0">
                <a:solidFill>
                  <a:srgbClr val="002060"/>
                </a:solidFill>
                <a:latin typeface="Verdana" panose="020B0604030504040204" pitchFamily="34" charset="0"/>
                <a:ea typeface="Verdana" panose="020B0604030504040204" pitchFamily="34" charset="0"/>
                <a:cs typeface="Verdana" panose="020B0604030504040204" pitchFamily="34" charset="0"/>
              </a:defRPr>
            </a:lvl1pPr>
          </a:lstStyle>
          <a:p>
            <a:r>
              <a:rPr lang="en-US" noProof="0" dirty="0"/>
              <a:t>Click to edit Master title style</a:t>
            </a:r>
            <a:endParaRPr lang="en-GB" noProof="0" dirty="0"/>
          </a:p>
        </p:txBody>
      </p:sp>
      <p:sp>
        <p:nvSpPr>
          <p:cNvPr id="3" name="Content Placeholder 2"/>
          <p:cNvSpPr>
            <a:spLocks noGrp="1"/>
          </p:cNvSpPr>
          <p:nvPr>
            <p:ph idx="1"/>
          </p:nvPr>
        </p:nvSpPr>
        <p:spPr>
          <a:xfrm>
            <a:off x="225469" y="1816273"/>
            <a:ext cx="16960241" cy="3728000"/>
          </a:xfrm>
        </p:spPr>
        <p:txBody>
          <a:bodyPr>
            <a:normAutofit/>
          </a:bodyPr>
          <a:lstStyle>
            <a:lvl1pPr marL="5364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6" name="Slide Number Placeholder 5"/>
          <p:cNvSpPr>
            <a:spLocks noGrp="1"/>
          </p:cNvSpPr>
          <p:nvPr>
            <p:ph type="sldNum" sz="quarter" idx="12"/>
          </p:nvPr>
        </p:nvSpPr>
        <p:spPr>
          <a:xfrm>
            <a:off x="16263830" y="8959510"/>
            <a:ext cx="921880" cy="519289"/>
          </a:xfrm>
        </p:spPr>
        <p:txBody>
          <a:bodyPr/>
          <a:lstStyle/>
          <a:p>
            <a:fld id="{7AE184E0-0BD4-4705-A12B-9B71DDE63301}" type="slidenum">
              <a:rPr lang="en-GB" noProof="0" smtClean="0"/>
              <a:t>‹nr.›</a:t>
            </a:fld>
            <a:endParaRPr lang="en-GB" noProof="0" dirty="0"/>
          </a:p>
        </p:txBody>
      </p:sp>
      <p:cxnSp>
        <p:nvCxnSpPr>
          <p:cNvPr id="5" name="Straight Connector 4">
            <a:extLst>
              <a:ext uri="{FF2B5EF4-FFF2-40B4-BE49-F238E27FC236}">
                <a16:creationId xmlns:a16="http://schemas.microsoft.com/office/drawing/2014/main" id="{4104DC89-525A-4773-B9DF-6BE1A717F802}"/>
              </a:ext>
            </a:extLst>
          </p:cNvPr>
          <p:cNvCxnSpPr/>
          <p:nvPr userDrawn="1"/>
        </p:nvCxnSpPr>
        <p:spPr>
          <a:xfrm>
            <a:off x="225469" y="1445550"/>
            <a:ext cx="16843331" cy="0"/>
          </a:xfrm>
          <a:prstGeom prst="line">
            <a:avLst/>
          </a:prstGeom>
          <a:ln w="31750">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4DAFB28A-E25C-4EFF-86F3-CD019B10E7E6}"/>
              </a:ext>
            </a:extLst>
          </p:cNvPr>
          <p:cNvSpPr>
            <a:spLocks noGrp="1"/>
          </p:cNvSpPr>
          <p:nvPr>
            <p:ph idx="14"/>
          </p:nvPr>
        </p:nvSpPr>
        <p:spPr>
          <a:xfrm>
            <a:off x="5984111" y="5790327"/>
            <a:ext cx="11201599" cy="3728000"/>
          </a:xfrm>
        </p:spPr>
        <p:txBody>
          <a:bodyPr>
            <a:normAutofit/>
          </a:bodyPr>
          <a:lstStyle>
            <a:lvl1pPr marL="5364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pic>
        <p:nvPicPr>
          <p:cNvPr id="9" name="Afbeelding 8">
            <a:extLst>
              <a:ext uri="{FF2B5EF4-FFF2-40B4-BE49-F238E27FC236}">
                <a16:creationId xmlns:a16="http://schemas.microsoft.com/office/drawing/2014/main" id="{17DEC767-42CA-4CD2-93FA-ED79D87A320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638" y="-713705"/>
            <a:ext cx="2017657" cy="2848634"/>
          </a:xfrm>
          <a:prstGeom prst="rect">
            <a:avLst/>
          </a:prstGeom>
        </p:spPr>
      </p:pic>
      <p:pic>
        <p:nvPicPr>
          <p:cNvPr id="12" name="Logo Large EN">
            <a:extLst>
              <a:ext uri="{FF2B5EF4-FFF2-40B4-BE49-F238E27FC236}">
                <a16:creationId xmlns:a16="http://schemas.microsoft.com/office/drawing/2014/main" id="{5277E93A-7FD9-4EF3-905C-6DF250A268F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819" y="8863728"/>
            <a:ext cx="817818" cy="710852"/>
          </a:xfrm>
          <a:prstGeom prst="rect">
            <a:avLst/>
          </a:prstGeom>
        </p:spPr>
      </p:pic>
    </p:spTree>
    <p:extLst>
      <p:ext uri="{BB962C8B-B14F-4D97-AF65-F5344CB8AC3E}">
        <p14:creationId xmlns:p14="http://schemas.microsoft.com/office/powerpoint/2010/main" val="4014758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Text and Photo">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7FFFB7AB-BA76-46AF-8C93-349C899E640D}"/>
              </a:ext>
            </a:extLst>
          </p:cNvPr>
          <p:cNvSpPr/>
          <p:nvPr userDrawn="1"/>
        </p:nvSpPr>
        <p:spPr>
          <a:xfrm>
            <a:off x="712340" y="8068235"/>
            <a:ext cx="1708131" cy="1411941"/>
          </a:xfrm>
          <a:prstGeom prst="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4" name="Logo Large EN">
            <a:extLst>
              <a:ext uri="{FF2B5EF4-FFF2-40B4-BE49-F238E27FC236}">
                <a16:creationId xmlns:a16="http://schemas.microsoft.com/office/drawing/2014/main" id="{493A8D34-0286-4693-9124-6D5814F04F6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819" y="8863728"/>
            <a:ext cx="817818" cy="710852"/>
          </a:xfrm>
          <a:prstGeom prst="rect">
            <a:avLst/>
          </a:prstGeom>
        </p:spPr>
      </p:pic>
      <p:sp>
        <p:nvSpPr>
          <p:cNvPr id="2" name="Title 1"/>
          <p:cNvSpPr>
            <a:spLocks noGrp="1"/>
          </p:cNvSpPr>
          <p:nvPr>
            <p:ph type="title"/>
          </p:nvPr>
        </p:nvSpPr>
        <p:spPr>
          <a:xfrm>
            <a:off x="1866900" y="136025"/>
            <a:ext cx="15323820" cy="1062772"/>
          </a:xfrm>
        </p:spPr>
        <p:txBody>
          <a:bodyPr/>
          <a:lstStyle>
            <a:lvl1pPr>
              <a:defRPr sz="3400" b="1" u="none">
                <a:solidFill>
                  <a:schemeClr val="accent1">
                    <a:lumMod val="75000"/>
                  </a:schemeClr>
                </a:solidFill>
                <a:latin typeface="Verdana" panose="020B0604030504040204" pitchFamily="34" charset="0"/>
                <a:ea typeface="Verdana" panose="020B0604030504040204" pitchFamily="34" charset="0"/>
              </a:defRPr>
            </a:lvl1pPr>
          </a:lstStyle>
          <a:p>
            <a:r>
              <a:rPr lang="en-US" noProof="0" dirty="0"/>
              <a:t>Click to edit Master title style</a:t>
            </a:r>
            <a:endParaRPr lang="en-GB" noProof="0" dirty="0"/>
          </a:p>
        </p:txBody>
      </p:sp>
      <p:sp>
        <p:nvSpPr>
          <p:cNvPr id="4" name="Date Placeholder 3"/>
          <p:cNvSpPr>
            <a:spLocks noGrp="1"/>
          </p:cNvSpPr>
          <p:nvPr>
            <p:ph type="dt" sz="half" idx="10"/>
          </p:nvPr>
        </p:nvSpPr>
        <p:spPr/>
        <p:txBody>
          <a:bodyPr/>
          <a:lstStyle/>
          <a:p>
            <a:fld id="{B86ADBF0-A618-4E69-83BB-0C41E08702AA}" type="datetime1">
              <a:rPr lang="en-GB" noProof="0" smtClean="0"/>
              <a:t>05/11/2024</a:t>
            </a:fld>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8" name="Picture Placeholder 7"/>
          <p:cNvSpPr>
            <a:spLocks noGrp="1"/>
          </p:cNvSpPr>
          <p:nvPr>
            <p:ph type="pic" sz="quarter" idx="13" hasCustomPrompt="1"/>
          </p:nvPr>
        </p:nvSpPr>
        <p:spPr>
          <a:xfrm>
            <a:off x="10618004" y="1741118"/>
            <a:ext cx="6300000" cy="6450904"/>
          </a:xfrm>
        </p:spPr>
        <p:txBody>
          <a:bodyPr/>
          <a:lstStyle>
            <a:lvl1pPr>
              <a:defRPr>
                <a:solidFill>
                  <a:schemeClr val="bg1">
                    <a:lumMod val="50000"/>
                  </a:schemeClr>
                </a:solidFill>
              </a:defRPr>
            </a:lvl1pPr>
          </a:lstStyle>
          <a:p>
            <a:r>
              <a:rPr lang="en-GB" noProof="0" dirty="0"/>
              <a:t>Photo</a:t>
            </a:r>
          </a:p>
        </p:txBody>
      </p:sp>
      <p:sp>
        <p:nvSpPr>
          <p:cNvPr id="9" name="Slide Number Placeholder 5"/>
          <p:cNvSpPr>
            <a:spLocks noGrp="1"/>
          </p:cNvSpPr>
          <p:nvPr>
            <p:ph type="sldNum" sz="quarter" idx="4"/>
          </p:nvPr>
        </p:nvSpPr>
        <p:spPr>
          <a:xfrm>
            <a:off x="15590520" y="8948703"/>
            <a:ext cx="921880" cy="519289"/>
          </a:xfrm>
          <a:prstGeom prst="rect">
            <a:avLst/>
          </a:prstGeom>
        </p:spPr>
        <p:txBody>
          <a:bodyPr vert="horz" lIns="91440" tIns="45720" rIns="91440" bIns="45720" rtlCol="0" anchor="ctr"/>
          <a:lstStyle>
            <a:lvl1pPr algn="r">
              <a:defRPr sz="1707">
                <a:solidFill>
                  <a:srgbClr val="1E64C8"/>
                </a:solidFill>
              </a:defRPr>
            </a:lvl1pPr>
          </a:lstStyle>
          <a:p>
            <a:fld id="{7AE184E0-0BD4-4705-A12B-9B71DDE63301}" type="slidenum">
              <a:rPr lang="en-GB" noProof="0" smtClean="0"/>
              <a:pPr/>
              <a:t>‹nr.›</a:t>
            </a:fld>
            <a:endParaRPr lang="en-GB" noProof="0" dirty="0"/>
          </a:p>
        </p:txBody>
      </p:sp>
      <p:sp>
        <p:nvSpPr>
          <p:cNvPr id="12" name="Content Placeholder 2"/>
          <p:cNvSpPr>
            <a:spLocks noGrp="1"/>
          </p:cNvSpPr>
          <p:nvPr>
            <p:ph idx="1"/>
          </p:nvPr>
        </p:nvSpPr>
        <p:spPr>
          <a:xfrm>
            <a:off x="384888" y="1791222"/>
            <a:ext cx="9498148" cy="6412292"/>
          </a:xfrm>
        </p:spPr>
        <p:txBody>
          <a:bodyPr>
            <a:normAutofit/>
          </a:bodyPr>
          <a:lstStyle>
            <a:lvl1pPr defTabSz="457200">
              <a:lnSpc>
                <a:spcPct val="120000"/>
              </a:lnSpc>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a:lnSpc>
                <a:spcPct val="120000"/>
              </a:lnSpc>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defTabSz="457200">
              <a:lnSpc>
                <a:spcPct val="120000"/>
              </a:lnSpc>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defTabSz="457200">
              <a:lnSpc>
                <a:spcPct val="120000"/>
              </a:lnSpc>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defTabSz="457200">
              <a:lnSpc>
                <a:spcPct val="120000"/>
              </a:lnSpc>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cxnSp>
        <p:nvCxnSpPr>
          <p:cNvPr id="11" name="Straight Connector 10">
            <a:extLst>
              <a:ext uri="{FF2B5EF4-FFF2-40B4-BE49-F238E27FC236}">
                <a16:creationId xmlns:a16="http://schemas.microsoft.com/office/drawing/2014/main" id="{5C7E4AD1-092F-4246-B8DF-50863AA501DE}"/>
              </a:ext>
            </a:extLst>
          </p:cNvPr>
          <p:cNvCxnSpPr/>
          <p:nvPr userDrawn="1"/>
        </p:nvCxnSpPr>
        <p:spPr>
          <a:xfrm>
            <a:off x="225469" y="1422400"/>
            <a:ext cx="16843331" cy="0"/>
          </a:xfrm>
          <a:prstGeom prst="line">
            <a:avLst/>
          </a:prstGeom>
          <a:ln w="31750">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0" name="Afbeelding 9">
            <a:extLst>
              <a:ext uri="{FF2B5EF4-FFF2-40B4-BE49-F238E27FC236}">
                <a16:creationId xmlns:a16="http://schemas.microsoft.com/office/drawing/2014/main" id="{067956E7-09EC-49DF-8978-D863564898A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38" y="-713705"/>
            <a:ext cx="2017657" cy="2848634"/>
          </a:xfrm>
          <a:prstGeom prst="rect">
            <a:avLst/>
          </a:prstGeom>
        </p:spPr>
      </p:pic>
    </p:spTree>
    <p:extLst>
      <p:ext uri="{BB962C8B-B14F-4D97-AF65-F5344CB8AC3E}">
        <p14:creationId xmlns:p14="http://schemas.microsoft.com/office/powerpoint/2010/main" val="1314887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Photo">
    <p:spTree>
      <p:nvGrpSpPr>
        <p:cNvPr id="1" name=""/>
        <p:cNvGrpSpPr/>
        <p:nvPr/>
      </p:nvGrpSpPr>
      <p:grpSpPr>
        <a:xfrm>
          <a:off x="0" y="0"/>
          <a:ext cx="0" cy="0"/>
          <a:chOff x="0" y="0"/>
          <a:chExt cx="0" cy="0"/>
        </a:xfrm>
      </p:grpSpPr>
      <p:sp>
        <p:nvSpPr>
          <p:cNvPr id="8" name="Rechthoek 7">
            <a:extLst>
              <a:ext uri="{FF2B5EF4-FFF2-40B4-BE49-F238E27FC236}">
                <a16:creationId xmlns:a16="http://schemas.microsoft.com/office/drawing/2014/main" id="{C3CC51D8-D8AC-457C-9F02-366E63E6A03C}"/>
              </a:ext>
            </a:extLst>
          </p:cNvPr>
          <p:cNvSpPr/>
          <p:nvPr userDrawn="1"/>
        </p:nvSpPr>
        <p:spPr>
          <a:xfrm>
            <a:off x="712340" y="8068235"/>
            <a:ext cx="1708131" cy="1411941"/>
          </a:xfrm>
          <a:prstGeom prst="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9" name="Logo Large EN">
            <a:extLst>
              <a:ext uri="{FF2B5EF4-FFF2-40B4-BE49-F238E27FC236}">
                <a16:creationId xmlns:a16="http://schemas.microsoft.com/office/drawing/2014/main" id="{5641CB9D-E30E-4DBA-83E7-A4B3DBE607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819" y="8863728"/>
            <a:ext cx="817818" cy="710852"/>
          </a:xfrm>
          <a:prstGeom prst="rect">
            <a:avLst/>
          </a:prstGeom>
        </p:spPr>
      </p:pic>
      <p:sp>
        <p:nvSpPr>
          <p:cNvPr id="2" name="Title 1"/>
          <p:cNvSpPr>
            <a:spLocks noGrp="1"/>
          </p:cNvSpPr>
          <p:nvPr>
            <p:ph type="title"/>
          </p:nvPr>
        </p:nvSpPr>
        <p:spPr/>
        <p:txBody>
          <a:bodyPr/>
          <a:lstStyle/>
          <a:p>
            <a:r>
              <a:rPr lang="en-US" noProof="0"/>
              <a:t>Click to edit Master title style</a:t>
            </a:r>
            <a:endParaRPr lang="en-GB" noProof="0" dirty="0"/>
          </a:p>
        </p:txBody>
      </p:sp>
      <p:sp>
        <p:nvSpPr>
          <p:cNvPr id="3" name="Date Placeholder 2"/>
          <p:cNvSpPr>
            <a:spLocks noGrp="1"/>
          </p:cNvSpPr>
          <p:nvPr>
            <p:ph type="dt" sz="half" idx="10"/>
          </p:nvPr>
        </p:nvSpPr>
        <p:spPr/>
        <p:txBody>
          <a:bodyPr/>
          <a:lstStyle/>
          <a:p>
            <a:fld id="{F2443E58-CDC3-4782-B82C-4D381C795B98}" type="datetime1">
              <a:rPr lang="en-GB" noProof="0" smtClean="0"/>
              <a:t>05/11/2024</a:t>
            </a:fld>
            <a:endParaRPr lang="en-GB" noProof="0" dirty="0"/>
          </a:p>
        </p:txBody>
      </p:sp>
      <p:sp>
        <p:nvSpPr>
          <p:cNvPr id="4" name="Footer Placeholder 3"/>
          <p:cNvSpPr>
            <a:spLocks noGrp="1"/>
          </p:cNvSpPr>
          <p:nvPr>
            <p:ph type="ftr" sz="quarter" idx="11"/>
          </p:nvPr>
        </p:nvSpPr>
        <p:spPr/>
        <p:txBody>
          <a:bodyPr/>
          <a:lstStyle/>
          <a:p>
            <a:endParaRPr lang="en-GB" noProof="0" dirty="0"/>
          </a:p>
        </p:txBody>
      </p:sp>
      <p:sp>
        <p:nvSpPr>
          <p:cNvPr id="5" name="Slide Number Placeholder 4"/>
          <p:cNvSpPr>
            <a:spLocks noGrp="1"/>
          </p:cNvSpPr>
          <p:nvPr>
            <p:ph type="sldNum" sz="quarter" idx="12"/>
          </p:nvPr>
        </p:nvSpPr>
        <p:spPr/>
        <p:txBody>
          <a:bodyPr/>
          <a:lstStyle/>
          <a:p>
            <a:fld id="{7AE184E0-0BD4-4705-A12B-9B71DDE63301}" type="slidenum">
              <a:rPr lang="en-GB" noProof="0" smtClean="0"/>
              <a:t>‹nr.›</a:t>
            </a:fld>
            <a:endParaRPr lang="en-GB" noProof="0" dirty="0"/>
          </a:p>
        </p:txBody>
      </p:sp>
      <p:sp>
        <p:nvSpPr>
          <p:cNvPr id="7" name="Picture Placeholder 6"/>
          <p:cNvSpPr>
            <a:spLocks noGrp="1"/>
          </p:cNvSpPr>
          <p:nvPr>
            <p:ph type="pic" sz="quarter" idx="13" hasCustomPrompt="1"/>
          </p:nvPr>
        </p:nvSpPr>
        <p:spPr>
          <a:xfrm>
            <a:off x="952038" y="1371600"/>
            <a:ext cx="15480000" cy="6501600"/>
          </a:xfrm>
        </p:spPr>
        <p:txBody>
          <a:bodyPr/>
          <a:lstStyle>
            <a:lvl1pPr>
              <a:defRPr>
                <a:solidFill>
                  <a:schemeClr val="bg1">
                    <a:lumMod val="50000"/>
                  </a:schemeClr>
                </a:solidFill>
              </a:defRPr>
            </a:lvl1pPr>
          </a:lstStyle>
          <a:p>
            <a:r>
              <a:rPr lang="en-GB" noProof="0" dirty="0"/>
              <a:t>Photo</a:t>
            </a:r>
          </a:p>
        </p:txBody>
      </p:sp>
    </p:spTree>
    <p:extLst>
      <p:ext uri="{BB962C8B-B14F-4D97-AF65-F5344CB8AC3E}">
        <p14:creationId xmlns:p14="http://schemas.microsoft.com/office/powerpoint/2010/main" val="374516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hoto Only">
    <p:bg>
      <p:bgPr>
        <a:solidFill>
          <a:schemeClr val="bg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3465D1-804F-429B-83CD-3EFA8410E123}" type="datetime1">
              <a:rPr lang="en-GB" smtClean="0"/>
              <a:t>05/11/2024</a:t>
            </a:fld>
            <a:endParaRPr lang="en-GB"/>
          </a:p>
        </p:txBody>
      </p:sp>
      <p:sp>
        <p:nvSpPr>
          <p:cNvPr id="3" name="Footer Placeholder 2"/>
          <p:cNvSpPr>
            <a:spLocks noGrp="1"/>
          </p:cNvSpPr>
          <p:nvPr>
            <p:ph type="ftr" sz="quarter" idx="11"/>
          </p:nvPr>
        </p:nvSpPr>
        <p:spPr/>
        <p:txBody>
          <a:bodyPr/>
          <a:lstStyle/>
          <a:p>
            <a:endParaRPr lang="en-GB"/>
          </a:p>
        </p:txBody>
      </p:sp>
      <p:sp>
        <p:nvSpPr>
          <p:cNvPr id="7" name="Covering Background"/>
          <p:cNvSpPr/>
          <p:nvPr userDrawn="1"/>
        </p:nvSpPr>
        <p:spPr>
          <a:xfrm>
            <a:off x="-1" y="0"/>
            <a:ext cx="17337600" cy="9753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Picture Placeholder 5"/>
          <p:cNvSpPr>
            <a:spLocks noGrp="1"/>
          </p:cNvSpPr>
          <p:nvPr>
            <p:ph type="pic" sz="quarter" idx="12" hasCustomPrompt="1"/>
          </p:nvPr>
        </p:nvSpPr>
        <p:spPr>
          <a:xfrm>
            <a:off x="-1" y="0"/>
            <a:ext cx="17337600" cy="9753600"/>
          </a:xfrm>
        </p:spPr>
        <p:txBody>
          <a:bodyPr/>
          <a:lstStyle>
            <a:lvl1pPr>
              <a:defRPr>
                <a:solidFill>
                  <a:schemeClr val="bg1">
                    <a:lumMod val="50000"/>
                  </a:schemeClr>
                </a:solidFill>
              </a:defRPr>
            </a:lvl1pPr>
          </a:lstStyle>
          <a:p>
            <a:r>
              <a:rPr lang="en-GB" noProof="0" dirty="0"/>
              <a:t>Photo</a:t>
            </a:r>
          </a:p>
        </p:txBody>
      </p:sp>
    </p:spTree>
    <p:extLst>
      <p:ext uri="{BB962C8B-B14F-4D97-AF65-F5344CB8AC3E}">
        <p14:creationId xmlns:p14="http://schemas.microsoft.com/office/powerpoint/2010/main" val="2949418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7" name="Rectangle 6"/>
          <p:cNvSpPr/>
          <p:nvPr userDrawn="1"/>
        </p:nvSpPr>
        <p:spPr>
          <a:xfrm>
            <a:off x="914400" y="1393200"/>
            <a:ext cx="16424275" cy="6505200"/>
          </a:xfrm>
          <a:prstGeom prst="rect">
            <a:avLst/>
          </a:prstGeom>
          <a:solidFill>
            <a:srgbClr val="1E64C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p:cNvSpPr>
            <a:spLocks noGrp="1"/>
          </p:cNvSpPr>
          <p:nvPr>
            <p:ph type="ctrTitle" hasCustomPrompt="1"/>
          </p:nvPr>
        </p:nvSpPr>
        <p:spPr bwMode="white">
          <a:xfrm>
            <a:off x="1291074" y="1743240"/>
            <a:ext cx="15183366" cy="5769600"/>
          </a:xfrm>
        </p:spPr>
        <p:txBody>
          <a:bodyPr anchor="t" anchorCtr="0">
            <a:noAutofit/>
          </a:bodyPr>
          <a:lstStyle>
            <a:lvl1pPr algn="l">
              <a:lnSpc>
                <a:spcPts val="3500"/>
              </a:lnSpc>
              <a:defRPr sz="2500" u="none" cap="none" baseline="0">
                <a:solidFill>
                  <a:schemeClr val="bg1"/>
                </a:solidFill>
                <a:uFill>
                  <a:solidFill>
                    <a:schemeClr val="bg1"/>
                  </a:solidFill>
                </a:uFill>
                <a:latin typeface="+mn-lt"/>
              </a:defRPr>
            </a:lvl1pPr>
          </a:lstStyle>
          <a:p>
            <a:r>
              <a:rPr lang="en-GB" noProof="0" dirty="0"/>
              <a:t>Click to add presenters contact data</a:t>
            </a:r>
          </a:p>
        </p:txBody>
      </p:sp>
      <p:sp>
        <p:nvSpPr>
          <p:cNvPr id="8" name="Titles positoning box" hidden="1"/>
          <p:cNvSpPr/>
          <p:nvPr userDrawn="1"/>
        </p:nvSpPr>
        <p:spPr>
          <a:xfrm>
            <a:off x="1371600" y="1828800"/>
            <a:ext cx="15012000" cy="599976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ijdelijke aanduiding voor tekst 4"/>
          <p:cNvSpPr>
            <a:spLocks noGrp="1"/>
          </p:cNvSpPr>
          <p:nvPr>
            <p:ph type="body" sz="quarter" idx="10" hasCustomPrompt="1"/>
          </p:nvPr>
        </p:nvSpPr>
        <p:spPr bwMode="white">
          <a:xfrm>
            <a:off x="9215999" y="3095999"/>
            <a:ext cx="7257600" cy="1717969"/>
          </a:xfrm>
        </p:spPr>
        <p:txBody>
          <a:bodyPr>
            <a:normAutofit/>
          </a:bodyPr>
          <a:lstStyle>
            <a:lvl1pPr>
              <a:lnSpc>
                <a:spcPts val="3500"/>
              </a:lnSpc>
              <a:defRPr sz="2400">
                <a:solidFill>
                  <a:schemeClr val="bg1"/>
                </a:solidFill>
              </a:defRPr>
            </a:lvl1pPr>
          </a:lstStyle>
          <a:p>
            <a:pPr lvl="0"/>
            <a:r>
              <a:rPr lang="en-GB" noProof="0" dirty="0"/>
              <a:t>Click to add social media names</a:t>
            </a:r>
            <a:endParaRPr lang="nl-NL" dirty="0"/>
          </a:p>
        </p:txBody>
      </p:sp>
      <p:pic>
        <p:nvPicPr>
          <p:cNvPr id="16" name="Afbeelding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64400" y="0"/>
            <a:ext cx="3714979" cy="1393200"/>
          </a:xfrm>
          <a:prstGeom prst="rect">
            <a:avLst/>
          </a:prstGeom>
        </p:spPr>
      </p:pic>
    </p:spTree>
    <p:extLst>
      <p:ext uri="{BB962C8B-B14F-4D97-AF65-F5344CB8AC3E}">
        <p14:creationId xmlns:p14="http://schemas.microsoft.com/office/powerpoint/2010/main" val="31037857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el en object">
    <p:spTree>
      <p:nvGrpSpPr>
        <p:cNvPr id="1" name=""/>
        <p:cNvGrpSpPr/>
        <p:nvPr/>
      </p:nvGrpSpPr>
      <p:grpSpPr>
        <a:xfrm>
          <a:off x="0" y="0"/>
          <a:ext cx="0" cy="0"/>
          <a:chOff x="0" y="0"/>
          <a:chExt cx="0" cy="0"/>
        </a:xfrm>
      </p:grpSpPr>
      <p:sp>
        <p:nvSpPr>
          <p:cNvPr id="26" name="Right Triangle 25"/>
          <p:cNvSpPr/>
          <p:nvPr userDrawn="1"/>
        </p:nvSpPr>
        <p:spPr>
          <a:xfrm rot="10800000">
            <a:off x="16279088" y="-5873"/>
            <a:ext cx="1059588" cy="781194"/>
          </a:xfrm>
          <a:prstGeom prst="rtTriangle">
            <a:avLst/>
          </a:prstGeom>
          <a:solidFill>
            <a:srgbClr val="CF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41"/>
          </a:p>
        </p:txBody>
      </p:sp>
      <p:sp>
        <p:nvSpPr>
          <p:cNvPr id="15" name="Rectangle 14"/>
          <p:cNvSpPr/>
          <p:nvPr userDrawn="1"/>
        </p:nvSpPr>
        <p:spPr>
          <a:xfrm>
            <a:off x="0" y="8797220"/>
            <a:ext cx="17338675" cy="965359"/>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41" dirty="0">
              <a:solidFill>
                <a:srgbClr val="C0504D"/>
              </a:solidFill>
            </a:endParaRPr>
          </a:p>
        </p:txBody>
      </p:sp>
      <p:sp>
        <p:nvSpPr>
          <p:cNvPr id="3" name="Content Placeholder 2"/>
          <p:cNvSpPr>
            <a:spLocks noGrp="1"/>
          </p:cNvSpPr>
          <p:nvPr>
            <p:ph idx="1" hasCustomPrompt="1"/>
          </p:nvPr>
        </p:nvSpPr>
        <p:spPr>
          <a:xfrm>
            <a:off x="866934" y="1486416"/>
            <a:ext cx="15604808" cy="7075079"/>
          </a:xfrm>
        </p:spPr>
        <p:txBody>
          <a:bodyPr/>
          <a:lstStyle>
            <a:lvl1pPr>
              <a:buNone/>
              <a:defRPr sz="3129" b="0">
                <a:solidFill>
                  <a:schemeClr val="tx1"/>
                </a:solidFill>
              </a:defRPr>
            </a:lvl1pPr>
            <a:lvl2pPr marL="406394" indent="-406394">
              <a:buClrTx/>
              <a:buSzPct val="100000"/>
              <a:buFont typeface="Lucida Grande"/>
              <a:buChar char="•"/>
              <a:defRPr sz="2844">
                <a:solidFill>
                  <a:schemeClr val="tx1">
                    <a:lumMod val="65000"/>
                    <a:lumOff val="35000"/>
                  </a:schemeClr>
                </a:solidFill>
              </a:defRPr>
            </a:lvl2pPr>
            <a:lvl3pPr marL="758601" indent="-325115">
              <a:buFont typeface="Arial"/>
              <a:buChar char="•"/>
              <a:defRPr sz="2276">
                <a:solidFill>
                  <a:schemeClr val="tx1">
                    <a:lumMod val="50000"/>
                    <a:lumOff val="50000"/>
                  </a:schemeClr>
                </a:solidFill>
              </a:defRPr>
            </a:lvl3pPr>
          </a:lstStyle>
          <a:p>
            <a:pPr lvl="0"/>
            <a:r>
              <a:rPr lang="nl-BE" dirty="0"/>
              <a:t>click to </a:t>
            </a:r>
            <a:r>
              <a:rPr lang="nl-BE" dirty="0" err="1"/>
              <a:t>edit</a:t>
            </a:r>
            <a:r>
              <a:rPr lang="nl-BE" dirty="0"/>
              <a:t> </a:t>
            </a:r>
            <a:r>
              <a:rPr lang="nl-BE" dirty="0" err="1"/>
              <a:t>master</a:t>
            </a:r>
            <a:r>
              <a:rPr lang="nl-BE" dirty="0"/>
              <a:t> </a:t>
            </a:r>
            <a:r>
              <a:rPr lang="nl-BE" dirty="0" err="1"/>
              <a:t>text</a:t>
            </a:r>
            <a:r>
              <a:rPr lang="nl-BE" dirty="0"/>
              <a:t> </a:t>
            </a:r>
            <a:r>
              <a:rPr lang="nl-BE" dirty="0" err="1"/>
              <a:t>styles</a:t>
            </a:r>
            <a:endParaRPr lang="nl-BE" dirty="0"/>
          </a:p>
          <a:p>
            <a:pPr lvl="1"/>
            <a:r>
              <a:rPr lang="nl-BE" dirty="0" err="1"/>
              <a:t>second</a:t>
            </a:r>
            <a:r>
              <a:rPr lang="nl-BE" dirty="0"/>
              <a:t> level</a:t>
            </a:r>
          </a:p>
          <a:p>
            <a:pPr lvl="2"/>
            <a:r>
              <a:rPr lang="nl-BE" dirty="0" err="1"/>
              <a:t>third</a:t>
            </a:r>
            <a:r>
              <a:rPr lang="nl-BE" dirty="0"/>
              <a:t> level</a:t>
            </a:r>
          </a:p>
        </p:txBody>
      </p:sp>
      <p:pic>
        <p:nvPicPr>
          <p:cNvPr id="11" name="Picture 10" descr="Logo_IRCP_bw.ai"/>
          <p:cNvPicPr>
            <a:picLocks noChangeAspect="1"/>
          </p:cNvPicPr>
          <p:nvPr userDrawn="1"/>
        </p:nvPicPr>
        <p:blipFill>
          <a:blip r:embed="rId2"/>
          <a:stretch>
            <a:fillRect/>
          </a:stretch>
        </p:blipFill>
        <p:spPr>
          <a:xfrm>
            <a:off x="735278" y="8797219"/>
            <a:ext cx="5916269" cy="960922"/>
          </a:xfrm>
          <a:prstGeom prst="rect">
            <a:avLst/>
          </a:prstGeom>
        </p:spPr>
      </p:pic>
      <p:sp>
        <p:nvSpPr>
          <p:cNvPr id="2" name="Title 1"/>
          <p:cNvSpPr>
            <a:spLocks noGrp="1"/>
          </p:cNvSpPr>
          <p:nvPr>
            <p:ph type="title"/>
          </p:nvPr>
        </p:nvSpPr>
        <p:spPr>
          <a:xfrm>
            <a:off x="866934" y="0"/>
            <a:ext cx="15604808" cy="1486416"/>
          </a:xfrm>
        </p:spPr>
        <p:txBody>
          <a:bodyPr>
            <a:normAutofit/>
          </a:bodyPr>
          <a:lstStyle>
            <a:lvl1pPr algn="l">
              <a:defRPr sz="4267" spc="284">
                <a:solidFill>
                  <a:srgbClr val="CF1C21"/>
                </a:solidFill>
                <a:latin typeface="Arial Narrow"/>
                <a:cs typeface="Arial Narrow"/>
              </a:defRPr>
            </a:lvl1pPr>
          </a:lstStyle>
          <a:p>
            <a:r>
              <a:rPr lang="nl-NL"/>
              <a:t>Klik om de stijl te bewerken</a:t>
            </a:r>
            <a:endParaRPr lang="en-US" dirty="0"/>
          </a:p>
        </p:txBody>
      </p:sp>
      <p:sp>
        <p:nvSpPr>
          <p:cNvPr id="7" name="Rectangle 6"/>
          <p:cNvSpPr/>
          <p:nvPr userDrawn="1"/>
        </p:nvSpPr>
        <p:spPr>
          <a:xfrm>
            <a:off x="1062110" y="8624711"/>
            <a:ext cx="1296339" cy="247452"/>
          </a:xfrm>
          <a:prstGeom prst="rect">
            <a:avLst/>
          </a:prstGeom>
          <a:solidFill>
            <a:srgbClr val="CF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38" dirty="0"/>
              <a:t>research</a:t>
            </a:r>
          </a:p>
        </p:txBody>
      </p:sp>
      <p:sp>
        <p:nvSpPr>
          <p:cNvPr id="8" name="Rectangle 7"/>
          <p:cNvSpPr/>
          <p:nvPr userDrawn="1"/>
        </p:nvSpPr>
        <p:spPr>
          <a:xfrm>
            <a:off x="2390551" y="8624711"/>
            <a:ext cx="1296339" cy="247452"/>
          </a:xfrm>
          <a:prstGeom prst="rect">
            <a:avLst/>
          </a:prstGeom>
          <a:solidFill>
            <a:srgbClr val="CF1C21"/>
          </a:solidFill>
          <a:ln>
            <a:noFill/>
          </a:ln>
          <a:effectLst/>
        </p:spPr>
        <p:style>
          <a:lnRef idx="1">
            <a:schemeClr val="accent1"/>
          </a:lnRef>
          <a:fillRef idx="3">
            <a:schemeClr val="accent1"/>
          </a:fillRef>
          <a:effectRef idx="2">
            <a:schemeClr val="accent1"/>
          </a:effectRef>
          <a:fontRef idx="minor">
            <a:schemeClr val="lt1"/>
          </a:fontRef>
        </p:style>
        <p:txBody>
          <a:bodyPr lIns="102400" rIns="102400" rtlCol="0" anchor="ctr"/>
          <a:lstStyle/>
          <a:p>
            <a:pPr marL="0" marR="0" indent="0" algn="ctr" defTabSz="650230" rtl="0" eaLnBrk="1" fontAlgn="auto" latinLnBrk="0" hangingPunct="1">
              <a:lnSpc>
                <a:spcPct val="100000"/>
              </a:lnSpc>
              <a:spcBef>
                <a:spcPts val="0"/>
              </a:spcBef>
              <a:spcAft>
                <a:spcPts val="0"/>
              </a:spcAft>
              <a:buClrTx/>
              <a:buSzTx/>
              <a:buFontTx/>
              <a:buNone/>
              <a:tabLst/>
              <a:defRPr/>
            </a:pPr>
            <a:r>
              <a:rPr lang="en-US" sz="1138" dirty="0"/>
              <a:t>publications</a:t>
            </a:r>
          </a:p>
        </p:txBody>
      </p:sp>
      <p:sp>
        <p:nvSpPr>
          <p:cNvPr id="9" name="Rectangle 8"/>
          <p:cNvSpPr/>
          <p:nvPr userDrawn="1"/>
        </p:nvSpPr>
        <p:spPr>
          <a:xfrm>
            <a:off x="3718983" y="8624711"/>
            <a:ext cx="1296339" cy="247452"/>
          </a:xfrm>
          <a:prstGeom prst="rect">
            <a:avLst/>
          </a:prstGeom>
          <a:solidFill>
            <a:srgbClr val="CF1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indent="0" algn="ctr" defTabSz="650230" rtl="0" eaLnBrk="1" fontAlgn="auto" latinLnBrk="0" hangingPunct="1">
              <a:lnSpc>
                <a:spcPct val="100000"/>
              </a:lnSpc>
              <a:spcBef>
                <a:spcPts val="0"/>
              </a:spcBef>
              <a:spcAft>
                <a:spcPts val="0"/>
              </a:spcAft>
              <a:buClrTx/>
              <a:buSzTx/>
              <a:buFontTx/>
              <a:buNone/>
              <a:tabLst/>
              <a:defRPr/>
            </a:pPr>
            <a:r>
              <a:rPr lang="en-US" sz="1138" dirty="0"/>
              <a:t>consultancy</a:t>
            </a:r>
          </a:p>
        </p:txBody>
      </p:sp>
      <p:sp>
        <p:nvSpPr>
          <p:cNvPr id="10" name="Rectangle 9"/>
          <p:cNvSpPr/>
          <p:nvPr userDrawn="1"/>
        </p:nvSpPr>
        <p:spPr>
          <a:xfrm>
            <a:off x="5043476" y="8624711"/>
            <a:ext cx="1296339" cy="247452"/>
          </a:xfrm>
          <a:prstGeom prst="rect">
            <a:avLst/>
          </a:prstGeom>
          <a:solidFill>
            <a:srgbClr val="CF1C21"/>
          </a:solidFill>
          <a:ln>
            <a:noFill/>
          </a:ln>
          <a:effectLst/>
        </p:spPr>
        <p:style>
          <a:lnRef idx="1">
            <a:schemeClr val="accent1"/>
          </a:lnRef>
          <a:fillRef idx="3">
            <a:schemeClr val="accent1"/>
          </a:fillRef>
          <a:effectRef idx="2">
            <a:schemeClr val="accent1"/>
          </a:effectRef>
          <a:fontRef idx="minor">
            <a:schemeClr val="lt1"/>
          </a:fontRef>
        </p:style>
        <p:txBody>
          <a:bodyPr lIns="102400" rIns="102400" rtlCol="0" anchor="ctr"/>
          <a:lstStyle/>
          <a:p>
            <a:pPr algn="ctr"/>
            <a:r>
              <a:rPr lang="en-US" sz="1138" dirty="0"/>
              <a:t>conferences</a:t>
            </a:r>
          </a:p>
        </p:txBody>
      </p:sp>
      <p:cxnSp>
        <p:nvCxnSpPr>
          <p:cNvPr id="17" name="Straight Connector 16"/>
          <p:cNvCxnSpPr/>
          <p:nvPr userDrawn="1"/>
        </p:nvCxnSpPr>
        <p:spPr>
          <a:xfrm>
            <a:off x="866934" y="1192107"/>
            <a:ext cx="15604808" cy="2258"/>
          </a:xfrm>
          <a:prstGeom prst="line">
            <a:avLst/>
          </a:prstGeom>
          <a:ln w="12700" cap="flat" cmpd="sng" algn="ctr">
            <a:solidFill>
              <a:srgbClr val="595959"/>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userDrawn="1"/>
        </p:nvSpPr>
        <p:spPr>
          <a:xfrm>
            <a:off x="14670741" y="8432165"/>
            <a:ext cx="1974387" cy="355034"/>
          </a:xfrm>
          <a:prstGeom prst="rect">
            <a:avLst/>
          </a:prstGeom>
          <a:noFill/>
        </p:spPr>
        <p:txBody>
          <a:bodyPr wrap="none" rtlCol="0">
            <a:spAutoFit/>
          </a:bodyPr>
          <a:lstStyle/>
          <a:p>
            <a:pPr algn="r"/>
            <a:r>
              <a:rPr lang="en-US" sz="1707" dirty="0">
                <a:solidFill>
                  <a:srgbClr val="CF1C21"/>
                </a:solidFill>
              </a:rPr>
              <a:t>www.ircp.ugent.be</a:t>
            </a:r>
          </a:p>
        </p:txBody>
      </p:sp>
      <p:sp>
        <p:nvSpPr>
          <p:cNvPr id="25" name="Slide Number Placeholder 5"/>
          <p:cNvSpPr>
            <a:spLocks noGrp="1"/>
          </p:cNvSpPr>
          <p:nvPr>
            <p:ph type="sldNum" sz="quarter" idx="4"/>
          </p:nvPr>
        </p:nvSpPr>
        <p:spPr>
          <a:xfrm>
            <a:off x="16519906" y="-81141"/>
            <a:ext cx="866934" cy="519289"/>
          </a:xfrm>
          <a:prstGeom prst="rect">
            <a:avLst/>
          </a:prstGeom>
        </p:spPr>
        <p:txBody>
          <a:bodyPr vert="horz" lIns="91440" tIns="45720" rIns="91440" bIns="45720" rtlCol="0" anchor="ctr"/>
          <a:lstStyle>
            <a:lvl1pPr algn="r">
              <a:defRPr sz="1422">
                <a:solidFill>
                  <a:schemeClr val="bg1"/>
                </a:solidFill>
                <a:latin typeface="Arial"/>
                <a:cs typeface="Arial"/>
              </a:defRPr>
            </a:lvl1pPr>
          </a:lstStyle>
          <a:p>
            <a:fld id="{56CE82DE-68A7-A74A-B0B0-6B170D634B0A}" type="slidenum">
              <a:rPr lang="en-US" smtClean="0"/>
              <a:pPr/>
              <a:t>‹nr.›</a:t>
            </a:fld>
            <a:endParaRPr lang="en-US" dirty="0"/>
          </a:p>
        </p:txBody>
      </p:sp>
      <p:sp>
        <p:nvSpPr>
          <p:cNvPr id="27" name="TextBox 26"/>
          <p:cNvSpPr txBox="1"/>
          <p:nvPr userDrawn="1"/>
        </p:nvSpPr>
        <p:spPr>
          <a:xfrm>
            <a:off x="12548742" y="8925760"/>
            <a:ext cx="4099605" cy="967894"/>
          </a:xfrm>
          <a:prstGeom prst="rect">
            <a:avLst/>
          </a:prstGeom>
          <a:noFill/>
        </p:spPr>
        <p:txBody>
          <a:bodyPr wrap="square" rtlCol="0">
            <a:spAutoFit/>
          </a:bodyPr>
          <a:lstStyle/>
          <a:p>
            <a:pPr algn="r">
              <a:spcAft>
                <a:spcPts val="0"/>
              </a:spcAft>
            </a:pPr>
            <a:r>
              <a:rPr lang="en-US" sz="1138" dirty="0">
                <a:solidFill>
                  <a:srgbClr val="8C8C8C"/>
                </a:solidFill>
                <a:latin typeface="Arial Narrow"/>
                <a:cs typeface="Arial Narrow"/>
              </a:rPr>
              <a:t>Prof. dr. Wim Hardyns </a:t>
            </a:r>
          </a:p>
          <a:p>
            <a:pPr algn="r">
              <a:spcAft>
                <a:spcPts val="0"/>
              </a:spcAft>
            </a:pPr>
            <a:r>
              <a:rPr lang="en-US" sz="1138" dirty="0">
                <a:solidFill>
                  <a:srgbClr val="8C8C8C"/>
                </a:solidFill>
                <a:latin typeface="Arial Narrow"/>
                <a:cs typeface="Arial Narrow"/>
              </a:rPr>
              <a:t>+32 9 264</a:t>
            </a:r>
            <a:r>
              <a:rPr lang="en-US" sz="1138" baseline="0" dirty="0">
                <a:solidFill>
                  <a:srgbClr val="8C8C8C"/>
                </a:solidFill>
                <a:latin typeface="Arial Narrow"/>
                <a:cs typeface="Arial Narrow"/>
              </a:rPr>
              <a:t> 84</a:t>
            </a:r>
            <a:r>
              <a:rPr lang="en-US" sz="1138" dirty="0">
                <a:solidFill>
                  <a:srgbClr val="8C8C8C"/>
                </a:solidFill>
                <a:latin typeface="Arial Narrow"/>
                <a:cs typeface="Arial Narrow"/>
              </a:rPr>
              <a:t> 78</a:t>
            </a:r>
          </a:p>
          <a:p>
            <a:pPr algn="r">
              <a:spcAft>
                <a:spcPts val="0"/>
              </a:spcAft>
            </a:pPr>
            <a:r>
              <a:rPr lang="en-US" sz="1138" dirty="0">
                <a:solidFill>
                  <a:srgbClr val="8C8C8C"/>
                </a:solidFill>
                <a:latin typeface="Arial Narrow"/>
                <a:cs typeface="Arial Narrow"/>
              </a:rPr>
              <a:t>Wim.Hardyns@UGent.be   </a:t>
            </a:r>
          </a:p>
          <a:p>
            <a:pPr marL="487672" indent="-487672" algn="r">
              <a:buNone/>
            </a:pPr>
            <a:r>
              <a:rPr lang="en-US" sz="1138" baseline="0" dirty="0">
                <a:solidFill>
                  <a:srgbClr val="8C8C8C"/>
                </a:solidFill>
                <a:latin typeface="Arial Narrow"/>
                <a:cs typeface="Arial Narrow"/>
              </a:rPr>
              <a:t>  </a:t>
            </a:r>
            <a:endParaRPr lang="en-US" sz="1138" dirty="0">
              <a:solidFill>
                <a:srgbClr val="8C8C8C"/>
              </a:solidFill>
              <a:latin typeface="Arial Narrow"/>
              <a:cs typeface="Arial Narrow"/>
            </a:endParaRPr>
          </a:p>
          <a:p>
            <a:pPr algn="r"/>
            <a:endParaRPr lang="en-US" sz="1138" dirty="0">
              <a:solidFill>
                <a:srgbClr val="8C8C8C"/>
              </a:solidFill>
              <a:latin typeface="Arial Narrow"/>
              <a:cs typeface="Arial Narrow"/>
            </a:endParaRPr>
          </a:p>
        </p:txBody>
      </p:sp>
    </p:spTree>
    <p:extLst>
      <p:ext uri="{BB962C8B-B14F-4D97-AF65-F5344CB8AC3E}">
        <p14:creationId xmlns:p14="http://schemas.microsoft.com/office/powerpoint/2010/main" val="97300415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0118" y="136025"/>
            <a:ext cx="15705282" cy="863693"/>
          </a:xfrm>
          <a:prstGeom prst="rect">
            <a:avLst/>
          </a:prstGeom>
        </p:spPr>
        <p:txBody>
          <a:bodyPr vert="horz" lIns="91440" tIns="45720" rIns="91440" bIns="45720" rtlCol="0" anchor="b" anchorCtr="0">
            <a:noAutofit/>
          </a:bodyPr>
          <a:lstStyle/>
          <a:p>
            <a:r>
              <a:rPr lang="en-US" noProof="0"/>
              <a:t>Click to edit Master title style</a:t>
            </a:r>
            <a:endParaRPr lang="en-GB" noProof="0" dirty="0"/>
          </a:p>
        </p:txBody>
      </p:sp>
      <p:sp>
        <p:nvSpPr>
          <p:cNvPr id="3" name="Text Placeholder 2"/>
          <p:cNvSpPr>
            <a:spLocks noGrp="1"/>
          </p:cNvSpPr>
          <p:nvPr>
            <p:ph type="body" idx="1"/>
          </p:nvPr>
        </p:nvSpPr>
        <p:spPr>
          <a:xfrm>
            <a:off x="835825" y="1194364"/>
            <a:ext cx="15699575" cy="66960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4" name="Date Placeholder 3"/>
          <p:cNvSpPr>
            <a:spLocks noGrp="1"/>
          </p:cNvSpPr>
          <p:nvPr>
            <p:ph type="dt" sz="half" idx="2"/>
          </p:nvPr>
        </p:nvSpPr>
        <p:spPr>
          <a:xfrm>
            <a:off x="4072394" y="8948703"/>
            <a:ext cx="2297926" cy="519289"/>
          </a:xfrm>
          <a:prstGeom prst="rect">
            <a:avLst/>
          </a:prstGeom>
        </p:spPr>
        <p:txBody>
          <a:bodyPr vert="horz" lIns="91440" tIns="45720" rIns="91440" bIns="45720" rtlCol="0" anchor="ctr"/>
          <a:lstStyle>
            <a:lvl1pPr algn="l">
              <a:defRPr sz="1707">
                <a:solidFill>
                  <a:schemeClr val="tx1">
                    <a:tint val="75000"/>
                  </a:schemeClr>
                </a:solidFill>
              </a:defRPr>
            </a:lvl1pPr>
          </a:lstStyle>
          <a:p>
            <a:fld id="{434BA3CA-1064-434F-B179-AB3B0298C0D6}" type="datetime1">
              <a:rPr lang="en-GB" noProof="0" smtClean="0"/>
              <a:t>05/11/2024</a:t>
            </a:fld>
            <a:endParaRPr lang="en-GB" noProof="0" dirty="0"/>
          </a:p>
        </p:txBody>
      </p:sp>
      <p:sp>
        <p:nvSpPr>
          <p:cNvPr id="5" name="Footer Placeholder 4"/>
          <p:cNvSpPr>
            <a:spLocks noGrp="1"/>
          </p:cNvSpPr>
          <p:nvPr>
            <p:ph type="ftr" sz="quarter" idx="3"/>
          </p:nvPr>
        </p:nvSpPr>
        <p:spPr>
          <a:xfrm>
            <a:off x="6810236" y="8994423"/>
            <a:ext cx="8353564" cy="437932"/>
          </a:xfrm>
          <a:prstGeom prst="rect">
            <a:avLst/>
          </a:prstGeom>
        </p:spPr>
        <p:txBody>
          <a:bodyPr vert="horz" lIns="91440" tIns="45720" rIns="91440" bIns="45720" rtlCol="0" anchor="ctr"/>
          <a:lstStyle>
            <a:lvl1pPr algn="ctr">
              <a:defRPr sz="1707">
                <a:solidFill>
                  <a:schemeClr val="tx1">
                    <a:tint val="75000"/>
                  </a:schemeClr>
                </a:solidFill>
              </a:defRPr>
            </a:lvl1pPr>
          </a:lstStyle>
          <a:p>
            <a:endParaRPr lang="en-GB" noProof="0" dirty="0"/>
          </a:p>
        </p:txBody>
      </p:sp>
      <p:sp>
        <p:nvSpPr>
          <p:cNvPr id="6" name="Slide Number Placeholder 5"/>
          <p:cNvSpPr>
            <a:spLocks noGrp="1"/>
          </p:cNvSpPr>
          <p:nvPr>
            <p:ph type="sldNum" sz="quarter" idx="4"/>
          </p:nvPr>
        </p:nvSpPr>
        <p:spPr>
          <a:xfrm>
            <a:off x="15590520" y="8948703"/>
            <a:ext cx="921880" cy="519289"/>
          </a:xfrm>
          <a:prstGeom prst="rect">
            <a:avLst/>
          </a:prstGeom>
        </p:spPr>
        <p:txBody>
          <a:bodyPr vert="horz" lIns="91440" tIns="45720" rIns="91440" bIns="45720" rtlCol="0" anchor="ctr"/>
          <a:lstStyle>
            <a:lvl1pPr algn="r">
              <a:defRPr sz="1707">
                <a:solidFill>
                  <a:srgbClr val="1E64C8"/>
                </a:solidFill>
              </a:defRPr>
            </a:lvl1pPr>
          </a:lstStyle>
          <a:p>
            <a:fld id="{7AE184E0-0BD4-4705-A12B-9B71DDE63301}" type="slidenum">
              <a:rPr lang="en-GB" noProof="0" smtClean="0"/>
              <a:pPr/>
              <a:t>‹nr.›</a:t>
            </a:fld>
            <a:endParaRPr lang="en-GB" noProof="0" dirty="0"/>
          </a:p>
        </p:txBody>
      </p:sp>
      <p:sp>
        <p:nvSpPr>
          <p:cNvPr id="7" name="Title positioning box" hidden="1"/>
          <p:cNvSpPr/>
          <p:nvPr/>
        </p:nvSpPr>
        <p:spPr>
          <a:xfrm>
            <a:off x="927265" y="367200"/>
            <a:ext cx="15480000" cy="46364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ositoning box" hidden="1"/>
          <p:cNvSpPr/>
          <p:nvPr/>
        </p:nvSpPr>
        <p:spPr>
          <a:xfrm>
            <a:off x="927265" y="1584000"/>
            <a:ext cx="8229600" cy="6300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Logo positioning box" hidden="1"/>
          <p:cNvSpPr/>
          <p:nvPr/>
        </p:nvSpPr>
        <p:spPr>
          <a:xfrm flipV="1">
            <a:off x="928800" y="7878842"/>
            <a:ext cx="15478465" cy="141635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ositoning box" hidden="1"/>
          <p:cNvSpPr/>
          <p:nvPr/>
        </p:nvSpPr>
        <p:spPr>
          <a:xfrm>
            <a:off x="9172105" y="1584000"/>
            <a:ext cx="914400" cy="6300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ositoning box" hidden="1"/>
          <p:cNvSpPr/>
          <p:nvPr/>
        </p:nvSpPr>
        <p:spPr>
          <a:xfrm>
            <a:off x="10099369" y="1356360"/>
            <a:ext cx="6307895" cy="652764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Logo EN"/>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57200" y="7909180"/>
            <a:ext cx="2307600" cy="1846822"/>
          </a:xfrm>
          <a:prstGeom prst="rect">
            <a:avLst/>
          </a:prstGeom>
        </p:spPr>
      </p:pic>
    </p:spTree>
    <p:extLst>
      <p:ext uri="{BB962C8B-B14F-4D97-AF65-F5344CB8AC3E}">
        <p14:creationId xmlns:p14="http://schemas.microsoft.com/office/powerpoint/2010/main" val="3770589907"/>
      </p:ext>
    </p:extLst>
  </p:cSld>
  <p:clrMap bg1="lt1" tx1="dk1" bg2="lt2" tx2="dk2" accent1="accent1" accent2="accent2" accent3="accent3" accent4="accent4" accent5="accent5" accent6="accent6" hlink="hlink" folHlink="folHlink"/>
  <p:sldLayoutIdLst>
    <p:sldLayoutId id="2147483672" r:id="rId1"/>
    <p:sldLayoutId id="2147483661" r:id="rId2"/>
    <p:sldLayoutId id="2147483673" r:id="rId3"/>
    <p:sldLayoutId id="2147483662" r:id="rId4"/>
    <p:sldLayoutId id="2147483678" r:id="rId5"/>
    <p:sldLayoutId id="2147483674" r:id="rId6"/>
    <p:sldLayoutId id="2147483666" r:id="rId7"/>
    <p:sldLayoutId id="2147483675" r:id="rId8"/>
    <p:sldLayoutId id="2147483676" r:id="rId9"/>
    <p:sldLayoutId id="2147483679" r:id="rId10"/>
  </p:sldLayoutIdLst>
  <p:hf hdr="0" ftr="0" dt="0"/>
  <p:txStyles>
    <p:titleStyle>
      <a:lvl1pPr algn="l" defTabSz="1300368" rtl="0" eaLnBrk="1" latinLnBrk="0" hangingPunct="1">
        <a:lnSpc>
          <a:spcPct val="90000"/>
        </a:lnSpc>
        <a:spcBef>
          <a:spcPct val="0"/>
        </a:spcBef>
        <a:buNone/>
        <a:defRPr sz="5400" u="sng" kern="1200" cap="all" baseline="0">
          <a:solidFill>
            <a:srgbClr val="1E64C8"/>
          </a:solidFill>
          <a:uFill>
            <a:solidFill>
              <a:srgbClr val="1E64C8"/>
            </a:solidFill>
          </a:uFill>
          <a:latin typeface="+mj-lt"/>
          <a:ea typeface="+mj-ea"/>
          <a:cs typeface="+mj-cs"/>
        </a:defRPr>
      </a:lvl1pPr>
    </p:titleStyle>
    <p:bodyStyle>
      <a:lvl1pPr marL="0" indent="0" algn="l" defTabSz="1300368" rtl="0" eaLnBrk="1" latinLnBrk="0" hangingPunct="1">
        <a:lnSpc>
          <a:spcPct val="120000"/>
        </a:lnSpc>
        <a:spcBef>
          <a:spcPts val="0"/>
        </a:spcBef>
        <a:buFont typeface="Arial" panose="020B0604020202020204" pitchFamily="34" charset="0"/>
        <a:buNone/>
        <a:defRPr sz="4800" kern="1200">
          <a:solidFill>
            <a:schemeClr val="tx1"/>
          </a:solidFill>
          <a:latin typeface="+mn-lt"/>
          <a:ea typeface="+mn-ea"/>
          <a:cs typeface="+mn-cs"/>
        </a:defRPr>
      </a:lvl1pPr>
      <a:lvl2pPr marL="457200" indent="-360000" algn="l" defTabSz="457200" rtl="0" eaLnBrk="1" latinLnBrk="0" hangingPunct="1">
        <a:lnSpc>
          <a:spcPct val="120000"/>
        </a:lnSpc>
        <a:spcBef>
          <a:spcPts val="0"/>
        </a:spcBef>
        <a:buFont typeface="Arial" panose="020B0604020202020204" pitchFamily="34" charset="0"/>
        <a:buChar char="̶"/>
        <a:tabLst/>
        <a:defRPr sz="4800" kern="1200">
          <a:solidFill>
            <a:schemeClr val="tx1"/>
          </a:solidFill>
          <a:latin typeface="+mn-lt"/>
          <a:ea typeface="+mn-ea"/>
          <a:cs typeface="+mn-cs"/>
        </a:defRPr>
      </a:lvl2pPr>
      <a:lvl3pPr marL="900113" indent="-458788" algn="l" defTabSz="1300368"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3pPr>
      <a:lvl4pPr marL="1441450" indent="-541338" algn="l" defTabSz="1300368"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4pPr>
      <a:lvl5pPr marL="2600325" indent="-1158875" algn="l" defTabSz="1300368" rtl="0" eaLnBrk="1" latinLnBrk="0" hangingPunct="1">
        <a:lnSpc>
          <a:spcPct val="120000"/>
        </a:lnSpc>
        <a:spcBef>
          <a:spcPts val="0"/>
        </a:spcBef>
        <a:buFont typeface="Arial" panose="020B0604020202020204" pitchFamily="34" charset="0"/>
        <a:buNone/>
        <a:defRPr sz="4800" kern="1200">
          <a:solidFill>
            <a:schemeClr val="tx1"/>
          </a:solidFill>
          <a:latin typeface="+mn-lt"/>
          <a:ea typeface="+mn-ea"/>
          <a:cs typeface="+mn-cs"/>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p:bodyStyle>
    <p:other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8B7A-3168-440C-A60C-A036931164EC}"/>
              </a:ext>
            </a:extLst>
          </p:cNvPr>
          <p:cNvSpPr>
            <a:spLocks noGrp="1"/>
          </p:cNvSpPr>
          <p:nvPr>
            <p:ph type="ctrTitle"/>
          </p:nvPr>
        </p:nvSpPr>
        <p:spPr>
          <a:xfrm>
            <a:off x="712340" y="2295685"/>
            <a:ext cx="16023586" cy="3465036"/>
          </a:xfrm>
        </p:spPr>
        <p:txBody>
          <a:bodyPr/>
          <a:lstStyle/>
          <a:p>
            <a:r>
              <a:rPr lang="nl-BE" sz="3400" dirty="0"/>
              <a:t>Hst 8: </a:t>
            </a:r>
            <a:r>
              <a:rPr lang="nl-BE" sz="3400" dirty="0" err="1"/>
              <a:t>Inferentiële</a:t>
            </a:r>
            <a:r>
              <a:rPr lang="nl-BE" sz="3400" dirty="0"/>
              <a:t> statistiek in zes stappen</a:t>
            </a:r>
            <a:br>
              <a:rPr lang="nl-BE" sz="3400" dirty="0"/>
            </a:br>
            <a:r>
              <a:rPr lang="nl-BE" sz="3400"/>
              <a:t>tien voorbeeldexamenvragen</a:t>
            </a:r>
            <a:br>
              <a:rPr lang="nl-BE" sz="3400" dirty="0"/>
            </a:br>
            <a:endParaRPr lang="nl-BE" sz="3400" dirty="0"/>
          </a:p>
        </p:txBody>
      </p:sp>
      <p:sp>
        <p:nvSpPr>
          <p:cNvPr id="3" name="Subtitle 2">
            <a:extLst>
              <a:ext uri="{FF2B5EF4-FFF2-40B4-BE49-F238E27FC236}">
                <a16:creationId xmlns:a16="http://schemas.microsoft.com/office/drawing/2014/main" id="{70FE6360-0905-4150-BEDD-4BF877AD22CF}"/>
              </a:ext>
            </a:extLst>
          </p:cNvPr>
          <p:cNvSpPr>
            <a:spLocks noGrp="1"/>
          </p:cNvSpPr>
          <p:nvPr>
            <p:ph type="subTitle" idx="1"/>
          </p:nvPr>
        </p:nvSpPr>
        <p:spPr/>
        <p:txBody>
          <a:bodyPr/>
          <a:lstStyle/>
          <a:p>
            <a:r>
              <a:rPr lang="nl-BE" dirty="0"/>
              <a:t>Prof. dr. Wim Hardyns (titularis)                dr. Ann De Buck (medelesgever)</a:t>
            </a:r>
          </a:p>
        </p:txBody>
      </p:sp>
      <p:sp>
        <p:nvSpPr>
          <p:cNvPr id="4" name="Text Placeholder 3">
            <a:extLst>
              <a:ext uri="{FF2B5EF4-FFF2-40B4-BE49-F238E27FC236}">
                <a16:creationId xmlns:a16="http://schemas.microsoft.com/office/drawing/2014/main" id="{AFADBEE7-7DB1-4468-A19F-EE1EC696AF82}"/>
              </a:ext>
            </a:extLst>
          </p:cNvPr>
          <p:cNvSpPr>
            <a:spLocks noGrp="1"/>
          </p:cNvSpPr>
          <p:nvPr>
            <p:ph type="body" sz="quarter" idx="15"/>
          </p:nvPr>
        </p:nvSpPr>
        <p:spPr/>
        <p:txBody>
          <a:bodyPr/>
          <a:lstStyle/>
          <a:p>
            <a:r>
              <a:rPr lang="nl-BE" dirty="0"/>
              <a:t>Toegepaste data-analyse en rapportage</a:t>
            </a:r>
          </a:p>
        </p:txBody>
      </p:sp>
    </p:spTree>
    <p:extLst>
      <p:ext uri="{BB962C8B-B14F-4D97-AF65-F5344CB8AC3E}">
        <p14:creationId xmlns:p14="http://schemas.microsoft.com/office/powerpoint/2010/main" val="2565385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5076882-3A9B-4B72-B9A2-C1A7718A1F59}"/>
              </a:ext>
            </a:extLst>
          </p:cNvPr>
          <p:cNvPicPr>
            <a:picLocks noChangeAspect="1"/>
          </p:cNvPicPr>
          <p:nvPr/>
        </p:nvPicPr>
        <p:blipFill>
          <a:blip r:embed="rId3"/>
          <a:stretch>
            <a:fillRect/>
          </a:stretch>
        </p:blipFill>
        <p:spPr>
          <a:xfrm>
            <a:off x="9573500" y="6784547"/>
            <a:ext cx="2747743" cy="1402147"/>
          </a:xfrm>
          <a:prstGeom prst="rect">
            <a:avLst/>
          </a:prstGeom>
        </p:spPr>
      </p:pic>
      <p:sp>
        <p:nvSpPr>
          <p:cNvPr id="2" name="Title 1">
            <a:extLst>
              <a:ext uri="{FF2B5EF4-FFF2-40B4-BE49-F238E27FC236}">
                <a16:creationId xmlns:a16="http://schemas.microsoft.com/office/drawing/2014/main" id="{6A86A503-FF55-464E-ADA4-CC571795C3D4}"/>
              </a:ext>
            </a:extLst>
          </p:cNvPr>
          <p:cNvSpPr>
            <a:spLocks noGrp="1"/>
          </p:cNvSpPr>
          <p:nvPr>
            <p:ph type="title"/>
          </p:nvPr>
        </p:nvSpPr>
        <p:spPr/>
        <p:txBody>
          <a:bodyPr/>
          <a:lstStyle/>
          <a:p>
            <a:r>
              <a:rPr lang="nl-BE" dirty="0"/>
              <a:t>Rechten en plichten</a:t>
            </a:r>
          </a:p>
        </p:txBody>
      </p:sp>
      <p:sp>
        <p:nvSpPr>
          <p:cNvPr id="3" name="Content Placeholder 2">
            <a:extLst>
              <a:ext uri="{FF2B5EF4-FFF2-40B4-BE49-F238E27FC236}">
                <a16:creationId xmlns:a16="http://schemas.microsoft.com/office/drawing/2014/main" id="{19B797C4-CCAA-412D-BF14-0D6BF5975F66}"/>
              </a:ext>
            </a:extLst>
          </p:cNvPr>
          <p:cNvSpPr>
            <a:spLocks noGrp="1"/>
          </p:cNvSpPr>
          <p:nvPr>
            <p:ph idx="1"/>
          </p:nvPr>
        </p:nvSpPr>
        <p:spPr/>
        <p:txBody>
          <a:bodyPr>
            <a:normAutofit/>
          </a:bodyPr>
          <a:lstStyle/>
          <a:p>
            <a:r>
              <a:rPr lang="nl-BE" sz="2000" dirty="0"/>
              <a:t>Alle slides en cursusmateriaal zijn auteursrechtelijk beschermd. </a:t>
            </a:r>
          </a:p>
          <a:p>
            <a:r>
              <a:rPr lang="nl-BE" sz="2000" dirty="0"/>
              <a:t>Het is niet toegelaten om (delen van) studiemateriaal (bv. cursusteksten, slides, oefeningen, voorbeelden examenvragen) dat een student in het kader van zijn/haar opleiding gratis of tegen betaling heeft verkregen, digitaal of op andere wijze te multipliceren en aan anderen gratis of tegen betaling ter beschikking te stellen, tenzij met uitdrukkelijke toestemming van de auteur. Commercieel gebruik door studenten van studiemateriaal is steeds verboden. Studenten die deze regel overtreden stellen zich bloot aan het tuchtreglement. </a:t>
            </a:r>
            <a:endParaRPr lang="en-US" sz="2000" dirty="0"/>
          </a:p>
          <a:p>
            <a:r>
              <a:rPr lang="nl-BE" sz="2000" dirty="0"/>
              <a:t>Ook niet-commerciële organisaties mogen geen materiaal reproduceren zonder toestemming. Ook dan is het auteursrecht geschonden. </a:t>
            </a:r>
            <a:endParaRPr lang="en-US" sz="2000" dirty="0"/>
          </a:p>
          <a:p>
            <a:r>
              <a:rPr lang="nl-BE" sz="2000" dirty="0"/>
              <a:t>Stuvia/</a:t>
            </a:r>
            <a:r>
              <a:rPr lang="nl-BE" sz="2000" dirty="0" err="1"/>
              <a:t>studocu</a:t>
            </a:r>
            <a:r>
              <a:rPr lang="nl-BE" sz="2000" dirty="0"/>
              <a:t>/… zijn platformen waar studenten samenvattingen kunnen kopen die onmiddellijk beschikbaar zijn. Dit materiaal neemt vaak letterlijk delen over van cursusmateriaal en boeken, ontwikkeld door docenten, zodat het auteursrecht wordt geschonden. </a:t>
            </a:r>
          </a:p>
          <a:p>
            <a:endParaRPr lang="nl-BE" sz="2000" dirty="0"/>
          </a:p>
          <a:p>
            <a:r>
              <a:rPr lang="nl-BE" sz="2000" dirty="0"/>
              <a:t>Geen audio- of </a:t>
            </a:r>
            <a:r>
              <a:rPr lang="nl-BE" sz="2000" dirty="0" err="1"/>
              <a:t>videorecording</a:t>
            </a:r>
            <a:endParaRPr lang="en-US" sz="2000" dirty="0"/>
          </a:p>
          <a:p>
            <a:endParaRPr lang="nl-BE" sz="2000" dirty="0"/>
          </a:p>
        </p:txBody>
      </p:sp>
      <p:sp>
        <p:nvSpPr>
          <p:cNvPr id="4" name="Slide Number Placeholder 3">
            <a:extLst>
              <a:ext uri="{FF2B5EF4-FFF2-40B4-BE49-F238E27FC236}">
                <a16:creationId xmlns:a16="http://schemas.microsoft.com/office/drawing/2014/main" id="{ECDD30DE-019D-48BD-B882-0B81A71DDE47}"/>
              </a:ext>
            </a:extLst>
          </p:cNvPr>
          <p:cNvSpPr>
            <a:spLocks noGrp="1"/>
          </p:cNvSpPr>
          <p:nvPr>
            <p:ph type="sldNum" sz="quarter" idx="12"/>
          </p:nvPr>
        </p:nvSpPr>
        <p:spPr/>
        <p:txBody>
          <a:bodyPr/>
          <a:lstStyle/>
          <a:p>
            <a:fld id="{7AE184E0-0BD4-4705-A12B-9B71DDE63301}" type="slidenum">
              <a:rPr lang="en-GB" noProof="0" smtClean="0"/>
              <a:t>2</a:t>
            </a:fld>
            <a:endParaRPr lang="en-GB" noProof="0" dirty="0"/>
          </a:p>
        </p:txBody>
      </p:sp>
      <p:sp>
        <p:nvSpPr>
          <p:cNvPr id="5" name="Content Placeholder 4">
            <a:extLst>
              <a:ext uri="{FF2B5EF4-FFF2-40B4-BE49-F238E27FC236}">
                <a16:creationId xmlns:a16="http://schemas.microsoft.com/office/drawing/2014/main" id="{8C3917F9-B551-4763-8511-3F32C5390E5B}"/>
              </a:ext>
            </a:extLst>
          </p:cNvPr>
          <p:cNvSpPr>
            <a:spLocks noGrp="1"/>
          </p:cNvSpPr>
          <p:nvPr>
            <p:ph idx="13"/>
          </p:nvPr>
        </p:nvSpPr>
        <p:spPr/>
        <p:txBody>
          <a:bodyPr/>
          <a:lstStyle/>
          <a:p>
            <a:endParaRPr lang="nl-BE"/>
          </a:p>
        </p:txBody>
      </p:sp>
      <p:pic>
        <p:nvPicPr>
          <p:cNvPr id="6" name="Content Placeholder 8">
            <a:extLst>
              <a:ext uri="{FF2B5EF4-FFF2-40B4-BE49-F238E27FC236}">
                <a16:creationId xmlns:a16="http://schemas.microsoft.com/office/drawing/2014/main" id="{0ED38CE2-FDCE-4F11-9FD2-28CEA7271BC9}"/>
              </a:ext>
            </a:extLst>
          </p:cNvPr>
          <p:cNvPicPr>
            <a:picLocks noChangeAspect="1"/>
          </p:cNvPicPr>
          <p:nvPr/>
        </p:nvPicPr>
        <p:blipFill>
          <a:blip r:embed="rId4"/>
          <a:stretch>
            <a:fillRect/>
          </a:stretch>
        </p:blipFill>
        <p:spPr bwMode="auto">
          <a:xfrm>
            <a:off x="6010507" y="6762752"/>
            <a:ext cx="2804294" cy="1402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 name="Group 6">
            <a:extLst>
              <a:ext uri="{FF2B5EF4-FFF2-40B4-BE49-F238E27FC236}">
                <a16:creationId xmlns:a16="http://schemas.microsoft.com/office/drawing/2014/main" id="{6C9795D9-7173-4E03-B0B8-C97E27507968}"/>
              </a:ext>
            </a:extLst>
          </p:cNvPr>
          <p:cNvGrpSpPr/>
          <p:nvPr/>
        </p:nvGrpSpPr>
        <p:grpSpPr>
          <a:xfrm>
            <a:off x="7598536" y="6991816"/>
            <a:ext cx="1601220" cy="1205542"/>
            <a:chOff x="2924575" y="2479466"/>
            <a:chExt cx="4288938" cy="3239544"/>
          </a:xfrm>
        </p:grpSpPr>
        <p:cxnSp>
          <p:nvCxnSpPr>
            <p:cNvPr id="8" name="Straight Connector 7">
              <a:extLst>
                <a:ext uri="{FF2B5EF4-FFF2-40B4-BE49-F238E27FC236}">
                  <a16:creationId xmlns:a16="http://schemas.microsoft.com/office/drawing/2014/main" id="{6A60EB67-0D95-46D3-862D-16CD30EF9F2D}"/>
                </a:ext>
              </a:extLst>
            </p:cNvPr>
            <p:cNvCxnSpPr/>
            <p:nvPr/>
          </p:nvCxnSpPr>
          <p:spPr>
            <a:xfrm>
              <a:off x="3626170" y="2479466"/>
              <a:ext cx="3529263" cy="3060129"/>
            </a:xfrm>
            <a:prstGeom prst="line">
              <a:avLst/>
            </a:prstGeom>
            <a:ln w="76200">
              <a:solidFill>
                <a:srgbClr val="FF0000"/>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4BDC93F-4FB8-4E2E-9BE0-5DE1D64DC68B}"/>
                </a:ext>
              </a:extLst>
            </p:cNvPr>
            <p:cNvCxnSpPr/>
            <p:nvPr/>
          </p:nvCxnSpPr>
          <p:spPr>
            <a:xfrm flipV="1">
              <a:off x="2924575" y="2479466"/>
              <a:ext cx="4288938" cy="3239544"/>
            </a:xfrm>
            <a:prstGeom prst="line">
              <a:avLst/>
            </a:prstGeom>
            <a:ln w="76200">
              <a:solidFill>
                <a:srgbClr val="FF0000"/>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FB9A12F4-45A2-4235-925D-4EEC84CE57B1}"/>
              </a:ext>
            </a:extLst>
          </p:cNvPr>
          <p:cNvGrpSpPr/>
          <p:nvPr/>
        </p:nvGrpSpPr>
        <p:grpSpPr>
          <a:xfrm>
            <a:off x="11166284" y="7147933"/>
            <a:ext cx="1356536" cy="1097500"/>
            <a:chOff x="2924575" y="2479466"/>
            <a:chExt cx="4288938" cy="3239544"/>
          </a:xfrm>
        </p:grpSpPr>
        <p:cxnSp>
          <p:nvCxnSpPr>
            <p:cNvPr id="11" name="Straight Connector 10">
              <a:extLst>
                <a:ext uri="{FF2B5EF4-FFF2-40B4-BE49-F238E27FC236}">
                  <a16:creationId xmlns:a16="http://schemas.microsoft.com/office/drawing/2014/main" id="{C3BAB5F8-035C-4F52-81CD-E3E96D1E0E3F}"/>
                </a:ext>
              </a:extLst>
            </p:cNvPr>
            <p:cNvCxnSpPr/>
            <p:nvPr/>
          </p:nvCxnSpPr>
          <p:spPr>
            <a:xfrm>
              <a:off x="3626170" y="2479466"/>
              <a:ext cx="3529263" cy="3060129"/>
            </a:xfrm>
            <a:prstGeom prst="line">
              <a:avLst/>
            </a:prstGeom>
            <a:ln w="76200">
              <a:solidFill>
                <a:srgbClr val="FF0000"/>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BE62B6F-AEA0-4910-BF71-CDD50150991B}"/>
                </a:ext>
              </a:extLst>
            </p:cNvPr>
            <p:cNvCxnSpPr/>
            <p:nvPr/>
          </p:nvCxnSpPr>
          <p:spPr>
            <a:xfrm flipV="1">
              <a:off x="2924575" y="2479466"/>
              <a:ext cx="4288938" cy="3239544"/>
            </a:xfrm>
            <a:prstGeom prst="line">
              <a:avLst/>
            </a:prstGeom>
            <a:ln w="76200">
              <a:solidFill>
                <a:srgbClr val="FF0000"/>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92208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5B3D55C-9BA3-35D2-60EA-E08477FABFA8}"/>
              </a:ext>
            </a:extLst>
          </p:cNvPr>
          <p:cNvSpPr>
            <a:spLocks noGrp="1"/>
          </p:cNvSpPr>
          <p:nvPr>
            <p:ph type="title"/>
          </p:nvPr>
        </p:nvSpPr>
        <p:spPr/>
        <p:txBody>
          <a:bodyPr/>
          <a:lstStyle/>
          <a:p>
            <a:r>
              <a:rPr lang="nl-NL" dirty="0"/>
              <a:t>Voorbeeld examenvraag 1</a:t>
            </a:r>
          </a:p>
        </p:txBody>
      </p:sp>
      <p:sp>
        <p:nvSpPr>
          <p:cNvPr id="3" name="Tijdelijke aanduiding voor inhoud 2">
            <a:extLst>
              <a:ext uri="{FF2B5EF4-FFF2-40B4-BE49-F238E27FC236}">
                <a16:creationId xmlns:a16="http://schemas.microsoft.com/office/drawing/2014/main" id="{85313155-44CB-D19B-A34E-F033CA1F16C8}"/>
              </a:ext>
            </a:extLst>
          </p:cNvPr>
          <p:cNvSpPr>
            <a:spLocks noGrp="1"/>
          </p:cNvSpPr>
          <p:nvPr>
            <p:ph idx="1"/>
          </p:nvPr>
        </p:nvSpPr>
        <p:spPr/>
        <p:txBody>
          <a:bodyPr>
            <a:normAutofit/>
          </a:bodyPr>
          <a:lstStyle/>
          <a:p>
            <a:r>
              <a:rPr lang="nl-NL" b="1" dirty="0"/>
              <a:t>VUL AAN.</a:t>
            </a:r>
          </a:p>
          <a:p>
            <a:r>
              <a:rPr lang="nl-NL" b="1" dirty="0"/>
              <a:t>Een steekproevenverdeling……….</a:t>
            </a:r>
          </a:p>
          <a:p>
            <a:pPr marL="86400" indent="0">
              <a:buNone/>
            </a:pPr>
            <a:endParaRPr lang="nl-NL" dirty="0"/>
          </a:p>
          <a:p>
            <a:pPr marL="86400" indent="0">
              <a:buNone/>
            </a:pPr>
            <a:r>
              <a:rPr lang="nl-NL" dirty="0"/>
              <a:t>Antwoordoptie A is juist.</a:t>
            </a:r>
          </a:p>
          <a:p>
            <a:pPr marL="86400" indent="0">
              <a:buNone/>
            </a:pPr>
            <a:endParaRPr lang="nl-NL" dirty="0"/>
          </a:p>
          <a:p>
            <a:pPr marL="600750" indent="-514350">
              <a:buAutoNum type="alphaUcPeriod"/>
            </a:pPr>
            <a:r>
              <a:rPr lang="nl-NL" dirty="0">
                <a:highlight>
                  <a:srgbClr val="FFFF00"/>
                </a:highlight>
              </a:rPr>
              <a:t>… is een theoretische verdeling die weergeeft hoe steekproefgrootheden variëren bij onbeperkt aantal herhaalde steekproeftrekkingen uit zelfde populatie met zelfde </a:t>
            </a:r>
            <a:r>
              <a:rPr lang="nl-NL" i="1" dirty="0">
                <a:highlight>
                  <a:srgbClr val="FFFF00"/>
                </a:highlight>
              </a:rPr>
              <a:t>n</a:t>
            </a:r>
            <a:r>
              <a:rPr lang="nl-NL" dirty="0">
                <a:highlight>
                  <a:srgbClr val="FFFF00"/>
                </a:highlight>
              </a:rPr>
              <a:t>.</a:t>
            </a:r>
          </a:p>
          <a:p>
            <a:pPr marL="600750" indent="-514350">
              <a:buAutoNum type="alphaUcPeriod"/>
            </a:pPr>
            <a:endParaRPr lang="nl-NL" dirty="0"/>
          </a:p>
        </p:txBody>
      </p:sp>
      <p:sp>
        <p:nvSpPr>
          <p:cNvPr id="4" name="Tijdelijke aanduiding voor dianummer 3">
            <a:extLst>
              <a:ext uri="{FF2B5EF4-FFF2-40B4-BE49-F238E27FC236}">
                <a16:creationId xmlns:a16="http://schemas.microsoft.com/office/drawing/2014/main" id="{67ABDFCE-6C27-AA07-BFF1-013EFF72382B}"/>
              </a:ext>
            </a:extLst>
          </p:cNvPr>
          <p:cNvSpPr>
            <a:spLocks noGrp="1"/>
          </p:cNvSpPr>
          <p:nvPr>
            <p:ph type="sldNum" sz="quarter" idx="12"/>
          </p:nvPr>
        </p:nvSpPr>
        <p:spPr/>
        <p:txBody>
          <a:bodyPr/>
          <a:lstStyle/>
          <a:p>
            <a:fld id="{7AE184E0-0BD4-4705-A12B-9B71DDE63301}" type="slidenum">
              <a:rPr lang="en-GB" noProof="0" smtClean="0"/>
              <a:t>3</a:t>
            </a:fld>
            <a:endParaRPr lang="en-GB" noProof="0" dirty="0"/>
          </a:p>
        </p:txBody>
      </p:sp>
      <p:sp>
        <p:nvSpPr>
          <p:cNvPr id="5" name="Tijdelijke aanduiding voor inhoud 4">
            <a:extLst>
              <a:ext uri="{FF2B5EF4-FFF2-40B4-BE49-F238E27FC236}">
                <a16:creationId xmlns:a16="http://schemas.microsoft.com/office/drawing/2014/main" id="{17751594-BE5C-84F5-AA06-4047E3568D27}"/>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1889791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8D99E5-3171-9EDD-B482-329A41689ECC}"/>
              </a:ext>
            </a:extLst>
          </p:cNvPr>
          <p:cNvSpPr>
            <a:spLocks noGrp="1"/>
          </p:cNvSpPr>
          <p:nvPr>
            <p:ph type="title"/>
          </p:nvPr>
        </p:nvSpPr>
        <p:spPr/>
        <p:txBody>
          <a:bodyPr/>
          <a:lstStyle/>
          <a:p>
            <a:r>
              <a:rPr lang="nl-NL" dirty="0"/>
              <a:t>Voorbeeld examenvraag 2</a:t>
            </a:r>
          </a:p>
        </p:txBody>
      </p:sp>
      <p:sp>
        <p:nvSpPr>
          <p:cNvPr id="3" name="Tijdelijke aanduiding voor inhoud 2">
            <a:extLst>
              <a:ext uri="{FF2B5EF4-FFF2-40B4-BE49-F238E27FC236}">
                <a16:creationId xmlns:a16="http://schemas.microsoft.com/office/drawing/2014/main" id="{02608AE1-5FFF-F475-1598-909C54DD9B98}"/>
              </a:ext>
            </a:extLst>
          </p:cNvPr>
          <p:cNvSpPr>
            <a:spLocks noGrp="1"/>
          </p:cNvSpPr>
          <p:nvPr>
            <p:ph idx="1"/>
          </p:nvPr>
        </p:nvSpPr>
        <p:spPr/>
        <p:txBody>
          <a:bodyPr>
            <a:normAutofit fontScale="85000" lnSpcReduction="20000"/>
          </a:bodyPr>
          <a:lstStyle/>
          <a:p>
            <a:r>
              <a:rPr lang="nl-NL" b="1" dirty="0"/>
              <a:t>Een gestandaardiseerde variabele is steeds normaal verdeeld.</a:t>
            </a:r>
          </a:p>
          <a:p>
            <a:endParaRPr lang="nl-NL" dirty="0"/>
          </a:p>
          <a:p>
            <a:pPr marL="86400" indent="0">
              <a:buNone/>
            </a:pPr>
            <a:endParaRPr lang="nl-NL" dirty="0"/>
          </a:p>
          <a:p>
            <a:r>
              <a:rPr lang="nl-NL" dirty="0">
                <a:highlight>
                  <a:srgbClr val="FFFF00"/>
                </a:highlight>
              </a:rPr>
              <a:t>B. Deze uitspraak is FOUT.</a:t>
            </a:r>
          </a:p>
          <a:p>
            <a:endParaRPr lang="nl-NL" dirty="0">
              <a:highlight>
                <a:srgbClr val="FFFF00"/>
              </a:highlight>
            </a:endParaRPr>
          </a:p>
          <a:p>
            <a:pPr marL="86400" indent="0">
              <a:buNone/>
            </a:pPr>
            <a:r>
              <a:rPr lang="nl-NL" b="1" dirty="0">
                <a:solidFill>
                  <a:srgbClr val="C00000"/>
                </a:solidFill>
              </a:rPr>
              <a:t>Deze uitspraak is FOUT. Standaardisatie van een variabele verandert de vorm van de verdeling van de variabele niet.</a:t>
            </a:r>
          </a:p>
          <a:p>
            <a:pPr marL="86400" indent="0">
              <a:buNone/>
            </a:pPr>
            <a:endParaRPr lang="nl-NL" b="1" dirty="0">
              <a:solidFill>
                <a:srgbClr val="C00000"/>
              </a:solidFill>
            </a:endParaRPr>
          </a:p>
          <a:p>
            <a:pPr marL="86400" indent="0">
              <a:buNone/>
            </a:pPr>
            <a:r>
              <a:rPr lang="nl-NL" b="1" dirty="0">
                <a:solidFill>
                  <a:srgbClr val="C00000"/>
                </a:solidFill>
              </a:rPr>
              <a:t>Standaardisatie verandert de schaal en het gemiddelde van de verdeling.</a:t>
            </a:r>
          </a:p>
          <a:p>
            <a:pPr marL="86400" indent="0">
              <a:buNone/>
            </a:pPr>
            <a:r>
              <a:rPr lang="nl-NL" dirty="0"/>
              <a:t>Wanneer je een verdeling standaardiseert, trek je eerst het gemiddelde van elke observatie af en deel je vervolgens door de standaardafwijking. Dit proces zorgt ervoor dat de nieuwe, gestandaardiseerde verdeling </a:t>
            </a:r>
            <a:r>
              <a:rPr lang="nl-NL" dirty="0">
                <a:solidFill>
                  <a:srgbClr val="C00000"/>
                </a:solidFill>
              </a:rPr>
              <a:t>een gemiddelde van </a:t>
            </a:r>
            <a:r>
              <a:rPr lang="nl-NL" b="1" dirty="0">
                <a:solidFill>
                  <a:srgbClr val="C00000"/>
                </a:solidFill>
              </a:rPr>
              <a:t>0</a:t>
            </a:r>
            <a:r>
              <a:rPr lang="nl-NL" dirty="0">
                <a:solidFill>
                  <a:srgbClr val="C00000"/>
                </a:solidFill>
              </a:rPr>
              <a:t> heeft en een standaardafwijking van </a:t>
            </a:r>
            <a:r>
              <a:rPr lang="nl-NL" b="1" dirty="0">
                <a:solidFill>
                  <a:srgbClr val="C00000"/>
                </a:solidFill>
              </a:rPr>
              <a:t>1</a:t>
            </a:r>
            <a:r>
              <a:rPr lang="nl-NL" dirty="0"/>
              <a:t>.</a:t>
            </a:r>
            <a:endParaRPr lang="nl-NL" b="1" dirty="0">
              <a:solidFill>
                <a:srgbClr val="C00000"/>
              </a:solidFill>
            </a:endParaRPr>
          </a:p>
          <a:p>
            <a:pPr marL="86400" indent="0">
              <a:buNone/>
            </a:pPr>
            <a:r>
              <a:rPr lang="nl-NL" b="1" dirty="0">
                <a:solidFill>
                  <a:srgbClr val="C00000"/>
                </a:solidFill>
              </a:rPr>
              <a:t>De vorm van de oorspronkelijke verdeling en de statistische kenmerken zoals </a:t>
            </a:r>
            <a:r>
              <a:rPr lang="nl-NL" b="1" dirty="0" err="1">
                <a:solidFill>
                  <a:srgbClr val="C00000"/>
                </a:solidFill>
              </a:rPr>
              <a:t>skewness</a:t>
            </a:r>
            <a:r>
              <a:rPr lang="nl-NL" b="1" dirty="0">
                <a:solidFill>
                  <a:srgbClr val="C00000"/>
                </a:solidFill>
              </a:rPr>
              <a:t> en </a:t>
            </a:r>
            <a:r>
              <a:rPr lang="nl-NL" b="1" dirty="0" err="1">
                <a:solidFill>
                  <a:srgbClr val="C00000"/>
                </a:solidFill>
              </a:rPr>
              <a:t>kurtosis</a:t>
            </a:r>
            <a:r>
              <a:rPr lang="nl-NL" b="1" dirty="0">
                <a:solidFill>
                  <a:srgbClr val="C00000"/>
                </a:solidFill>
              </a:rPr>
              <a:t> blijven echter hetzelfde.</a:t>
            </a:r>
          </a:p>
          <a:p>
            <a:pPr marL="86400" indent="0">
              <a:buNone/>
            </a:pPr>
            <a:r>
              <a:rPr lang="nl-NL" b="1" dirty="0">
                <a:solidFill>
                  <a:srgbClr val="C00000"/>
                </a:solidFill>
              </a:rPr>
              <a:t>Standaardisatie wordt gebruikt om variabelen te transformeren zodat ze makkelijker vergeleken kunnen worden, de oorspronkelijke meeteenheden verdwijnen.</a:t>
            </a:r>
          </a:p>
        </p:txBody>
      </p:sp>
      <p:sp>
        <p:nvSpPr>
          <p:cNvPr id="4" name="Tijdelijke aanduiding voor dianummer 3">
            <a:extLst>
              <a:ext uri="{FF2B5EF4-FFF2-40B4-BE49-F238E27FC236}">
                <a16:creationId xmlns:a16="http://schemas.microsoft.com/office/drawing/2014/main" id="{28077A25-4D7E-CF02-5BC9-EFD35CFD97F3}"/>
              </a:ext>
            </a:extLst>
          </p:cNvPr>
          <p:cNvSpPr>
            <a:spLocks noGrp="1"/>
          </p:cNvSpPr>
          <p:nvPr>
            <p:ph type="sldNum" sz="quarter" idx="12"/>
          </p:nvPr>
        </p:nvSpPr>
        <p:spPr/>
        <p:txBody>
          <a:bodyPr/>
          <a:lstStyle/>
          <a:p>
            <a:fld id="{7AE184E0-0BD4-4705-A12B-9B71DDE63301}" type="slidenum">
              <a:rPr lang="en-GB" noProof="0" smtClean="0"/>
              <a:t>4</a:t>
            </a:fld>
            <a:endParaRPr lang="en-GB" noProof="0" dirty="0"/>
          </a:p>
        </p:txBody>
      </p:sp>
      <p:sp>
        <p:nvSpPr>
          <p:cNvPr id="5" name="Tijdelijke aanduiding voor inhoud 4">
            <a:extLst>
              <a:ext uri="{FF2B5EF4-FFF2-40B4-BE49-F238E27FC236}">
                <a16:creationId xmlns:a16="http://schemas.microsoft.com/office/drawing/2014/main" id="{3A4A24A6-2472-E3F2-BA6F-64F9518C45E9}"/>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393294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EA8CCC-69A6-74BD-2937-EA5C3533EEBE}"/>
              </a:ext>
            </a:extLst>
          </p:cNvPr>
          <p:cNvSpPr>
            <a:spLocks noGrp="1"/>
          </p:cNvSpPr>
          <p:nvPr>
            <p:ph type="title"/>
          </p:nvPr>
        </p:nvSpPr>
        <p:spPr/>
        <p:txBody>
          <a:bodyPr/>
          <a:lstStyle/>
          <a:p>
            <a:r>
              <a:rPr lang="nl-NL" dirty="0"/>
              <a:t>Voorbeeld examenvraag 3</a:t>
            </a:r>
          </a:p>
        </p:txBody>
      </p:sp>
      <p:sp>
        <p:nvSpPr>
          <p:cNvPr id="3" name="Tijdelijke aanduiding voor inhoud 2">
            <a:extLst>
              <a:ext uri="{FF2B5EF4-FFF2-40B4-BE49-F238E27FC236}">
                <a16:creationId xmlns:a16="http://schemas.microsoft.com/office/drawing/2014/main" id="{6E81BB5D-EC20-4166-9206-AE874A03A625}"/>
              </a:ext>
            </a:extLst>
          </p:cNvPr>
          <p:cNvSpPr>
            <a:spLocks noGrp="1"/>
          </p:cNvSpPr>
          <p:nvPr>
            <p:ph idx="1"/>
          </p:nvPr>
        </p:nvSpPr>
        <p:spPr/>
        <p:txBody>
          <a:bodyPr>
            <a:normAutofit/>
          </a:bodyPr>
          <a:lstStyle/>
          <a:p>
            <a:r>
              <a:rPr lang="nl-NL" b="1" dirty="0"/>
              <a:t>Een steekproevenverdeling geeft theoretisch de verdeling weer van alle scores op een variabele, uit alle mogelijke enkelvoudige steekproeven van dezelfde grootte die we zouden kunnen trekken uit eenzelfde populatie.</a:t>
            </a:r>
          </a:p>
          <a:p>
            <a:pPr marL="86400" indent="0">
              <a:buNone/>
            </a:pPr>
            <a:endParaRPr lang="nl-NL" dirty="0"/>
          </a:p>
          <a:p>
            <a:r>
              <a:rPr lang="nl-NL" b="1" dirty="0">
                <a:solidFill>
                  <a:srgbClr val="C00000"/>
                </a:solidFill>
              </a:rPr>
              <a:t>Uitspraak is FOUT</a:t>
            </a:r>
          </a:p>
          <a:p>
            <a:endParaRPr lang="nl-NL" b="1" dirty="0">
              <a:solidFill>
                <a:srgbClr val="C00000"/>
              </a:solidFill>
            </a:endParaRPr>
          </a:p>
          <a:p>
            <a:r>
              <a:rPr lang="nl-NL" b="1" dirty="0">
                <a:solidFill>
                  <a:srgbClr val="C00000"/>
                </a:solidFill>
              </a:rPr>
              <a:t>In een steekproevenverdeling geven we </a:t>
            </a:r>
            <a:r>
              <a:rPr lang="nl-NL" b="1" u="sng" dirty="0">
                <a:solidFill>
                  <a:srgbClr val="C00000"/>
                </a:solidFill>
              </a:rPr>
              <a:t>niet alle scores op een variabele </a:t>
            </a:r>
            <a:r>
              <a:rPr lang="nl-NL" b="1" dirty="0">
                <a:solidFill>
                  <a:srgbClr val="C00000"/>
                </a:solidFill>
              </a:rPr>
              <a:t>weer, maar hoe een </a:t>
            </a:r>
            <a:r>
              <a:rPr lang="nl-NL" b="1" u="sng" dirty="0">
                <a:solidFill>
                  <a:srgbClr val="C00000"/>
                </a:solidFill>
              </a:rPr>
              <a:t>steekproefgrootheid</a:t>
            </a:r>
            <a:r>
              <a:rPr lang="nl-NL" b="1" dirty="0">
                <a:solidFill>
                  <a:srgbClr val="C00000"/>
                </a:solidFill>
              </a:rPr>
              <a:t> (vb. gemiddelde waarde), door toeval varieert tussen alle enkelvoudige steekproeven die we zouden kunnen trekken van dezelfde omvang uit dezelfde populatie.</a:t>
            </a:r>
          </a:p>
        </p:txBody>
      </p:sp>
      <p:sp>
        <p:nvSpPr>
          <p:cNvPr id="4" name="Tijdelijke aanduiding voor dianummer 3">
            <a:extLst>
              <a:ext uri="{FF2B5EF4-FFF2-40B4-BE49-F238E27FC236}">
                <a16:creationId xmlns:a16="http://schemas.microsoft.com/office/drawing/2014/main" id="{289722AE-DB29-CA67-8B39-A7504A265C9F}"/>
              </a:ext>
            </a:extLst>
          </p:cNvPr>
          <p:cNvSpPr>
            <a:spLocks noGrp="1"/>
          </p:cNvSpPr>
          <p:nvPr>
            <p:ph type="sldNum" sz="quarter" idx="12"/>
          </p:nvPr>
        </p:nvSpPr>
        <p:spPr/>
        <p:txBody>
          <a:bodyPr/>
          <a:lstStyle/>
          <a:p>
            <a:fld id="{7AE184E0-0BD4-4705-A12B-9B71DDE63301}" type="slidenum">
              <a:rPr lang="en-GB" noProof="0" smtClean="0"/>
              <a:t>5</a:t>
            </a:fld>
            <a:endParaRPr lang="en-GB" noProof="0" dirty="0"/>
          </a:p>
        </p:txBody>
      </p:sp>
      <p:sp>
        <p:nvSpPr>
          <p:cNvPr id="5" name="Tijdelijke aanduiding voor inhoud 4">
            <a:extLst>
              <a:ext uri="{FF2B5EF4-FFF2-40B4-BE49-F238E27FC236}">
                <a16:creationId xmlns:a16="http://schemas.microsoft.com/office/drawing/2014/main" id="{640A90D0-8A35-4D14-F1E1-1013928375C0}"/>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1907391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F13B82E-4FA1-A3B8-F6BA-01D1926C62C2}"/>
              </a:ext>
            </a:extLst>
          </p:cNvPr>
          <p:cNvSpPr>
            <a:spLocks noGrp="1"/>
          </p:cNvSpPr>
          <p:nvPr>
            <p:ph type="title"/>
          </p:nvPr>
        </p:nvSpPr>
        <p:spPr/>
        <p:txBody>
          <a:bodyPr/>
          <a:lstStyle/>
          <a:p>
            <a:r>
              <a:rPr lang="nl-NL" dirty="0"/>
              <a:t>Voorbeeld examenvraag 4</a:t>
            </a:r>
          </a:p>
        </p:txBody>
      </p:sp>
      <p:sp>
        <p:nvSpPr>
          <p:cNvPr id="3" name="Tijdelijke aanduiding voor inhoud 2">
            <a:extLst>
              <a:ext uri="{FF2B5EF4-FFF2-40B4-BE49-F238E27FC236}">
                <a16:creationId xmlns:a16="http://schemas.microsoft.com/office/drawing/2014/main" id="{7CD1BCBD-A854-49CD-88A3-1DB2BD9F3830}"/>
              </a:ext>
            </a:extLst>
          </p:cNvPr>
          <p:cNvSpPr>
            <a:spLocks noGrp="1"/>
          </p:cNvSpPr>
          <p:nvPr>
            <p:ph idx="1"/>
          </p:nvPr>
        </p:nvSpPr>
        <p:spPr/>
        <p:txBody>
          <a:bodyPr>
            <a:normAutofit/>
          </a:bodyPr>
          <a:lstStyle/>
          <a:p>
            <a:r>
              <a:rPr lang="nl-NL" b="1" dirty="0"/>
              <a:t>Bij een normale verdeling met rekenkundig gemiddelde gelijk aan</a:t>
            </a:r>
            <a:r>
              <a:rPr lang="nl-NL" b="1" i="1" dirty="0"/>
              <a:t> µ </a:t>
            </a:r>
            <a:r>
              <a:rPr lang="nl-NL" b="1" dirty="0"/>
              <a:t>en standaardafwijking gelijk aan </a:t>
            </a:r>
            <a:r>
              <a:rPr lang="el-GR" b="1" i="1" dirty="0"/>
              <a:t>σ</a:t>
            </a:r>
            <a:r>
              <a:rPr lang="nl-NL" b="1" dirty="0"/>
              <a:t>, is bijna 2,5% van de waarnemingen hoger dan </a:t>
            </a:r>
            <a:r>
              <a:rPr lang="nl-NL" b="1" i="1" dirty="0"/>
              <a:t>µ </a:t>
            </a:r>
            <a:r>
              <a:rPr lang="nl-NL" b="1" dirty="0"/>
              <a:t>+ 1,96</a:t>
            </a:r>
            <a:r>
              <a:rPr lang="el-GR" b="1" i="1" dirty="0"/>
              <a:t>σ</a:t>
            </a:r>
            <a:r>
              <a:rPr lang="nl-NL" b="1" i="1" dirty="0"/>
              <a:t>.</a:t>
            </a:r>
            <a:endParaRPr lang="nl-NL" b="1" dirty="0"/>
          </a:p>
          <a:p>
            <a:r>
              <a:rPr lang="nl-NL" b="1" dirty="0"/>
              <a:t>MAAK 1 KEUZE</a:t>
            </a:r>
          </a:p>
          <a:p>
            <a:endParaRPr lang="nl-NL" dirty="0"/>
          </a:p>
          <a:p>
            <a:r>
              <a:rPr lang="nl-NL" dirty="0">
                <a:highlight>
                  <a:srgbClr val="FFFF00"/>
                </a:highlight>
              </a:rPr>
              <a:t>A. Deze uitspraak is juist.</a:t>
            </a:r>
          </a:p>
          <a:p>
            <a:r>
              <a:rPr lang="nl-NL" dirty="0"/>
              <a:t>Dit komt voort uit de eigenschappen van de normale verdeling:</a:t>
            </a:r>
          </a:p>
          <a:p>
            <a:pPr>
              <a:buFont typeface="Arial" panose="020B0604020202020204" pitchFamily="34" charset="0"/>
              <a:buChar char="•"/>
            </a:pPr>
            <a:r>
              <a:rPr lang="nl-NL" dirty="0"/>
              <a:t>Ongeveer </a:t>
            </a:r>
            <a:r>
              <a:rPr lang="nl-NL" b="1" dirty="0">
                <a:solidFill>
                  <a:srgbClr val="C00000"/>
                </a:solidFill>
              </a:rPr>
              <a:t>95%</a:t>
            </a:r>
            <a:r>
              <a:rPr lang="nl-NL" dirty="0">
                <a:solidFill>
                  <a:srgbClr val="C00000"/>
                </a:solidFill>
              </a:rPr>
              <a:t> </a:t>
            </a:r>
            <a:r>
              <a:rPr lang="nl-NL" dirty="0"/>
              <a:t>van de waarnemingen ligt </a:t>
            </a:r>
            <a:r>
              <a:rPr lang="nl-NL" b="1" dirty="0">
                <a:solidFill>
                  <a:srgbClr val="C00000"/>
                </a:solidFill>
              </a:rPr>
              <a:t>tussen </a:t>
            </a:r>
            <a:r>
              <a:rPr lang="nl-NL" b="1" i="1" dirty="0">
                <a:solidFill>
                  <a:srgbClr val="C00000"/>
                </a:solidFill>
              </a:rPr>
              <a:t>μ</a:t>
            </a:r>
            <a:r>
              <a:rPr lang="nl-NL" b="1" dirty="0">
                <a:solidFill>
                  <a:srgbClr val="C00000"/>
                </a:solidFill>
              </a:rPr>
              <a:t>−1,96</a:t>
            </a:r>
            <a:r>
              <a:rPr lang="nl-NL" b="1" i="1" dirty="0">
                <a:solidFill>
                  <a:srgbClr val="C00000"/>
                </a:solidFill>
              </a:rPr>
              <a:t>σ</a:t>
            </a:r>
            <a:r>
              <a:rPr lang="nl-NL" b="1" dirty="0">
                <a:solidFill>
                  <a:srgbClr val="C00000"/>
                </a:solidFill>
              </a:rPr>
              <a:t> en </a:t>
            </a:r>
            <a:r>
              <a:rPr lang="nl-NL" b="1" i="1">
                <a:solidFill>
                  <a:srgbClr val="C00000"/>
                </a:solidFill>
              </a:rPr>
              <a:t>μ</a:t>
            </a:r>
            <a:r>
              <a:rPr lang="nl-NL" b="1">
                <a:solidFill>
                  <a:srgbClr val="C00000"/>
                </a:solidFill>
              </a:rPr>
              <a:t>+1,96</a:t>
            </a:r>
            <a:r>
              <a:rPr lang="nl-NL" b="1" i="1">
                <a:solidFill>
                  <a:srgbClr val="C00000"/>
                </a:solidFill>
              </a:rPr>
              <a:t>σ</a:t>
            </a:r>
            <a:r>
              <a:rPr lang="nl-NL" b="1" dirty="0">
                <a:solidFill>
                  <a:srgbClr val="C00000"/>
                </a:solidFill>
              </a:rPr>
              <a:t>.</a:t>
            </a:r>
          </a:p>
          <a:p>
            <a:pPr>
              <a:buFont typeface="Arial" panose="020B0604020202020204" pitchFamily="34" charset="0"/>
              <a:buChar char="•"/>
            </a:pPr>
            <a:r>
              <a:rPr lang="nl-NL" dirty="0"/>
              <a:t>Dit betekent dat elk van de uiteinden van de normale verdeling samen 5% beslaan. Daarom bevat elk uiteinde afzonderlijk ongeveer </a:t>
            </a:r>
            <a:r>
              <a:rPr lang="nl-NL" b="1" dirty="0">
                <a:solidFill>
                  <a:srgbClr val="C00000"/>
                </a:solidFill>
              </a:rPr>
              <a:t>2,5%.</a:t>
            </a:r>
            <a:endParaRPr lang="nl-NL" dirty="0">
              <a:solidFill>
                <a:srgbClr val="C00000"/>
              </a:solidFill>
            </a:endParaRPr>
          </a:p>
          <a:p>
            <a:endParaRPr lang="nl-NL" dirty="0"/>
          </a:p>
        </p:txBody>
      </p:sp>
      <p:sp>
        <p:nvSpPr>
          <p:cNvPr id="4" name="Tijdelijke aanduiding voor dianummer 3">
            <a:extLst>
              <a:ext uri="{FF2B5EF4-FFF2-40B4-BE49-F238E27FC236}">
                <a16:creationId xmlns:a16="http://schemas.microsoft.com/office/drawing/2014/main" id="{051AABF0-D7D5-C415-FB56-D76AF42A57B1}"/>
              </a:ext>
            </a:extLst>
          </p:cNvPr>
          <p:cNvSpPr>
            <a:spLocks noGrp="1"/>
          </p:cNvSpPr>
          <p:nvPr>
            <p:ph type="sldNum" sz="quarter" idx="12"/>
          </p:nvPr>
        </p:nvSpPr>
        <p:spPr/>
        <p:txBody>
          <a:bodyPr/>
          <a:lstStyle/>
          <a:p>
            <a:fld id="{7AE184E0-0BD4-4705-A12B-9B71DDE63301}" type="slidenum">
              <a:rPr lang="en-GB" noProof="0" smtClean="0"/>
              <a:t>6</a:t>
            </a:fld>
            <a:endParaRPr lang="en-GB" noProof="0" dirty="0"/>
          </a:p>
        </p:txBody>
      </p:sp>
      <p:sp>
        <p:nvSpPr>
          <p:cNvPr id="5" name="Tijdelijke aanduiding voor inhoud 4">
            <a:extLst>
              <a:ext uri="{FF2B5EF4-FFF2-40B4-BE49-F238E27FC236}">
                <a16:creationId xmlns:a16="http://schemas.microsoft.com/office/drawing/2014/main" id="{9CB1D673-8881-227E-C6C0-3193A0D5AE65}"/>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2977492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7A22C5A-9C08-C18C-730D-B5BE93D89687}"/>
              </a:ext>
            </a:extLst>
          </p:cNvPr>
          <p:cNvSpPr>
            <a:spLocks noGrp="1"/>
          </p:cNvSpPr>
          <p:nvPr>
            <p:ph type="title"/>
          </p:nvPr>
        </p:nvSpPr>
        <p:spPr/>
        <p:txBody>
          <a:bodyPr/>
          <a:lstStyle/>
          <a:p>
            <a:r>
              <a:rPr lang="nl-NL" dirty="0"/>
              <a:t>Voorbeeld examenvraag 5</a:t>
            </a:r>
          </a:p>
        </p:txBody>
      </p:sp>
      <p:sp>
        <p:nvSpPr>
          <p:cNvPr id="3" name="Tijdelijke aanduiding voor inhoud 2">
            <a:extLst>
              <a:ext uri="{FF2B5EF4-FFF2-40B4-BE49-F238E27FC236}">
                <a16:creationId xmlns:a16="http://schemas.microsoft.com/office/drawing/2014/main" id="{F0BA223E-16D2-ED63-E492-8046D86298CB}"/>
              </a:ext>
            </a:extLst>
          </p:cNvPr>
          <p:cNvSpPr>
            <a:spLocks noGrp="1"/>
          </p:cNvSpPr>
          <p:nvPr>
            <p:ph idx="1"/>
          </p:nvPr>
        </p:nvSpPr>
        <p:spPr/>
        <p:txBody>
          <a:bodyPr>
            <a:normAutofit/>
          </a:bodyPr>
          <a:lstStyle/>
          <a:p>
            <a:pPr marL="86400" indent="0">
              <a:buNone/>
            </a:pPr>
            <a:r>
              <a:rPr lang="nl-NL" b="1" dirty="0"/>
              <a:t>Als de betrouwbaarheidsvereiste lager wordt, dan zal dit leiden naar een kleiner interval.</a:t>
            </a:r>
          </a:p>
          <a:p>
            <a:endParaRPr lang="nl-NL" b="1" dirty="0"/>
          </a:p>
          <a:p>
            <a:r>
              <a:rPr lang="nl-NL" b="1" dirty="0">
                <a:solidFill>
                  <a:srgbClr val="C00000"/>
                </a:solidFill>
                <a:highlight>
                  <a:srgbClr val="FFFF00"/>
                </a:highlight>
                <a:sym typeface="Wingdings" panose="05000000000000000000" pitchFamily="2" charset="2"/>
              </a:rPr>
              <a:t>JUIST: vb. een 95% BI levert een smaller interval op dan een 99% BI.</a:t>
            </a:r>
          </a:p>
          <a:p>
            <a:endParaRPr lang="nl-NL" b="1" dirty="0"/>
          </a:p>
        </p:txBody>
      </p:sp>
      <p:sp>
        <p:nvSpPr>
          <p:cNvPr id="4" name="Tijdelijke aanduiding voor dianummer 3">
            <a:extLst>
              <a:ext uri="{FF2B5EF4-FFF2-40B4-BE49-F238E27FC236}">
                <a16:creationId xmlns:a16="http://schemas.microsoft.com/office/drawing/2014/main" id="{ABD62122-5EA0-48DA-C3DC-746590784C90}"/>
              </a:ext>
            </a:extLst>
          </p:cNvPr>
          <p:cNvSpPr>
            <a:spLocks noGrp="1"/>
          </p:cNvSpPr>
          <p:nvPr>
            <p:ph type="sldNum" sz="quarter" idx="12"/>
          </p:nvPr>
        </p:nvSpPr>
        <p:spPr/>
        <p:txBody>
          <a:bodyPr/>
          <a:lstStyle/>
          <a:p>
            <a:fld id="{7AE184E0-0BD4-4705-A12B-9B71DDE63301}" type="slidenum">
              <a:rPr lang="en-GB" noProof="0" smtClean="0"/>
              <a:t>7</a:t>
            </a:fld>
            <a:endParaRPr lang="en-GB" noProof="0" dirty="0"/>
          </a:p>
        </p:txBody>
      </p:sp>
      <p:sp>
        <p:nvSpPr>
          <p:cNvPr id="5" name="Tijdelijke aanduiding voor inhoud 4">
            <a:extLst>
              <a:ext uri="{FF2B5EF4-FFF2-40B4-BE49-F238E27FC236}">
                <a16:creationId xmlns:a16="http://schemas.microsoft.com/office/drawing/2014/main" id="{39CA24F3-3C89-3ED1-AB13-AA93DE1DC630}"/>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3489356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8371B8-718D-718A-048E-08461990933A}"/>
              </a:ext>
            </a:extLst>
          </p:cNvPr>
          <p:cNvSpPr>
            <a:spLocks noGrp="1"/>
          </p:cNvSpPr>
          <p:nvPr>
            <p:ph type="title"/>
          </p:nvPr>
        </p:nvSpPr>
        <p:spPr/>
        <p:txBody>
          <a:bodyPr/>
          <a:lstStyle/>
          <a:p>
            <a:r>
              <a:rPr lang="nl-NL" dirty="0"/>
              <a:t>Voorbeeld examenvraag 6</a:t>
            </a:r>
          </a:p>
        </p:txBody>
      </p:sp>
      <p:sp>
        <p:nvSpPr>
          <p:cNvPr id="3" name="Tijdelijke aanduiding voor inhoud 2">
            <a:extLst>
              <a:ext uri="{FF2B5EF4-FFF2-40B4-BE49-F238E27FC236}">
                <a16:creationId xmlns:a16="http://schemas.microsoft.com/office/drawing/2014/main" id="{8E17FAC0-3AD9-EDD8-E423-34E21CD8514E}"/>
              </a:ext>
            </a:extLst>
          </p:cNvPr>
          <p:cNvSpPr>
            <a:spLocks noGrp="1"/>
          </p:cNvSpPr>
          <p:nvPr>
            <p:ph idx="1"/>
          </p:nvPr>
        </p:nvSpPr>
        <p:spPr/>
        <p:txBody>
          <a:bodyPr/>
          <a:lstStyle/>
          <a:p>
            <a:r>
              <a:rPr lang="nl-NL" b="1" dirty="0"/>
              <a:t>Een significantietoets op het 1% niveau is altijd significant op het 5% niveau.</a:t>
            </a:r>
          </a:p>
          <a:p>
            <a:endParaRPr lang="nl-NL" dirty="0"/>
          </a:p>
          <a:p>
            <a:endParaRPr lang="nl-NL" dirty="0"/>
          </a:p>
          <a:p>
            <a:pPr marL="600750" indent="-514350">
              <a:buAutoNum type="alphaUcPeriod"/>
            </a:pPr>
            <a:r>
              <a:rPr lang="nl-NL" dirty="0">
                <a:highlight>
                  <a:srgbClr val="FFFF00"/>
                </a:highlight>
              </a:rPr>
              <a:t>Deze uitspraak is WAAR.</a:t>
            </a:r>
          </a:p>
          <a:p>
            <a:pPr marL="600750" indent="-514350">
              <a:buAutoNum type="alphaUcPeriod"/>
            </a:pPr>
            <a:endParaRPr lang="nl-NL" dirty="0"/>
          </a:p>
        </p:txBody>
      </p:sp>
      <p:sp>
        <p:nvSpPr>
          <p:cNvPr id="4" name="Tijdelijke aanduiding voor dianummer 3">
            <a:extLst>
              <a:ext uri="{FF2B5EF4-FFF2-40B4-BE49-F238E27FC236}">
                <a16:creationId xmlns:a16="http://schemas.microsoft.com/office/drawing/2014/main" id="{F0F437E1-C136-2025-9AF6-D6CE4517ED66}"/>
              </a:ext>
            </a:extLst>
          </p:cNvPr>
          <p:cNvSpPr>
            <a:spLocks noGrp="1"/>
          </p:cNvSpPr>
          <p:nvPr>
            <p:ph type="sldNum" sz="quarter" idx="12"/>
          </p:nvPr>
        </p:nvSpPr>
        <p:spPr/>
        <p:txBody>
          <a:bodyPr/>
          <a:lstStyle/>
          <a:p>
            <a:fld id="{7AE184E0-0BD4-4705-A12B-9B71DDE63301}" type="slidenum">
              <a:rPr lang="en-GB" noProof="0" smtClean="0"/>
              <a:t>8</a:t>
            </a:fld>
            <a:endParaRPr lang="en-GB" noProof="0" dirty="0"/>
          </a:p>
        </p:txBody>
      </p:sp>
      <p:sp>
        <p:nvSpPr>
          <p:cNvPr id="5" name="Tijdelijke aanduiding voor inhoud 4">
            <a:extLst>
              <a:ext uri="{FF2B5EF4-FFF2-40B4-BE49-F238E27FC236}">
                <a16:creationId xmlns:a16="http://schemas.microsoft.com/office/drawing/2014/main" id="{95EE14C7-5005-4B45-169B-774E5D9CF000}"/>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3835113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B99ABC-0B21-F6A7-A868-71A59C14AB99}"/>
              </a:ext>
            </a:extLst>
          </p:cNvPr>
          <p:cNvSpPr>
            <a:spLocks noGrp="1"/>
          </p:cNvSpPr>
          <p:nvPr>
            <p:ph type="title"/>
          </p:nvPr>
        </p:nvSpPr>
        <p:spPr/>
        <p:txBody>
          <a:bodyPr/>
          <a:lstStyle/>
          <a:p>
            <a:r>
              <a:rPr lang="nl-NL" dirty="0"/>
              <a:t>Voorbeeld examenvraag 7</a:t>
            </a:r>
          </a:p>
        </p:txBody>
      </p:sp>
      <p:sp>
        <p:nvSpPr>
          <p:cNvPr id="3" name="Tijdelijke aanduiding voor inhoud 2">
            <a:extLst>
              <a:ext uri="{FF2B5EF4-FFF2-40B4-BE49-F238E27FC236}">
                <a16:creationId xmlns:a16="http://schemas.microsoft.com/office/drawing/2014/main" id="{9587F730-F641-B1C8-2B2D-1DD7BF9D9C7E}"/>
              </a:ext>
            </a:extLst>
          </p:cNvPr>
          <p:cNvSpPr>
            <a:spLocks noGrp="1"/>
          </p:cNvSpPr>
          <p:nvPr>
            <p:ph idx="1"/>
          </p:nvPr>
        </p:nvSpPr>
        <p:spPr/>
        <p:txBody>
          <a:bodyPr/>
          <a:lstStyle/>
          <a:p>
            <a:r>
              <a:rPr lang="nl-NL" b="1" dirty="0"/>
              <a:t>Een type-I fout betekent dat je besluit dat er een verband is, terwijl dit in realiteit niet zo is.</a:t>
            </a:r>
          </a:p>
          <a:p>
            <a:endParaRPr lang="nl-NL" dirty="0"/>
          </a:p>
          <a:p>
            <a:endParaRPr lang="nl-NL" dirty="0"/>
          </a:p>
          <a:p>
            <a:r>
              <a:rPr lang="nl-NL" dirty="0">
                <a:highlight>
                  <a:srgbClr val="FFFF00"/>
                </a:highlight>
              </a:rPr>
              <a:t>B. Deze uitspraak is WAAR.</a:t>
            </a:r>
          </a:p>
          <a:p>
            <a:endParaRPr lang="nl-NL" dirty="0">
              <a:highlight>
                <a:srgbClr val="FFFF00"/>
              </a:highlight>
            </a:endParaRPr>
          </a:p>
          <a:p>
            <a:r>
              <a:rPr lang="nl-NL" b="1" dirty="0">
                <a:solidFill>
                  <a:srgbClr val="C00000"/>
                </a:solidFill>
                <a:highlight>
                  <a:srgbClr val="FFFF00"/>
                </a:highlight>
              </a:rPr>
              <a:t>Type-I = verwerpingsfout (ten onrechte een correcte H0 verwerpen)</a:t>
            </a:r>
          </a:p>
          <a:p>
            <a:endParaRPr lang="nl-NL" dirty="0">
              <a:highlight>
                <a:srgbClr val="FFFF00"/>
              </a:highlight>
            </a:endParaRPr>
          </a:p>
          <a:p>
            <a:endParaRPr lang="nl-NL" dirty="0">
              <a:highlight>
                <a:srgbClr val="FFFF00"/>
              </a:highlight>
            </a:endParaRPr>
          </a:p>
        </p:txBody>
      </p:sp>
      <p:sp>
        <p:nvSpPr>
          <p:cNvPr id="4" name="Tijdelijke aanduiding voor dianummer 3">
            <a:extLst>
              <a:ext uri="{FF2B5EF4-FFF2-40B4-BE49-F238E27FC236}">
                <a16:creationId xmlns:a16="http://schemas.microsoft.com/office/drawing/2014/main" id="{1D7329FE-6B29-119F-7C03-5EF1A021627C}"/>
              </a:ext>
            </a:extLst>
          </p:cNvPr>
          <p:cNvSpPr>
            <a:spLocks noGrp="1"/>
          </p:cNvSpPr>
          <p:nvPr>
            <p:ph type="sldNum" sz="quarter" idx="12"/>
          </p:nvPr>
        </p:nvSpPr>
        <p:spPr/>
        <p:txBody>
          <a:bodyPr/>
          <a:lstStyle/>
          <a:p>
            <a:fld id="{7AE184E0-0BD4-4705-A12B-9B71DDE63301}" type="slidenum">
              <a:rPr lang="en-GB" noProof="0" smtClean="0"/>
              <a:t>9</a:t>
            </a:fld>
            <a:endParaRPr lang="en-GB" noProof="0" dirty="0"/>
          </a:p>
        </p:txBody>
      </p:sp>
      <p:sp>
        <p:nvSpPr>
          <p:cNvPr id="5" name="Tijdelijke aanduiding voor inhoud 4">
            <a:extLst>
              <a:ext uri="{FF2B5EF4-FFF2-40B4-BE49-F238E27FC236}">
                <a16:creationId xmlns:a16="http://schemas.microsoft.com/office/drawing/2014/main" id="{301EEA78-95B7-A59E-4DBB-01398C586858}"/>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1148070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DA16BC-E059-B837-5CD8-2E1F2A224F27}"/>
              </a:ext>
            </a:extLst>
          </p:cNvPr>
          <p:cNvSpPr>
            <a:spLocks noGrp="1"/>
          </p:cNvSpPr>
          <p:nvPr>
            <p:ph type="title"/>
          </p:nvPr>
        </p:nvSpPr>
        <p:spPr/>
        <p:txBody>
          <a:bodyPr/>
          <a:lstStyle/>
          <a:p>
            <a:r>
              <a:rPr lang="nl-NL" dirty="0"/>
              <a:t>Voorbeeld examenvraag 8</a:t>
            </a:r>
          </a:p>
        </p:txBody>
      </p:sp>
      <p:sp>
        <p:nvSpPr>
          <p:cNvPr id="3" name="Tijdelijke aanduiding voor inhoud 2">
            <a:extLst>
              <a:ext uri="{FF2B5EF4-FFF2-40B4-BE49-F238E27FC236}">
                <a16:creationId xmlns:a16="http://schemas.microsoft.com/office/drawing/2014/main" id="{A3BDF46F-95B1-1805-5287-291C29B83208}"/>
              </a:ext>
            </a:extLst>
          </p:cNvPr>
          <p:cNvSpPr>
            <a:spLocks noGrp="1"/>
          </p:cNvSpPr>
          <p:nvPr>
            <p:ph idx="1"/>
          </p:nvPr>
        </p:nvSpPr>
        <p:spPr/>
        <p:txBody>
          <a:bodyPr/>
          <a:lstStyle/>
          <a:p>
            <a:r>
              <a:rPr lang="nl-NL" b="1" dirty="0"/>
              <a:t>Naarmate betrouwbaarheidsniveaus toenemen, worden de foutenmarges groter (SE blijft gelijk)</a:t>
            </a:r>
          </a:p>
          <a:p>
            <a:endParaRPr lang="nl-NL" dirty="0"/>
          </a:p>
          <a:p>
            <a:endParaRPr lang="nl-NL" dirty="0"/>
          </a:p>
          <a:p>
            <a:endParaRPr lang="nl-NL" dirty="0"/>
          </a:p>
          <a:p>
            <a:r>
              <a:rPr lang="nl-NL" dirty="0">
                <a:highlight>
                  <a:srgbClr val="FFFF00"/>
                </a:highlight>
              </a:rPr>
              <a:t>B. Deze uitspraak is WAAR.</a:t>
            </a:r>
          </a:p>
          <a:p>
            <a:endParaRPr lang="nl-NL" b="1" dirty="0">
              <a:solidFill>
                <a:srgbClr val="C00000"/>
              </a:solidFill>
              <a:highlight>
                <a:srgbClr val="FFFF00"/>
              </a:highlight>
            </a:endParaRPr>
          </a:p>
          <a:p>
            <a:r>
              <a:rPr lang="nl-NL" b="1" dirty="0">
                <a:solidFill>
                  <a:srgbClr val="C00000"/>
                </a:solidFill>
                <a:highlight>
                  <a:srgbClr val="FFFF00"/>
                </a:highlight>
              </a:rPr>
              <a:t>Naarmate BI toenemen worden de foutenmarges groter. </a:t>
            </a:r>
          </a:p>
          <a:p>
            <a:r>
              <a:rPr lang="nl-NL" b="1" dirty="0">
                <a:solidFill>
                  <a:srgbClr val="C00000"/>
                </a:solidFill>
                <a:highlight>
                  <a:srgbClr val="FFFF00"/>
                </a:highlight>
              </a:rPr>
              <a:t>Een 99% BI heeft een grotere foutenmarge dan een 90% BI.</a:t>
            </a:r>
          </a:p>
        </p:txBody>
      </p:sp>
      <p:sp>
        <p:nvSpPr>
          <p:cNvPr id="4" name="Tijdelijke aanduiding voor dianummer 3">
            <a:extLst>
              <a:ext uri="{FF2B5EF4-FFF2-40B4-BE49-F238E27FC236}">
                <a16:creationId xmlns:a16="http://schemas.microsoft.com/office/drawing/2014/main" id="{08C4D7CE-3642-A94E-49DD-40A325F93AC6}"/>
              </a:ext>
            </a:extLst>
          </p:cNvPr>
          <p:cNvSpPr>
            <a:spLocks noGrp="1"/>
          </p:cNvSpPr>
          <p:nvPr>
            <p:ph type="sldNum" sz="quarter" idx="12"/>
          </p:nvPr>
        </p:nvSpPr>
        <p:spPr/>
        <p:txBody>
          <a:bodyPr/>
          <a:lstStyle/>
          <a:p>
            <a:fld id="{7AE184E0-0BD4-4705-A12B-9B71DDE63301}" type="slidenum">
              <a:rPr lang="en-GB" noProof="0" smtClean="0"/>
              <a:t>10</a:t>
            </a:fld>
            <a:endParaRPr lang="en-GB" noProof="0" dirty="0"/>
          </a:p>
        </p:txBody>
      </p:sp>
      <p:sp>
        <p:nvSpPr>
          <p:cNvPr id="5" name="Tijdelijke aanduiding voor inhoud 4">
            <a:extLst>
              <a:ext uri="{FF2B5EF4-FFF2-40B4-BE49-F238E27FC236}">
                <a16:creationId xmlns:a16="http://schemas.microsoft.com/office/drawing/2014/main" id="{1D7B2E34-8473-850A-39E5-AB510D4AFAEE}"/>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554041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34D5B-B6E9-1BFE-317B-661606D6345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D687199-D426-0BE4-794B-3AAF5F773280}"/>
              </a:ext>
            </a:extLst>
          </p:cNvPr>
          <p:cNvSpPr>
            <a:spLocks noGrp="1"/>
          </p:cNvSpPr>
          <p:nvPr>
            <p:ph type="title"/>
          </p:nvPr>
        </p:nvSpPr>
        <p:spPr/>
        <p:txBody>
          <a:bodyPr/>
          <a:lstStyle/>
          <a:p>
            <a:r>
              <a:rPr lang="nl-NL" dirty="0"/>
              <a:t>Voorbeeld examenvraag 9</a:t>
            </a:r>
          </a:p>
        </p:txBody>
      </p:sp>
      <p:sp>
        <p:nvSpPr>
          <p:cNvPr id="3" name="Tijdelijke aanduiding voor inhoud 2">
            <a:extLst>
              <a:ext uri="{FF2B5EF4-FFF2-40B4-BE49-F238E27FC236}">
                <a16:creationId xmlns:a16="http://schemas.microsoft.com/office/drawing/2014/main" id="{B4E5C2ED-8E87-7A2C-9DFB-00D749EDA1FE}"/>
              </a:ext>
            </a:extLst>
          </p:cNvPr>
          <p:cNvSpPr>
            <a:spLocks noGrp="1"/>
          </p:cNvSpPr>
          <p:nvPr>
            <p:ph idx="1"/>
          </p:nvPr>
        </p:nvSpPr>
        <p:spPr/>
        <p:txBody>
          <a:bodyPr>
            <a:normAutofit/>
          </a:bodyPr>
          <a:lstStyle/>
          <a:p>
            <a:r>
              <a:rPr lang="nl-NL" b="1" dirty="0"/>
              <a:t>Een dichtheidskromme is een curve die de verdeling van een continue </a:t>
            </a:r>
            <a:r>
              <a:rPr lang="nl-NL" b="1" dirty="0" err="1"/>
              <a:t>kansvariabele</a:t>
            </a:r>
            <a:r>
              <a:rPr lang="nl-NL" b="1" dirty="0"/>
              <a:t> weergeeft, waarbij de totale oppervlakte onder de curve groter kan zijn dan 1 als de dataset zeer groot is.</a:t>
            </a:r>
          </a:p>
          <a:p>
            <a:endParaRPr lang="nl-NL" b="1" dirty="0">
              <a:solidFill>
                <a:srgbClr val="C00000"/>
              </a:solidFill>
              <a:highlight>
                <a:srgbClr val="FFFF00"/>
              </a:highlight>
            </a:endParaRPr>
          </a:p>
          <a:p>
            <a:endParaRPr lang="nl-NL" b="1" dirty="0">
              <a:solidFill>
                <a:srgbClr val="C00000"/>
              </a:solidFill>
            </a:endParaRPr>
          </a:p>
          <a:p>
            <a:r>
              <a:rPr lang="nl-NL" b="1" dirty="0">
                <a:solidFill>
                  <a:srgbClr val="C00000"/>
                </a:solidFill>
                <a:highlight>
                  <a:srgbClr val="FFFF00"/>
                </a:highlight>
              </a:rPr>
              <a:t>Deze uitspraak is NIET WAAR.</a:t>
            </a:r>
          </a:p>
          <a:p>
            <a:endParaRPr lang="nl-NL" b="1" dirty="0">
              <a:solidFill>
                <a:srgbClr val="C00000"/>
              </a:solidFill>
              <a:highlight>
                <a:srgbClr val="FFFF00"/>
              </a:highlight>
            </a:endParaRPr>
          </a:p>
          <a:p>
            <a:r>
              <a:rPr lang="nl-NL" b="1" dirty="0">
                <a:solidFill>
                  <a:srgbClr val="C00000"/>
                </a:solidFill>
              </a:rPr>
              <a:t>Het totale oppervlak onder een dichtheidskromme is altijd precies 1, </a:t>
            </a:r>
            <a:r>
              <a:rPr lang="nl-NL" dirty="0"/>
              <a:t>ongeacht de grootte van de dataset, omdat dit het totaal van alle kansen (proporties) vertegenwoordigt.</a:t>
            </a:r>
          </a:p>
          <a:p>
            <a:r>
              <a:rPr lang="nl-NL" dirty="0"/>
              <a:t>Opgelet!: een dichtheidskromme ligt altijd boven of op de x-as en kan dus geen negatieve waarden aannemen.</a:t>
            </a:r>
          </a:p>
        </p:txBody>
      </p:sp>
      <p:sp>
        <p:nvSpPr>
          <p:cNvPr id="4" name="Tijdelijke aanduiding voor dianummer 3">
            <a:extLst>
              <a:ext uri="{FF2B5EF4-FFF2-40B4-BE49-F238E27FC236}">
                <a16:creationId xmlns:a16="http://schemas.microsoft.com/office/drawing/2014/main" id="{65207F50-D664-1E2C-3243-C9C287894C70}"/>
              </a:ext>
            </a:extLst>
          </p:cNvPr>
          <p:cNvSpPr>
            <a:spLocks noGrp="1"/>
          </p:cNvSpPr>
          <p:nvPr>
            <p:ph type="sldNum" sz="quarter" idx="12"/>
          </p:nvPr>
        </p:nvSpPr>
        <p:spPr/>
        <p:txBody>
          <a:bodyPr/>
          <a:lstStyle/>
          <a:p>
            <a:fld id="{7AE184E0-0BD4-4705-A12B-9B71DDE63301}" type="slidenum">
              <a:rPr lang="en-GB" noProof="0" smtClean="0"/>
              <a:t>11</a:t>
            </a:fld>
            <a:endParaRPr lang="en-GB" noProof="0" dirty="0"/>
          </a:p>
        </p:txBody>
      </p:sp>
      <p:sp>
        <p:nvSpPr>
          <p:cNvPr id="5" name="Tijdelijke aanduiding voor inhoud 4">
            <a:extLst>
              <a:ext uri="{FF2B5EF4-FFF2-40B4-BE49-F238E27FC236}">
                <a16:creationId xmlns:a16="http://schemas.microsoft.com/office/drawing/2014/main" id="{73DA2485-967E-FBC7-81EC-37C8A5041871}"/>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3351246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E2C4D-5682-47F4-911A-D950A659AEF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2A96FE0-5300-E38C-0FA4-CF990117457B}"/>
              </a:ext>
            </a:extLst>
          </p:cNvPr>
          <p:cNvSpPr>
            <a:spLocks noGrp="1"/>
          </p:cNvSpPr>
          <p:nvPr>
            <p:ph type="title"/>
          </p:nvPr>
        </p:nvSpPr>
        <p:spPr/>
        <p:txBody>
          <a:bodyPr/>
          <a:lstStyle/>
          <a:p>
            <a:r>
              <a:rPr lang="nl-NL" dirty="0"/>
              <a:t>Voorbeeld examenvraag 10</a:t>
            </a:r>
          </a:p>
        </p:txBody>
      </p:sp>
      <p:sp>
        <p:nvSpPr>
          <p:cNvPr id="3" name="Tijdelijke aanduiding voor inhoud 2">
            <a:extLst>
              <a:ext uri="{FF2B5EF4-FFF2-40B4-BE49-F238E27FC236}">
                <a16:creationId xmlns:a16="http://schemas.microsoft.com/office/drawing/2014/main" id="{0CC07CE0-AA7B-0A74-03D0-32FBBBACD325}"/>
              </a:ext>
            </a:extLst>
          </p:cNvPr>
          <p:cNvSpPr>
            <a:spLocks noGrp="1"/>
          </p:cNvSpPr>
          <p:nvPr>
            <p:ph idx="1"/>
          </p:nvPr>
        </p:nvSpPr>
        <p:spPr/>
        <p:txBody>
          <a:bodyPr>
            <a:normAutofit fontScale="92500" lnSpcReduction="10000"/>
          </a:bodyPr>
          <a:lstStyle/>
          <a:p>
            <a:r>
              <a:rPr lang="nl-NL" b="1" dirty="0"/>
              <a:t>Wat wordt bedoeld met ‘power’ van een statistische toets?</a:t>
            </a:r>
          </a:p>
          <a:p>
            <a:endParaRPr lang="nl-NL" b="1" dirty="0">
              <a:solidFill>
                <a:srgbClr val="C00000"/>
              </a:solidFill>
              <a:highlight>
                <a:srgbClr val="FFFF00"/>
              </a:highlight>
            </a:endParaRPr>
          </a:p>
          <a:p>
            <a:r>
              <a:rPr lang="nl-NL" b="1" dirty="0">
                <a:solidFill>
                  <a:srgbClr val="C00000"/>
                </a:solidFill>
              </a:rPr>
              <a:t>De "power" van een toets in de statistiek verwijst naar </a:t>
            </a:r>
            <a:r>
              <a:rPr lang="nl-NL" b="1" dirty="0">
                <a:solidFill>
                  <a:srgbClr val="C00000"/>
                </a:solidFill>
                <a:highlight>
                  <a:srgbClr val="FFFF00"/>
                </a:highlight>
              </a:rPr>
              <a:t>de kans dat de toets correct een valse nulhypothese verwerpt. </a:t>
            </a:r>
          </a:p>
          <a:p>
            <a:endParaRPr lang="nl-NL" b="1" dirty="0">
              <a:solidFill>
                <a:srgbClr val="C00000"/>
              </a:solidFill>
            </a:endParaRPr>
          </a:p>
          <a:p>
            <a:r>
              <a:rPr lang="nl-NL" dirty="0"/>
              <a:t>Met andere woorden, het is de waarschijnlijkheid dat een statistische toets een significant resultaat weergeeft wanneer er </a:t>
            </a:r>
            <a:r>
              <a:rPr lang="nl-NL" b="1" dirty="0">
                <a:solidFill>
                  <a:srgbClr val="C00000"/>
                </a:solidFill>
              </a:rPr>
              <a:t>daadwerkelijk een echt effect - verschil of verband is</a:t>
            </a:r>
            <a:r>
              <a:rPr lang="nl-NL" dirty="0"/>
              <a:t>.</a:t>
            </a:r>
          </a:p>
          <a:p>
            <a:endParaRPr lang="nl-NL" dirty="0"/>
          </a:p>
          <a:p>
            <a:r>
              <a:rPr lang="nl-NL" dirty="0"/>
              <a:t>De power van een toets </a:t>
            </a:r>
            <a:r>
              <a:rPr lang="nl-NL" b="1" dirty="0">
                <a:solidFill>
                  <a:srgbClr val="C00000"/>
                </a:solidFill>
              </a:rPr>
              <a:t>hangt af van verschillende factoren </a:t>
            </a:r>
            <a:r>
              <a:rPr lang="nl-NL" dirty="0"/>
              <a:t>zoals effectgrootte, steekproefgrootte, variabiliteit in de data, gekozen significantieniveau.</a:t>
            </a:r>
          </a:p>
          <a:p>
            <a:endParaRPr lang="nl-NL" dirty="0"/>
          </a:p>
          <a:p>
            <a:r>
              <a:rPr lang="nl-NL" dirty="0"/>
              <a:t>Een power van </a:t>
            </a:r>
            <a:r>
              <a:rPr lang="nl-NL" b="1" dirty="0">
                <a:solidFill>
                  <a:srgbClr val="C00000"/>
                </a:solidFill>
              </a:rPr>
              <a:t>0,80 of 80% </a:t>
            </a:r>
            <a:r>
              <a:rPr lang="nl-NL" dirty="0"/>
              <a:t>wordt vaak als een acceptabel niveau beschouwd in statistisch onderzoek. Dit wil zeggen dat er een 80% kans is om een effect te detecteren als er in werkelijk ook een effect is.</a:t>
            </a:r>
          </a:p>
          <a:p>
            <a:endParaRPr lang="nl-NL" b="1" dirty="0">
              <a:solidFill>
                <a:srgbClr val="C00000"/>
              </a:solidFill>
              <a:highlight>
                <a:srgbClr val="FFFF00"/>
              </a:highlight>
            </a:endParaRPr>
          </a:p>
        </p:txBody>
      </p:sp>
      <p:sp>
        <p:nvSpPr>
          <p:cNvPr id="4" name="Tijdelijke aanduiding voor dianummer 3">
            <a:extLst>
              <a:ext uri="{FF2B5EF4-FFF2-40B4-BE49-F238E27FC236}">
                <a16:creationId xmlns:a16="http://schemas.microsoft.com/office/drawing/2014/main" id="{54EF8669-848B-C3D3-65F3-6780135CD65D}"/>
              </a:ext>
            </a:extLst>
          </p:cNvPr>
          <p:cNvSpPr>
            <a:spLocks noGrp="1"/>
          </p:cNvSpPr>
          <p:nvPr>
            <p:ph type="sldNum" sz="quarter" idx="12"/>
          </p:nvPr>
        </p:nvSpPr>
        <p:spPr/>
        <p:txBody>
          <a:bodyPr/>
          <a:lstStyle/>
          <a:p>
            <a:fld id="{7AE184E0-0BD4-4705-A12B-9B71DDE63301}" type="slidenum">
              <a:rPr lang="en-GB" noProof="0" smtClean="0"/>
              <a:t>12</a:t>
            </a:fld>
            <a:endParaRPr lang="en-GB" noProof="0" dirty="0"/>
          </a:p>
        </p:txBody>
      </p:sp>
      <p:sp>
        <p:nvSpPr>
          <p:cNvPr id="5" name="Tijdelijke aanduiding voor inhoud 4">
            <a:extLst>
              <a:ext uri="{FF2B5EF4-FFF2-40B4-BE49-F238E27FC236}">
                <a16:creationId xmlns:a16="http://schemas.microsoft.com/office/drawing/2014/main" id="{85D60160-6FE8-8C10-D3D2-5357D6551398}"/>
              </a:ext>
            </a:extLst>
          </p:cNvPr>
          <p:cNvSpPr>
            <a:spLocks noGrp="1"/>
          </p:cNvSpPr>
          <p:nvPr>
            <p:ph idx="13"/>
          </p:nvPr>
        </p:nvSpPr>
        <p:spPr/>
        <p:txBody>
          <a:bodyPr/>
          <a:lstStyle/>
          <a:p>
            <a:endParaRPr lang="nl-NL"/>
          </a:p>
        </p:txBody>
      </p:sp>
    </p:spTree>
    <p:extLst>
      <p:ext uri="{BB962C8B-B14F-4D97-AF65-F5344CB8AC3E}">
        <p14:creationId xmlns:p14="http://schemas.microsoft.com/office/powerpoint/2010/main" val="132924520"/>
      </p:ext>
    </p:extLst>
  </p:cSld>
  <p:clrMapOvr>
    <a:masterClrMapping/>
  </p:clrMapOvr>
</p:sld>
</file>

<file path=ppt/theme/theme1.xml><?xml version="1.0" encoding="utf-8"?>
<a:theme xmlns:a="http://schemas.openxmlformats.org/drawingml/2006/main" name="Powerpoint_UGent_EN_PS">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Universiteit Gent">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1750">
          <a:solidFill>
            <a:srgbClr val="1E64C8"/>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31750">
          <a:solidFill>
            <a:srgbClr val="1E64C8"/>
          </a:solidFill>
          <a:headEnd type="triangle" w="lg" len="lg"/>
          <a:tailEnd type="triangl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120000"/>
          </a:lnSpc>
          <a:defRPr sz="2500" smtClean="0"/>
        </a:defPPr>
      </a:lstStyle>
    </a:txDef>
  </a:objectDefaults>
  <a:extraClrSchemeLst/>
  <a:extLst>
    <a:ext uri="{05A4C25C-085E-4340-85A3-A5531E510DB2}">
      <thm15:themeFamily xmlns:thm15="http://schemas.microsoft.com/office/thememl/2012/main" name="Presentation-UK-LW_1_0_13.potx" id="{3201E771-F791-46B7-8648-80514AB81F54}" vid="{1858D3B1-E83B-4AD4-AB74-FC64152F8D7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Powerpoint_UGent_EN_PS</Template>
  <TotalTime>7121</TotalTime>
  <Words>915</Words>
  <Application>Microsoft Office PowerPoint</Application>
  <PresentationFormat>Aangepast</PresentationFormat>
  <Paragraphs>99</Paragraphs>
  <Slides>12</Slides>
  <Notes>2</Notes>
  <HiddenSlides>0</HiddenSlides>
  <MMClips>0</MMClips>
  <ScaleCrop>false</ScaleCrop>
  <HeadingPairs>
    <vt:vector size="6" baseType="variant">
      <vt:variant>
        <vt:lpstr>Gebruikte lettertypen</vt:lpstr>
      </vt:variant>
      <vt:variant>
        <vt:i4>6</vt:i4>
      </vt:variant>
      <vt:variant>
        <vt:lpstr>Thema</vt:lpstr>
      </vt:variant>
      <vt:variant>
        <vt:i4>1</vt:i4>
      </vt:variant>
      <vt:variant>
        <vt:lpstr>Diatitels</vt:lpstr>
      </vt:variant>
      <vt:variant>
        <vt:i4>12</vt:i4>
      </vt:variant>
    </vt:vector>
  </HeadingPairs>
  <TitlesOfParts>
    <vt:vector size="19" baseType="lpstr">
      <vt:lpstr>Arial</vt:lpstr>
      <vt:lpstr>Arial Narrow</vt:lpstr>
      <vt:lpstr>Calibri</vt:lpstr>
      <vt:lpstr>Lucida Grande</vt:lpstr>
      <vt:lpstr>Verdana</vt:lpstr>
      <vt:lpstr>Wingdings</vt:lpstr>
      <vt:lpstr>Powerpoint_UGent_EN_PS</vt:lpstr>
      <vt:lpstr>Hst 8: Inferentiële statistiek in zes stappen tien voorbeeldexamenvragen </vt:lpstr>
      <vt:lpstr>Rechten en plichten</vt:lpstr>
      <vt:lpstr>Voorbeeld examenvraag 1</vt:lpstr>
      <vt:lpstr>Voorbeeld examenvraag 2</vt:lpstr>
      <vt:lpstr>Voorbeeld examenvraag 3</vt:lpstr>
      <vt:lpstr>Voorbeeld examenvraag 4</vt:lpstr>
      <vt:lpstr>Voorbeeld examenvraag 5</vt:lpstr>
      <vt:lpstr>Voorbeeld examenvraag 6</vt:lpstr>
      <vt:lpstr>Voorbeeld examenvraag 7</vt:lpstr>
      <vt:lpstr>Voorbeeld examenvraag 8</vt:lpstr>
      <vt:lpstr>Voorbeeld examenvraag 9</vt:lpstr>
      <vt:lpstr>Voorbeeld examenvraag 10</vt:lpstr>
    </vt:vector>
  </TitlesOfParts>
  <Company>UA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Ponnet</dc:creator>
  <cp:lastModifiedBy>Ann De Buck</cp:lastModifiedBy>
  <cp:revision>227</cp:revision>
  <cp:lastPrinted>2023-11-06T17:43:57Z</cp:lastPrinted>
  <dcterms:created xsi:type="dcterms:W3CDTF">2016-09-23T07:15:13Z</dcterms:created>
  <dcterms:modified xsi:type="dcterms:W3CDTF">2024-11-05T19:24:11Z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icensed to">
    <vt:lpwstr>Ghent University</vt:lpwstr>
  </property>
  <property fmtid="{D5CDD505-2E9C-101B-9397-08002B2CF9AE}" pid="3" name="Version">
    <vt:lpwstr>1.0</vt:lpwstr>
  </property>
  <property fmtid="{D5CDD505-2E9C-101B-9397-08002B2CF9AE}" pid="4" name="Date">
    <vt:filetime>2016-09-20T22:00:00Z</vt:filetime>
  </property>
  <property fmtid="{D5CDD505-2E9C-101B-9397-08002B2CF9AE}" pid="5" name="Build">
    <vt:i4>13</vt:i4>
  </property>
  <property fmtid="{D5CDD505-2E9C-101B-9397-08002B2CF9AE}" pid="6" name="Cmt 1">
    <vt:lpwstr>create</vt:lpwstr>
  </property>
  <property fmtid="{D5CDD505-2E9C-101B-9397-08002B2CF9AE}" pid="7" name="Cmt 2">
    <vt:lpwstr>1st draft</vt:lpwstr>
  </property>
  <property fmtid="{D5CDD505-2E9C-101B-9397-08002B2CF9AE}" pid="8" name="Cmt 3">
    <vt:lpwstr>Corporate splitt off</vt:lpwstr>
  </property>
  <property fmtid="{D5CDD505-2E9C-101B-9397-08002B2CF9AE}" pid="9" name="Cmt 4">
    <vt:lpwstr>2nd draft</vt:lpwstr>
  </property>
  <property fmtid="{D5CDD505-2E9C-101B-9397-08002B2CF9AE}" pid="10" name="Cmt 5">
    <vt:lpwstr>set text box and shape defaults</vt:lpwstr>
  </property>
  <property fmtid="{D5CDD505-2E9C-101B-9397-08002B2CF9AE}" pid="11" name="Cmt 6">
    <vt:lpwstr>end slide text acc. to letter</vt:lpwstr>
  </property>
  <property fmtid="{D5CDD505-2E9C-101B-9397-08002B2CF9AE}" pid="12" name="Cmt 7">
    <vt:lpwstr>logo opening slide sharpened</vt:lpwstr>
  </property>
  <property fmtid="{D5CDD505-2E9C-101B-9397-08002B2CF9AE}" pid="13" name="Cmt 8-9">
    <vt:lpwstr>comments 19-9-2016</vt:lpwstr>
  </property>
  <property fmtid="{D5CDD505-2E9C-101B-9397-08002B2CF9AE}" pid="14" name="Cmt 10">
    <vt:lpwstr>social media data redesigned</vt:lpwstr>
  </property>
  <property fmtid="{D5CDD505-2E9C-101B-9397-08002B2CF9AE}" pid="15" name="Cmt 11">
    <vt:lpwstr>Title Slide renamed to TitleSlide</vt:lpwstr>
  </property>
  <property fmtid="{D5CDD505-2E9C-101B-9397-08002B2CF9AE}" pid="16" name="Cmt 12">
    <vt:lpwstr>Title and text size</vt:lpwstr>
  </property>
  <property fmtid="{D5CDD505-2E9C-101B-9397-08002B2CF9AE}" pid="17" name="Cmt 13">
    <vt:lpwstr>socmed pictos &gt; normal view</vt:lpwstr>
  </property>
</Properties>
</file>