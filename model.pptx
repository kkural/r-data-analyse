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EBA383-363F-46B5-978F-074B95C2CEAF}" v="143" dt="2025-11-14T15:15:49.6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643" autoAdjust="0"/>
    <p:restoredTop sz="70944" autoAdjust="0"/>
  </p:normalViewPr>
  <p:slideViewPr>
    <p:cSldViewPr snapToGrid="0" snapToObjects="1">
      <p:cViewPr varScale="1">
        <p:scale>
          <a:sx n="135" d="100"/>
          <a:sy n="135" d="100"/>
        </p:scale>
        <p:origin x="120" y="240"/>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ralarasan Kumar" userId="e84b6222-d1bb-4c80-975a-5f88ee3ce3e4" providerId="ADAL" clId="{12A40E16-DF03-4669-92B3-6DD1AB9FFF22}"/>
    <pc:docChg chg="undo custSel modSld addMainMaster delMainMaster modMainMaster">
      <pc:chgData name="Kuralarasan Kumar" userId="e84b6222-d1bb-4c80-975a-5f88ee3ce3e4" providerId="ADAL" clId="{12A40E16-DF03-4669-92B3-6DD1AB9FFF22}" dt="2025-11-14T15:15:49.617" v="144"/>
      <pc:docMkLst>
        <pc:docMk/>
      </pc:docMkLst>
      <pc:sldChg chg="setBg">
        <pc:chgData name="Kuralarasan Kumar" userId="e84b6222-d1bb-4c80-975a-5f88ee3ce3e4" providerId="ADAL" clId="{12A40E16-DF03-4669-92B3-6DD1AB9FFF22}" dt="2025-11-14T15:15:15.573" v="139"/>
        <pc:sldMkLst>
          <pc:docMk/>
          <pc:sldMk cId="0" sldId="256"/>
        </pc:sldMkLst>
      </pc:sldChg>
      <pc:sldChg chg="setBg">
        <pc:chgData name="Kuralarasan Kumar" userId="e84b6222-d1bb-4c80-975a-5f88ee3ce3e4" providerId="ADAL" clId="{12A40E16-DF03-4669-92B3-6DD1AB9FFF22}" dt="2025-11-14T15:15:15.573" v="139"/>
        <pc:sldMkLst>
          <pc:docMk/>
          <pc:sldMk cId="0" sldId="257"/>
        </pc:sldMkLst>
      </pc:sldChg>
      <pc:sldChg chg="modSp mod">
        <pc:chgData name="Kuralarasan Kumar" userId="e84b6222-d1bb-4c80-975a-5f88ee3ce3e4" providerId="ADAL" clId="{12A40E16-DF03-4669-92B3-6DD1AB9FFF22}" dt="2025-11-14T14:53:47.755" v="3" actId="27636"/>
        <pc:sldMkLst>
          <pc:docMk/>
          <pc:sldMk cId="0" sldId="258"/>
        </pc:sldMkLst>
        <pc:spChg chg="mod">
          <ac:chgData name="Kuralarasan Kumar" userId="e84b6222-d1bb-4c80-975a-5f88ee3ce3e4" providerId="ADAL" clId="{12A40E16-DF03-4669-92B3-6DD1AB9FFF22}" dt="2025-11-14T14:53:47.755" v="3" actId="27636"/>
          <ac:spMkLst>
            <pc:docMk/>
            <pc:sldMk cId="0" sldId="258"/>
            <ac:spMk id="3" creationId="{00000000-0000-0000-0000-000000000000}"/>
          </ac:spMkLst>
        </pc:spChg>
      </pc:sldChg>
      <pc:sldChg chg="modSp mod">
        <pc:chgData name="Kuralarasan Kumar" userId="e84b6222-d1bb-4c80-975a-5f88ee3ce3e4" providerId="ADAL" clId="{12A40E16-DF03-4669-92B3-6DD1AB9FFF22}" dt="2025-11-14T14:53:47.834" v="4" actId="27636"/>
        <pc:sldMkLst>
          <pc:docMk/>
          <pc:sldMk cId="0" sldId="268"/>
        </pc:sldMkLst>
        <pc:spChg chg="mod">
          <ac:chgData name="Kuralarasan Kumar" userId="e84b6222-d1bb-4c80-975a-5f88ee3ce3e4" providerId="ADAL" clId="{12A40E16-DF03-4669-92B3-6DD1AB9FFF22}" dt="2025-11-14T14:53:47.834" v="4" actId="27636"/>
          <ac:spMkLst>
            <pc:docMk/>
            <pc:sldMk cId="0" sldId="268"/>
            <ac:spMk id="3" creationId="{00000000-0000-0000-0000-000000000000}"/>
          </ac:spMkLst>
        </pc:spChg>
      </pc:sldChg>
      <pc:sldMasterChg chg="setBg modSldLayout">
        <pc:chgData name="Kuralarasan Kumar" userId="e84b6222-d1bb-4c80-975a-5f88ee3ce3e4" providerId="ADAL" clId="{12A40E16-DF03-4669-92B3-6DD1AB9FFF22}" dt="2025-11-14T15:15:49.617" v="144"/>
        <pc:sldMasterMkLst>
          <pc:docMk/>
          <pc:sldMasterMk cId="3676200875" sldId="2147483648"/>
        </pc:sldMasterMkLst>
        <pc:sldLayoutChg chg="setBg">
          <pc:chgData name="Kuralarasan Kumar" userId="e84b6222-d1bb-4c80-975a-5f88ee3ce3e4" providerId="ADAL" clId="{12A40E16-DF03-4669-92B3-6DD1AB9FFF22}" dt="2025-11-14T15:15:15.573" v="139"/>
          <pc:sldLayoutMkLst>
            <pc:docMk/>
            <pc:sldMasterMk cId="3676200875" sldId="2147483648"/>
            <pc:sldLayoutMk cId="1444357513" sldId="2147483649"/>
          </pc:sldLayoutMkLst>
        </pc:sldLayoutChg>
        <pc:sldLayoutChg chg="setBg">
          <pc:chgData name="Kuralarasan Kumar" userId="e84b6222-d1bb-4c80-975a-5f88ee3ce3e4" providerId="ADAL" clId="{12A40E16-DF03-4669-92B3-6DD1AB9FFF22}" dt="2025-11-14T15:15:15.573" v="139"/>
          <pc:sldLayoutMkLst>
            <pc:docMk/>
            <pc:sldMasterMk cId="3676200875" sldId="2147483648"/>
            <pc:sldLayoutMk cId="338346009" sldId="2147483650"/>
          </pc:sldLayoutMkLst>
        </pc:sldLayoutChg>
        <pc:sldLayoutChg chg="setBg">
          <pc:chgData name="Kuralarasan Kumar" userId="e84b6222-d1bb-4c80-975a-5f88ee3ce3e4" providerId="ADAL" clId="{12A40E16-DF03-4669-92B3-6DD1AB9FFF22}" dt="2025-11-14T15:15:49.617" v="144"/>
          <pc:sldLayoutMkLst>
            <pc:docMk/>
            <pc:sldMasterMk cId="3676200875" sldId="2147483648"/>
            <pc:sldLayoutMk cId="1073069076" sldId="2147483651"/>
          </pc:sldLayoutMkLst>
        </pc:sldLayoutChg>
        <pc:sldLayoutChg chg="setBg">
          <pc:chgData name="Kuralarasan Kumar" userId="e84b6222-d1bb-4c80-975a-5f88ee3ce3e4" providerId="ADAL" clId="{12A40E16-DF03-4669-92B3-6DD1AB9FFF22}" dt="2025-11-14T15:15:15.573" v="139"/>
          <pc:sldLayoutMkLst>
            <pc:docMk/>
            <pc:sldMasterMk cId="3676200875" sldId="2147483648"/>
            <pc:sldLayoutMk cId="2619886245" sldId="2147483652"/>
          </pc:sldLayoutMkLst>
        </pc:sldLayoutChg>
        <pc:sldLayoutChg chg="setBg">
          <pc:chgData name="Kuralarasan Kumar" userId="e84b6222-d1bb-4c80-975a-5f88ee3ce3e4" providerId="ADAL" clId="{12A40E16-DF03-4669-92B3-6DD1AB9FFF22}" dt="2025-11-14T15:15:15.573" v="139"/>
          <pc:sldLayoutMkLst>
            <pc:docMk/>
            <pc:sldMasterMk cId="3676200875" sldId="2147483648"/>
            <pc:sldLayoutMk cId="2535793967" sldId="2147483653"/>
          </pc:sldLayoutMkLst>
        </pc:sldLayoutChg>
        <pc:sldLayoutChg chg="setBg">
          <pc:chgData name="Kuralarasan Kumar" userId="e84b6222-d1bb-4c80-975a-5f88ee3ce3e4" providerId="ADAL" clId="{12A40E16-DF03-4669-92B3-6DD1AB9FFF22}" dt="2025-11-14T15:15:15.573" v="139"/>
          <pc:sldLayoutMkLst>
            <pc:docMk/>
            <pc:sldMasterMk cId="3676200875" sldId="2147483648"/>
            <pc:sldLayoutMk cId="3472721253" sldId="2147483654"/>
          </pc:sldLayoutMkLst>
        </pc:sldLayoutChg>
        <pc:sldLayoutChg chg="setBg">
          <pc:chgData name="Kuralarasan Kumar" userId="e84b6222-d1bb-4c80-975a-5f88ee3ce3e4" providerId="ADAL" clId="{12A40E16-DF03-4669-92B3-6DD1AB9FFF22}" dt="2025-11-14T15:15:15.573" v="139"/>
          <pc:sldLayoutMkLst>
            <pc:docMk/>
            <pc:sldMasterMk cId="3676200875" sldId="2147483648"/>
            <pc:sldLayoutMk cId="2130901097" sldId="2147483655"/>
          </pc:sldLayoutMkLst>
        </pc:sldLayoutChg>
        <pc:sldLayoutChg chg="setBg">
          <pc:chgData name="Kuralarasan Kumar" userId="e84b6222-d1bb-4c80-975a-5f88ee3ce3e4" providerId="ADAL" clId="{12A40E16-DF03-4669-92B3-6DD1AB9FFF22}" dt="2025-11-14T15:15:15.573" v="139"/>
          <pc:sldLayoutMkLst>
            <pc:docMk/>
            <pc:sldMasterMk cId="3676200875" sldId="2147483648"/>
            <pc:sldLayoutMk cId="3540895647" sldId="2147483656"/>
          </pc:sldLayoutMkLst>
        </pc:sldLayoutChg>
        <pc:sldLayoutChg chg="setBg">
          <pc:chgData name="Kuralarasan Kumar" userId="e84b6222-d1bb-4c80-975a-5f88ee3ce3e4" providerId="ADAL" clId="{12A40E16-DF03-4669-92B3-6DD1AB9FFF22}" dt="2025-11-14T15:15:15.573" v="139"/>
          <pc:sldLayoutMkLst>
            <pc:docMk/>
            <pc:sldMasterMk cId="3676200875" sldId="2147483648"/>
            <pc:sldLayoutMk cId="3566899855" sldId="2147483657"/>
          </pc:sldLayoutMkLst>
        </pc:sldLayoutChg>
        <pc:sldLayoutChg chg="setBg">
          <pc:chgData name="Kuralarasan Kumar" userId="e84b6222-d1bb-4c80-975a-5f88ee3ce3e4" providerId="ADAL" clId="{12A40E16-DF03-4669-92B3-6DD1AB9FFF22}" dt="2025-11-14T15:15:15.573" v="139"/>
          <pc:sldLayoutMkLst>
            <pc:docMk/>
            <pc:sldMasterMk cId="3676200875" sldId="2147483648"/>
            <pc:sldLayoutMk cId="313914798" sldId="2147483658"/>
          </pc:sldLayoutMkLst>
        </pc:sldLayoutChg>
        <pc:sldLayoutChg chg="setBg">
          <pc:chgData name="Kuralarasan Kumar" userId="e84b6222-d1bb-4c80-975a-5f88ee3ce3e4" providerId="ADAL" clId="{12A40E16-DF03-4669-92B3-6DD1AB9FFF22}" dt="2025-11-14T15:15:15.573" v="139"/>
          <pc:sldLayoutMkLst>
            <pc:docMk/>
            <pc:sldMasterMk cId="3676200875" sldId="2147483648"/>
            <pc:sldLayoutMk cId="2581529045" sldId="2147483659"/>
          </pc:sldLayoutMkLst>
        </pc:sldLayoutChg>
      </pc:sldMasterChg>
      <pc:sldMasterChg chg="new del mod addSldLayout delSldLayout">
        <pc:chgData name="Kuralarasan Kumar" userId="e84b6222-d1bb-4c80-975a-5f88ee3ce3e4" providerId="ADAL" clId="{12A40E16-DF03-4669-92B3-6DD1AB9FFF22}" dt="2025-11-14T14:52:54.900" v="1" actId="6938"/>
        <pc:sldMasterMkLst>
          <pc:docMk/>
          <pc:sldMasterMk cId="2755497805" sldId="2147483660"/>
        </pc:sldMasterMkLst>
        <pc:sldLayoutChg chg="new del replId">
          <pc:chgData name="Kuralarasan Kumar" userId="e84b6222-d1bb-4c80-975a-5f88ee3ce3e4" providerId="ADAL" clId="{12A40E16-DF03-4669-92B3-6DD1AB9FFF22}" dt="2025-11-14T14:52:54.900" v="1" actId="6938"/>
          <pc:sldLayoutMkLst>
            <pc:docMk/>
            <pc:sldMasterMk cId="2755497805" sldId="2147483660"/>
            <pc:sldLayoutMk cId="2707579733" sldId="2147483661"/>
          </pc:sldLayoutMkLst>
        </pc:sldLayoutChg>
        <pc:sldLayoutChg chg="new del replId">
          <pc:chgData name="Kuralarasan Kumar" userId="e84b6222-d1bb-4c80-975a-5f88ee3ce3e4" providerId="ADAL" clId="{12A40E16-DF03-4669-92B3-6DD1AB9FFF22}" dt="2025-11-14T14:52:54.900" v="1" actId="6938"/>
          <pc:sldLayoutMkLst>
            <pc:docMk/>
            <pc:sldMasterMk cId="2755497805" sldId="2147483660"/>
            <pc:sldLayoutMk cId="4153666480" sldId="2147483662"/>
          </pc:sldLayoutMkLst>
        </pc:sldLayoutChg>
        <pc:sldLayoutChg chg="new del replId">
          <pc:chgData name="Kuralarasan Kumar" userId="e84b6222-d1bb-4c80-975a-5f88ee3ce3e4" providerId="ADAL" clId="{12A40E16-DF03-4669-92B3-6DD1AB9FFF22}" dt="2025-11-14T14:52:54.900" v="1" actId="6938"/>
          <pc:sldLayoutMkLst>
            <pc:docMk/>
            <pc:sldMasterMk cId="2755497805" sldId="2147483660"/>
            <pc:sldLayoutMk cId="1468488133" sldId="2147483663"/>
          </pc:sldLayoutMkLst>
        </pc:sldLayoutChg>
        <pc:sldLayoutChg chg="new del replId">
          <pc:chgData name="Kuralarasan Kumar" userId="e84b6222-d1bb-4c80-975a-5f88ee3ce3e4" providerId="ADAL" clId="{12A40E16-DF03-4669-92B3-6DD1AB9FFF22}" dt="2025-11-14T14:52:54.900" v="1" actId="6938"/>
          <pc:sldLayoutMkLst>
            <pc:docMk/>
            <pc:sldMasterMk cId="2755497805" sldId="2147483660"/>
            <pc:sldLayoutMk cId="3627751401" sldId="2147483664"/>
          </pc:sldLayoutMkLst>
        </pc:sldLayoutChg>
        <pc:sldLayoutChg chg="new del replId">
          <pc:chgData name="Kuralarasan Kumar" userId="e84b6222-d1bb-4c80-975a-5f88ee3ce3e4" providerId="ADAL" clId="{12A40E16-DF03-4669-92B3-6DD1AB9FFF22}" dt="2025-11-14T14:52:54.900" v="1" actId="6938"/>
          <pc:sldLayoutMkLst>
            <pc:docMk/>
            <pc:sldMasterMk cId="2755497805" sldId="2147483660"/>
            <pc:sldLayoutMk cId="657143110" sldId="2147483665"/>
          </pc:sldLayoutMkLst>
        </pc:sldLayoutChg>
        <pc:sldLayoutChg chg="new del replId">
          <pc:chgData name="Kuralarasan Kumar" userId="e84b6222-d1bb-4c80-975a-5f88ee3ce3e4" providerId="ADAL" clId="{12A40E16-DF03-4669-92B3-6DD1AB9FFF22}" dt="2025-11-14T14:52:54.900" v="1" actId="6938"/>
          <pc:sldLayoutMkLst>
            <pc:docMk/>
            <pc:sldMasterMk cId="2755497805" sldId="2147483660"/>
            <pc:sldLayoutMk cId="1128518264" sldId="2147483666"/>
          </pc:sldLayoutMkLst>
        </pc:sldLayoutChg>
        <pc:sldLayoutChg chg="new del replId">
          <pc:chgData name="Kuralarasan Kumar" userId="e84b6222-d1bb-4c80-975a-5f88ee3ce3e4" providerId="ADAL" clId="{12A40E16-DF03-4669-92B3-6DD1AB9FFF22}" dt="2025-11-14T14:52:54.900" v="1" actId="6938"/>
          <pc:sldLayoutMkLst>
            <pc:docMk/>
            <pc:sldMasterMk cId="2755497805" sldId="2147483660"/>
            <pc:sldLayoutMk cId="599436469" sldId="2147483667"/>
          </pc:sldLayoutMkLst>
        </pc:sldLayoutChg>
        <pc:sldLayoutChg chg="new del replId">
          <pc:chgData name="Kuralarasan Kumar" userId="e84b6222-d1bb-4c80-975a-5f88ee3ce3e4" providerId="ADAL" clId="{12A40E16-DF03-4669-92B3-6DD1AB9FFF22}" dt="2025-11-14T14:52:54.900" v="1" actId="6938"/>
          <pc:sldLayoutMkLst>
            <pc:docMk/>
            <pc:sldMasterMk cId="2755497805" sldId="2147483660"/>
            <pc:sldLayoutMk cId="1484490434" sldId="2147483668"/>
          </pc:sldLayoutMkLst>
        </pc:sldLayoutChg>
        <pc:sldLayoutChg chg="new del replId">
          <pc:chgData name="Kuralarasan Kumar" userId="e84b6222-d1bb-4c80-975a-5f88ee3ce3e4" providerId="ADAL" clId="{12A40E16-DF03-4669-92B3-6DD1AB9FFF22}" dt="2025-11-14T14:52:54.900" v="1" actId="6938"/>
          <pc:sldLayoutMkLst>
            <pc:docMk/>
            <pc:sldMasterMk cId="2755497805" sldId="2147483660"/>
            <pc:sldLayoutMk cId="511803313" sldId="2147483669"/>
          </pc:sldLayoutMkLst>
        </pc:sldLayoutChg>
        <pc:sldLayoutChg chg="new del replId">
          <pc:chgData name="Kuralarasan Kumar" userId="e84b6222-d1bb-4c80-975a-5f88ee3ce3e4" providerId="ADAL" clId="{12A40E16-DF03-4669-92B3-6DD1AB9FFF22}" dt="2025-11-14T14:52:54.900" v="1" actId="6938"/>
          <pc:sldLayoutMkLst>
            <pc:docMk/>
            <pc:sldMasterMk cId="2755497805" sldId="2147483660"/>
            <pc:sldLayoutMk cId="1041383803" sldId="2147483670"/>
          </pc:sldLayoutMkLst>
        </pc:sldLayoutChg>
        <pc:sldLayoutChg chg="new del replId">
          <pc:chgData name="Kuralarasan Kumar" userId="e84b6222-d1bb-4c80-975a-5f88ee3ce3e4" providerId="ADAL" clId="{12A40E16-DF03-4669-92B3-6DD1AB9FFF22}" dt="2025-11-14T14:52:54.900" v="1" actId="6938"/>
          <pc:sldLayoutMkLst>
            <pc:docMk/>
            <pc:sldMasterMk cId="2755497805" sldId="2147483660"/>
            <pc:sldLayoutMk cId="3141583011" sldId="214748367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Welkom iedereen. Vandaag gaan we het verhaal vertellen van Jean-Claude Van Damme, een Belgische acteur en vechtsporter die uit niets een wereldster werd. Dit is een inspirerend verhaal over discipline, doorzetten, problemen overwinnen, en terugkeren naar succes. Het gaat niet alleen over films en faam, maar ook over wat het betekent om menselijk te zijn - om te vallen en weer op te staan.</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Dit zijn de punten die we vandaag gaan behandelen. We beginnen met wie hij is en waar hij vandaan komt, dan gaan we door zijn leven: zijn familie, hoe hij trainde, zijn filmcarrière van start tot doorbraak, de moeilijke tijden, hoe hij terugkwam, en wat hij nu doet. Tot slot kijken we naar wat we van hem kunnen leren.</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Jean-Claude Van Damme is een Belgische acteur en vechtsporter. Zijn echte naam is Jean-Claude Camille François Van Varenberg. Hij is geboren op 18 oktober 1960 in Brussel, België. De bijnaam “The Muscles from Brussels” komt van twee dingen: hij is erg gespierd en sterk door jaren training, en hij komt uit Brussel. Deze bijnaam werd beroemd in de jaren ’80 en ’90 toen hij grote filmster werd. Hij is niet alleen bekend in België, maar is een wereldster die in veel landen films maakte en fans heeft.</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Jean-Claude werd geboren in een gewone Belgische familie. Zijn vader, Eugène Van Varenberg, had een bloemenwinkel in Brussel. Zijn moeder, Elaine Moës, zorgde voor het gezin. Jean-Claude was als kind klein en verlegen. Andere kinderen plagden hem omdat hij niet groot of sterk genoeg was. Dit was moeilijk voor hem. Maar op zijn 10de jaar begon hij met karate. Dit was een keerpunt in zijn leven. Karate gaf hem zelfvertrouwen, sterkte, en discipline. Hij voelde dat hij eindelijk beter kon worden dan de anderen.</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Van jongs af aan trainde Jean-Claude bijna elke dag karate. Hij was heel serieus en gemotiveerd. Zijn harde werk betaalde af - hij werd Belgisch kampioen karate. Maar hij wilde meer dan alleen een kampioen worden. Hij realiseerde zich dat hij ook flexibel moest zijn. Daarom deed hij ballet - iets ongewoon voor een jonge man die karate deed. Ballet maakte zijn lichaam soepel en gave hem gratie in beweging. Jean-Claude zei ooit: “Ballet is de zwaarste training ter wereld.” Dit helpt hem later als acteur met acrobatische stunts. De filosofie erachter was simpel: Discipline is het geheim van succes. Je moet je lichaam trainen, maar ook je geest. Hard werken, elke dag, geen shortcuts.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Op zijn 24de jaar maakte Jean-Claude een grote beslissing. Hij verliet België en ging naar Hollywood in de Verenigde Staten. Dit was een moedige stap. Hij had één droom: filmacteur worden. Maar de werkelijkheid was moeilijk. Hij had bijna geen geld. Hij kende niemand in Hollywood. Hij had geen contacten. Niemand kende zijn naam. In het begin deed hij kleine banen om geld te verdienen - hij werkte in restaurants, in sportscholen. Hij voelde zich eenzaam in een vreemd land. Veel acteurs zouden opgeven. Maar Jean-Claude niet. Hij bleef trainen, hij bleef audities doen. Hij wist dat hij een kans nodig had. Dat was de discipline van karate nog steeds in hem.</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 1988 kwam Bloodsport uit. Dit was zijn doorbraakfilm. De film was een enorm succes wereldwijd. Eindelijk! Twaalf jaar na hij naar Hollywood ging! De film toonde zijn karate-skills op een spannende manier. Het publiek hield van hem. Eindelijk kregen mensen aandacht voor Jean-Claude Van Damme. Na Bloodsport kwamen meer grote films. Kickboxer was nog beter. Universal Soldier, Timecop, Double Impact - allemaal hits. Zijn stijl was uniek. Hij maakte snelle, acrobatische bewegingen. Hij deed spagaten in gevechten - iets wat niemand anders deed. Hij combineerde echte martial arts met film show. En hij deed veel stunts zelf, niet met stand-ins. Dit was gevaarlijk maar maakte de films authentiek en spectaculair.</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Na Bloodsport werd Jean-Claude wereldberoemd. Hij had fans in bijna elk land. Kinderen kenden zijn naam. Volwassenen gingen naar zijn films. Hij was een van de grootste filmsterren van de jaren ’80 en ’90. Hij won verschillende filmprijzen en Awards. MTV kende hem. Hollywood erkende zijn talent. Zijn impact was groot. Hij veranderde hoe actiefilms werden gemaakt. Vóór Van Damme waren actiefilms vaak ruw en simpel. Van Damme bracht elegantie, flexibiliteit, en echte martial arts in actiefilms. Hij inspireerde vele andere acteurs. Tot vandaag wordt hij gezien als een icoon van actiefilms uit die periode.</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Na al zijn succes en faam kreeg Jean-Claude veel problemen. Het geluid van succes is niet altijd gezond. Hij had veel stress van filmwerk. Relaties braken op - hij was drie keer getrouwd. Hij had problemen met alcohol en drugs. Dit begon langzaam maar werd erger. Hij had depressie en voelde zich verloren. Niemand wist dat de “Muscles from Brussels” zo hard streed. Zijn films van deze periode waren niet goed. Het publiek verliest interesse. Zijn zelfvertrouwen verdween. Dit gebeurde in de jaren ’90 - toen internet nog niet groot was, dus weinig iemand wist hoe slecht het ging.</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Dit is het mooiste deel van het verhaal. Jean-Claude realiseerde zich dat hij hulp nodig had. Dit was moedig - veel beroemde mensen negeren hun problemen. Maar hij zei openlijk: “Iedereen kan vallen, maar je moet weer opstaan.” Hij ging naar therapie. Hij stopte met alcohol en drugs. Dit was zeer moeilijk. Maar hij bracht de discipline terug die hij van karate had. Stap voor stap. Dan begon het internet te groeien. Oude Van Damme films werden online populair. Een nieuwe generatie ontdekte hem. Jongeren vonden zijn films cool. Zijn oude fans bleven loyal. Langzaam kreeg hij betere rollen. Kleinere films eerst, dan grotere. Dit werd zijn comeback. Het was niet de groot Hollywood come-back, maar iets sterkers - echte comeback van iemand die sterker terugkwam.</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Jean-Claude woont nu vooral in Los Angeles, maar hij komt regelmatig naar België - naar Brussel waar hij werd geboren. Dit is belangrijk voor hem. Hij vergeet niet waar hij vandaan komt. Ondanks zijn leeftijd - hij is nu 60+ jaren oud - sport hij nog elke dag. Dit is nog steeds onderdeel van zijn leven. Discipline blijft. Hij eet gezond en drinkt geen alcohol meer. In zijn leven nu richt hij zich op andere zaken. Hij doet werk voor dierenbescherming - hij houdt van dieren. Hij ondersteunt milieuprojecten. Hij houdt van de natuur. Familie is heel belangrijk voor hem. En hij zoekt spirituele betekenis - dit hielp hem door zijn moeilijke periode. Hij is niet meer de jonge “Muscles from Brussels” - hij is een volwassen man die geleerd heeft wat echt belangrijk is.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Dit is waarom Jean-Claude’s verhaal zo inspirerend is. Hij was een normale jongen uit Brussel - klein, verlegen, geplagd op school. Maar met discipline en doorzetting werd hij wereldster. Dit kan anderen motiveren: als hij het kon, kunnen zij het ook. De vier lessen zijn: 1. Discipline werkt. Niet geluk, niet faam, maar dagelijks werken. 2. Doorzetten betekent niet opgeven, ook niet na mislukking. 3. Problemen zijn normaal, maar erover spreken en hulp zoeken is sterk. 4. Bescheid blijven - familie en gezondheid zijn belangrijker dan faam. Dit zijn lessen voor iedereen, niet alleen voor acteurs.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Dit zijn zijn twee beroemde zinnen. Dit vat eigenlijk alles samen. Het eerste quote erkent dat iedereen problemen heeft - je hoeft niet perfect te zijn. Het tweede geeft hoop: je kunt terugkomen. En het derde: doorzetten en geloof in jezelf. Dit zijn sterke boodschappen uit iemand die het echt meegemaakt heeft. Dit zijn niet loze woorden, maar uit zijn echte ervaring.</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Dit vat alles samen. Van klein verlegen jongetje uit Brussel naar filmster. Van succes naar problemen. Van problemen naar comeback. En nu: een man die anderen inspireert met zijn verhaal. Zijn reis is niet voorbij - hij leert nog steeds, groeit nog steeds. Dit is waarom zijn verhaal belangrijk is: het is echt, het is menselijk, het toont dat niemand alleen is met problemen, en dat hoop altijd mogelijk is.</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Dit was het einde van de presentatie. Bedank het publiek en open voor vragen. Je kan nog meer details geven als iemand vraagt. Dit is een goed moment om interactie te hebben met het publiek.</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alphaModFix amt="10000"/>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15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11/14/2025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marL="0" lvl="0" indent="0">
              <a:buNone/>
            </a:pPr>
            <a:r>
              <a:t>Jean-Claude Van Damme</a:t>
            </a:r>
          </a:p>
        </p:txBody>
      </p:sp>
      <p:sp>
        <p:nvSpPr>
          <p:cNvPr id="3" name="Subtitle 2"/>
          <p:cNvSpPr>
            <a:spLocks noGrp="1"/>
          </p:cNvSpPr>
          <p:nvPr>
            <p:ph type="subTitle" idx="1"/>
          </p:nvPr>
        </p:nvSpPr>
        <p:spPr>
          <a:xfrm>
            <a:off x="1371600" y="2914650"/>
            <a:ext cx="6400800" cy="1314450"/>
          </a:xfrm>
        </p:spPr>
        <p:txBody>
          <a:bodyPr/>
          <a:lstStyle/>
          <a:p>
            <a:pPr marL="0" lvl="0" indent="0">
              <a:buNone/>
            </a:pPr>
            <a:r>
              <a:t>The Muscles from Brussels</a:t>
            </a:r>
            <a:br/>
            <a:br/>
            <a:r>
              <a:t>Jouw Naam</a:t>
            </a:r>
          </a:p>
        </p:txBody>
      </p:sp>
      <p:sp>
        <p:nvSpPr>
          <p:cNvPr id="4" name="Date Placeholder 3"/>
          <p:cNvSpPr>
            <a:spLocks noGrp="1"/>
          </p:cNvSpPr>
          <p:nvPr>
            <p:ph type="dt" sz="half" idx="10"/>
          </p:nvPr>
        </p:nvSpPr>
        <p:spPr/>
        <p:txBody>
          <a:bodyPr/>
          <a:lstStyle/>
          <a:p>
            <a:pPr marL="0" lvl="0" indent="0">
              <a:buNone/>
            </a:pPr>
            <a:r>
              <a:t>2025-11-14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Jean-Claude Van Damme</a:t>
            </a:r>
          </a:p>
        </p:txBody>
      </p:sp>
      <p:sp>
        <p:nvSpPr>
          <p:cNvPr id="3" name="Content Placeholder 2"/>
          <p:cNvSpPr>
            <a:spLocks noGrp="1"/>
          </p:cNvSpPr>
          <p:nvPr>
            <p:ph idx="1"/>
          </p:nvPr>
        </p:nvSpPr>
        <p:spPr/>
        <p:txBody>
          <a:bodyPr/>
          <a:lstStyle/>
          <a:p>
            <a:pPr marL="0" lvl="0" indent="0">
              <a:spcBef>
                <a:spcPts val="3000"/>
              </a:spcBef>
              <a:buNone/>
            </a:pPr>
            <a:r>
              <a:rPr b="1" i="1"/>
              <a:t>The Muscles from Brussels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Inhoud</a:t>
            </a:r>
          </a:p>
        </p:txBody>
      </p:sp>
      <p:sp>
        <p:nvSpPr>
          <p:cNvPr id="3" name="Content Placeholder 2"/>
          <p:cNvSpPr>
            <a:spLocks noGrp="1"/>
          </p:cNvSpPr>
          <p:nvPr>
            <p:ph idx="1"/>
          </p:nvPr>
        </p:nvSpPr>
        <p:spPr/>
        <p:txBody>
          <a:bodyPr>
            <a:normAutofit fontScale="92500" lnSpcReduction="10000"/>
          </a:bodyPr>
          <a:lstStyle/>
          <a:p>
            <a:pPr lvl="0"/>
            <a:r>
              <a:t>Introductie</a:t>
            </a:r>
          </a:p>
          <a:p>
            <a:pPr lvl="0"/>
            <a:r>
              <a:t>Familie en jeugd</a:t>
            </a:r>
          </a:p>
          <a:p>
            <a:pPr lvl="0"/>
            <a:r>
              <a:t>Training</a:t>
            </a:r>
          </a:p>
          <a:p>
            <a:pPr lvl="0"/>
            <a:r>
              <a:t>Filmcarrière</a:t>
            </a:r>
          </a:p>
          <a:p>
            <a:pPr lvl="0"/>
            <a:r>
              <a:t>Hoogtepunten</a:t>
            </a:r>
          </a:p>
          <a:p>
            <a:pPr lvl="0"/>
            <a:r>
              <a:t>Problemen</a:t>
            </a:r>
          </a:p>
          <a:p>
            <a:pPr lvl="0"/>
            <a:r>
              <a:t>Comeback</a:t>
            </a:r>
          </a:p>
          <a:p>
            <a:pPr lvl="0"/>
            <a:r>
              <a:t>Vandaag</a:t>
            </a:r>
          </a:p>
          <a:p>
            <a:pPr lvl="0"/>
            <a:r>
              <a:t>Lessen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Introductie</a:t>
            </a:r>
          </a:p>
        </p:txBody>
      </p:sp>
      <p:sp>
        <p:nvSpPr>
          <p:cNvPr id="3" name="Content Placeholder 2"/>
          <p:cNvSpPr>
            <a:spLocks noGrp="1"/>
          </p:cNvSpPr>
          <p:nvPr>
            <p:ph idx="1"/>
          </p:nvPr>
        </p:nvSpPr>
        <p:spPr/>
        <p:txBody>
          <a:bodyPr/>
          <a:lstStyle/>
          <a:p>
            <a:pPr marL="0" lvl="0" indent="0">
              <a:buNone/>
            </a:pPr>
            <a:r>
              <a:rPr b="1"/>
              <a:t>Jean-Claude Van Damme</a:t>
            </a:r>
            <a:r>
              <a:t> - Belgische acteur &amp; vechtsporter - Geboren: 18 oktober 1960, Brussel - Bijnaam: “The Muscles from Brussels”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Familie en Jeugd</a:t>
            </a:r>
          </a:p>
        </p:txBody>
      </p:sp>
      <p:sp>
        <p:nvSpPr>
          <p:cNvPr id="3" name="Content Placeholder 2"/>
          <p:cNvSpPr>
            <a:spLocks noGrp="1"/>
          </p:cNvSpPr>
          <p:nvPr>
            <p:ph idx="1"/>
          </p:nvPr>
        </p:nvSpPr>
        <p:spPr/>
        <p:txBody>
          <a:bodyPr/>
          <a:lstStyle/>
          <a:p>
            <a:pPr marL="0" lvl="0" indent="0">
              <a:buNone/>
            </a:pPr>
            <a:r>
              <a:rPr b="1"/>
              <a:t>Achtergrond:</a:t>
            </a:r>
            <a:r>
              <a:t> - Echte naam: Jean-Claude Van Varenberg - Vader: bloemenwinkel - Moeder: zorgde voor gezin</a:t>
            </a:r>
          </a:p>
          <a:p>
            <a:pPr marL="0" lvl="0" indent="0">
              <a:buNone/>
            </a:pPr>
            <a:r>
              <a:rPr b="1"/>
              <a:t>Als kind:</a:t>
            </a:r>
            <a:r>
              <a:t> - Klein en verlegen - Werd geplagd - Op 10 jaar: karate begonnen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Training &amp; Discipline</a:t>
            </a:r>
          </a:p>
        </p:txBody>
      </p:sp>
      <p:sp>
        <p:nvSpPr>
          <p:cNvPr id="3" name="Content Placeholder 2"/>
          <p:cNvSpPr>
            <a:spLocks noGrp="1"/>
          </p:cNvSpPr>
          <p:nvPr>
            <p:ph idx="1"/>
          </p:nvPr>
        </p:nvSpPr>
        <p:spPr/>
        <p:txBody>
          <a:bodyPr/>
          <a:lstStyle/>
          <a:p>
            <a:pPr marL="0" lvl="0" indent="0">
              <a:buNone/>
            </a:pPr>
            <a:r>
              <a:rPr b="1"/>
              <a:t>Karate:</a:t>
            </a:r>
            <a:r>
              <a:t> - Elke dag trainen - Belgisch kampioen</a:t>
            </a:r>
          </a:p>
          <a:p>
            <a:pPr marL="0" lvl="0" indent="0">
              <a:buNone/>
            </a:pPr>
            <a:r>
              <a:rPr b="1"/>
              <a:t>Ballet:</a:t>
            </a:r>
            <a:r>
              <a:t> - Voor flexibiliteit - “Hardste training ter wereld”</a:t>
            </a:r>
          </a:p>
          <a:p>
            <a:pPr marL="0" lvl="0" indent="0">
              <a:buNone/>
            </a:pPr>
            <a:r>
              <a:rPr b="1"/>
              <a:t>Filosofie:</a:t>
            </a:r>
            <a:r>
              <a:t> - Discipline = succes - Lichaam én geest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Filmcarrière Begint</a:t>
            </a:r>
          </a:p>
        </p:txBody>
      </p:sp>
      <p:sp>
        <p:nvSpPr>
          <p:cNvPr id="3" name="Content Placeholder 2"/>
          <p:cNvSpPr>
            <a:spLocks noGrp="1"/>
          </p:cNvSpPr>
          <p:nvPr>
            <p:ph idx="1"/>
          </p:nvPr>
        </p:nvSpPr>
        <p:spPr/>
        <p:txBody>
          <a:bodyPr/>
          <a:lstStyle/>
          <a:p>
            <a:pPr marL="0" lvl="0" indent="0">
              <a:buNone/>
            </a:pPr>
            <a:r>
              <a:rPr b="1"/>
              <a:t>De grote stap:</a:t>
            </a:r>
            <a:r>
              <a:t> - 24 jaar oud - Naar Hollywood, Verenigde Staten - Droomde van filmacteur</a:t>
            </a:r>
          </a:p>
          <a:p>
            <a:pPr marL="0" lvl="0" indent="0">
              <a:buNone/>
            </a:pPr>
            <a:r>
              <a:rPr b="1"/>
              <a:t>Moeilijkheden:</a:t>
            </a:r>
            <a:r>
              <a:t> - Geen geld - Geen contacten - Geen faam - Werkte in restaurants &amp; sportscholen</a:t>
            </a:r>
          </a:p>
          <a:p>
            <a:pPr marL="0" lvl="0" indent="0">
              <a:buNone/>
            </a:pPr>
            <a:r>
              <a:rPr b="1"/>
              <a:t>Maar:</a:t>
            </a:r>
            <a:r>
              <a:t> - Gaf niet op - Bleef trainen - Bleef audities doen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Doorbraak</a:t>
            </a:r>
          </a:p>
        </p:txBody>
      </p:sp>
      <p:sp>
        <p:nvSpPr>
          <p:cNvPr id="3" name="Content Placeholder 2"/>
          <p:cNvSpPr>
            <a:spLocks noGrp="1"/>
          </p:cNvSpPr>
          <p:nvPr>
            <p:ph idx="1"/>
          </p:nvPr>
        </p:nvSpPr>
        <p:spPr/>
        <p:txBody>
          <a:bodyPr/>
          <a:lstStyle/>
          <a:p>
            <a:pPr marL="0" lvl="0" indent="0">
              <a:buNone/>
            </a:pPr>
            <a:r>
              <a:rPr b="1"/>
              <a:t>1988: Bloodsport</a:t>
            </a:r>
            <a:r>
              <a:t> - EERSTE grote film - ENORM succes - Wereld ontdekt hem</a:t>
            </a:r>
          </a:p>
          <a:p>
            <a:pPr marL="0" lvl="0" indent="0">
              <a:buNone/>
            </a:pPr>
            <a:r>
              <a:rPr b="1"/>
              <a:t>Grote films daarna:</a:t>
            </a:r>
            <a:r>
              <a:t> - Kickboxer (1989) - Universal Soldier (1992) - Timecop (1994) - Double Impact (1991)</a:t>
            </a:r>
          </a:p>
          <a:p>
            <a:pPr marL="0" lvl="0" indent="0">
              <a:buNone/>
            </a:pPr>
            <a:r>
              <a:rPr b="1"/>
              <a:t>Zijn stijl:</a:t>
            </a:r>
            <a:r>
              <a:t> - Snelle bewegingen - Spagaten in gevechten - Sport + show - Veel zelf stunts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Hoogtepunten &amp; Awards</a:t>
            </a:r>
          </a:p>
        </p:txBody>
      </p:sp>
      <p:sp>
        <p:nvSpPr>
          <p:cNvPr id="3" name="Content Placeholder 2"/>
          <p:cNvSpPr>
            <a:spLocks noGrp="1"/>
          </p:cNvSpPr>
          <p:nvPr>
            <p:ph idx="1"/>
          </p:nvPr>
        </p:nvSpPr>
        <p:spPr/>
        <p:txBody>
          <a:bodyPr/>
          <a:lstStyle/>
          <a:p>
            <a:pPr marL="0" lvl="0" indent="0">
              <a:buNone/>
            </a:pPr>
            <a:r>
              <a:rPr b="1"/>
              <a:t>Succes:</a:t>
            </a:r>
            <a:r>
              <a:t> - Wereldberoemd - Fans overal - Jaren ’80-’90 filmlegende</a:t>
            </a:r>
          </a:p>
          <a:p>
            <a:pPr marL="0" lvl="0" indent="0">
              <a:buNone/>
            </a:pPr>
            <a:r>
              <a:rPr b="1"/>
              <a:t>Prijzen:</a:t>
            </a:r>
            <a:r>
              <a:t> - Filmprijzen - MTV Awards - Erkenning in Hollywood</a:t>
            </a:r>
          </a:p>
          <a:p>
            <a:pPr marL="0" lvl="0" indent="0">
              <a:buNone/>
            </a:pPr>
            <a:r>
              <a:rPr b="1"/>
              <a:t>Impact:</a:t>
            </a:r>
            <a:r>
              <a:t> - Veranderde actiefilms - Inspireerde anderen - Wordt ontvangen als icoon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Problemen</a:t>
            </a:r>
          </a:p>
        </p:txBody>
      </p:sp>
      <p:sp>
        <p:nvSpPr>
          <p:cNvPr id="3" name="Content Placeholder 2"/>
          <p:cNvSpPr>
            <a:spLocks noGrp="1"/>
          </p:cNvSpPr>
          <p:nvPr>
            <p:ph idx="1"/>
          </p:nvPr>
        </p:nvSpPr>
        <p:spPr/>
        <p:txBody>
          <a:bodyPr/>
          <a:lstStyle/>
          <a:p>
            <a:pPr marL="0" lvl="0" indent="0">
              <a:buNone/>
            </a:pPr>
            <a:r>
              <a:rPr b="1"/>
              <a:t>Na groot succes:</a:t>
            </a:r>
            <a:r>
              <a:t> - Stress &amp; spanning - Familieproblemen - Scheiding - Alcohol</a:t>
            </a:r>
          </a:p>
          <a:p>
            <a:pPr marL="0" lvl="0" indent="0">
              <a:buNone/>
            </a:pPr>
            <a:r>
              <a:rPr b="1"/>
              <a:t>Mentale gezondheid:</a:t>
            </a:r>
            <a:r>
              <a:t> - Depressie - Vermoeidheid - Drugs &amp; alcohol - Zware periode</a:t>
            </a:r>
          </a:p>
          <a:p>
            <a:pPr marL="0" lvl="0" indent="0">
              <a:buNone/>
            </a:pPr>
            <a:r>
              <a:rPr b="1"/>
              <a:t>Carrière impact:</a:t>
            </a:r>
            <a:r>
              <a:t> - Films werden slechter - Publiek verliest interesse - Zelfvertrouwen weg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Comeback &amp; Herstel</a:t>
            </a:r>
          </a:p>
        </p:txBody>
      </p:sp>
      <p:sp>
        <p:nvSpPr>
          <p:cNvPr id="3" name="Content Placeholder 2"/>
          <p:cNvSpPr>
            <a:spLocks noGrp="1"/>
          </p:cNvSpPr>
          <p:nvPr>
            <p:ph idx="1"/>
          </p:nvPr>
        </p:nvSpPr>
        <p:spPr/>
        <p:txBody>
          <a:bodyPr/>
          <a:lstStyle/>
          <a:p>
            <a:pPr marL="0" lvl="0" indent="0">
              <a:buNone/>
            </a:pPr>
            <a:r>
              <a:rPr b="1"/>
              <a:t>Erkenning:</a:t>
            </a:r>
            <a:r>
              <a:t> - “Iedereen kan vallen” - Sprak OPEN - Vroeg HULP - Wilde beter</a:t>
            </a:r>
          </a:p>
          <a:p>
            <a:pPr marL="0" lvl="0" indent="0">
              <a:buNone/>
            </a:pPr>
            <a:r>
              <a:rPr b="1"/>
              <a:t>Herstelproces:</a:t>
            </a:r>
            <a:r>
              <a:t> - Therapie - Stopte met alcohol/drugs - Discipline terug - Gezondheid eerste</a:t>
            </a:r>
          </a:p>
          <a:p>
            <a:pPr marL="0" lvl="0" indent="0">
              <a:buNone/>
            </a:pPr>
            <a:r>
              <a:rPr b="1"/>
              <a:t>Terugkeer:</a:t>
            </a:r>
            <a:r>
              <a:t> - Betere rollen - Cultfilms populair - Internet: fans terug - Tweede kans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Leven Vandaag</a:t>
            </a:r>
          </a:p>
        </p:txBody>
      </p:sp>
      <p:sp>
        <p:nvSpPr>
          <p:cNvPr id="3" name="Content Placeholder 2"/>
          <p:cNvSpPr>
            <a:spLocks noGrp="1"/>
          </p:cNvSpPr>
          <p:nvPr>
            <p:ph idx="1"/>
          </p:nvPr>
        </p:nvSpPr>
        <p:spPr/>
        <p:txBody>
          <a:bodyPr/>
          <a:lstStyle/>
          <a:p>
            <a:pPr marL="0" lvl="0" indent="0">
              <a:buNone/>
            </a:pPr>
            <a:r>
              <a:rPr b="1"/>
              <a:t>Waar:</a:t>
            </a:r>
            <a:r>
              <a:t> - Los Angeles - Regelmatig Brussel - Dicht bij wortels</a:t>
            </a:r>
          </a:p>
          <a:p>
            <a:pPr marL="0" lvl="0" indent="0">
              <a:buNone/>
            </a:pPr>
            <a:r>
              <a:rPr b="1"/>
              <a:t>Gezondheid:</a:t>
            </a:r>
            <a:r>
              <a:t> - Sport elke dag - Oud maar fit - Gezond eten - Geen alcohol</a:t>
            </a:r>
          </a:p>
          <a:p>
            <a:pPr marL="0" lvl="0" indent="0">
              <a:buNone/>
            </a:pPr>
            <a:r>
              <a:rPr b="1"/>
              <a:t>Interesses:</a:t>
            </a:r>
            <a:r>
              <a:t> - Dierenbescherming - Milieu - Natuur - Familie - Spiritualiteit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Lessen &amp; Inspiratie</a:t>
            </a:r>
          </a:p>
        </p:txBody>
      </p:sp>
      <p:sp>
        <p:nvSpPr>
          <p:cNvPr id="3" name="Content Placeholder 2"/>
          <p:cNvSpPr>
            <a:spLocks noGrp="1"/>
          </p:cNvSpPr>
          <p:nvPr>
            <p:ph idx="1"/>
          </p:nvPr>
        </p:nvSpPr>
        <p:spPr/>
        <p:txBody>
          <a:bodyPr>
            <a:normAutofit fontScale="62500" lnSpcReduction="20000"/>
          </a:bodyPr>
          <a:lstStyle/>
          <a:p>
            <a:pPr marL="0" lvl="0" indent="0">
              <a:buNone/>
            </a:pPr>
            <a:r>
              <a:rPr b="1"/>
              <a:t>Van normale jongen tot wereldster</a:t>
            </a:r>
          </a:p>
          <a:p>
            <a:pPr marL="342900" lvl="0" indent="-342900">
              <a:buAutoNum type="arabicPeriod"/>
            </a:pPr>
            <a:r>
              <a:rPr b="1"/>
              <a:t>Discipline werkt</a:t>
            </a:r>
          </a:p>
          <a:p>
            <a:pPr lvl="1"/>
            <a:r>
              <a:t>Elke dag trainen</a:t>
            </a:r>
          </a:p>
          <a:p>
            <a:pPr lvl="1"/>
            <a:r>
              <a:t>Geen shortcuts</a:t>
            </a:r>
          </a:p>
          <a:p>
            <a:pPr marL="342900" lvl="0" indent="-342900">
              <a:buAutoNum type="arabicPeriod"/>
            </a:pPr>
            <a:r>
              <a:rPr b="1"/>
              <a:t>Doorzetten</a:t>
            </a:r>
          </a:p>
          <a:p>
            <a:pPr lvl="1"/>
            <a:r>
              <a:t>Niet opgeven</a:t>
            </a:r>
          </a:p>
          <a:p>
            <a:pPr lvl="1"/>
            <a:r>
              <a:t>Na teleurstelling terugkomen</a:t>
            </a:r>
          </a:p>
          <a:p>
            <a:pPr marL="342900" lvl="0" indent="-342900">
              <a:buAutoNum type="arabicPeriod"/>
            </a:pPr>
            <a:r>
              <a:rPr b="1"/>
              <a:t>Problemen overwinnen</a:t>
            </a:r>
          </a:p>
          <a:p>
            <a:pPr lvl="1"/>
            <a:r>
              <a:t>Niemand perfect</a:t>
            </a:r>
          </a:p>
          <a:p>
            <a:pPr lvl="1"/>
            <a:r>
              <a:t>Hulp is sterkte</a:t>
            </a:r>
          </a:p>
          <a:p>
            <a:pPr lvl="1"/>
            <a:r>
              <a:t>Herstel mogelijk</a:t>
            </a:r>
          </a:p>
          <a:p>
            <a:pPr marL="342900" lvl="0" indent="-342900">
              <a:buAutoNum type="arabicPeriod"/>
            </a:pPr>
            <a:r>
              <a:rPr b="1"/>
              <a:t>Bescheiden blijven</a:t>
            </a:r>
          </a:p>
          <a:p>
            <a:pPr lvl="1"/>
            <a:r>
              <a:t>Succes voorbijgaand</a:t>
            </a:r>
          </a:p>
          <a:p>
            <a:pPr lvl="1"/>
            <a:r>
              <a:t>Familie #1</a:t>
            </a:r>
          </a:p>
          <a:p>
            <a:pPr lvl="1"/>
            <a:r>
              <a:t>Mens &gt; faam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Zijn Boodschap</a:t>
            </a:r>
          </a:p>
        </p:txBody>
      </p:sp>
      <p:sp>
        <p:nvSpPr>
          <p:cNvPr id="3" name="Content Placeholder 2"/>
          <p:cNvSpPr>
            <a:spLocks noGrp="1"/>
          </p:cNvSpPr>
          <p:nvPr>
            <p:ph idx="1"/>
          </p:nvPr>
        </p:nvSpPr>
        <p:spPr/>
        <p:txBody>
          <a:bodyPr/>
          <a:lstStyle/>
          <a:p>
            <a:pPr marL="0" lvl="0" indent="0">
              <a:buNone/>
            </a:pPr>
            <a:r>
              <a:rPr i="1"/>
              <a:t>“Iedereen kan vallen, maar je moet weer opstaan.”</a:t>
            </a:r>
          </a:p>
          <a:p>
            <a:pPr marL="0" lvl="0" indent="0">
              <a:buNone/>
            </a:pPr>
            <a:r>
              <a:rPr i="1"/>
              <a:t>“Blijf oefenen, geloof in jezelf en geef niet op.”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Samenvatting</a:t>
            </a:r>
          </a:p>
        </p:txBody>
      </p:sp>
      <p:sp>
        <p:nvSpPr>
          <p:cNvPr id="3" name="Content Placeholder 2"/>
          <p:cNvSpPr>
            <a:spLocks noGrp="1"/>
          </p:cNvSpPr>
          <p:nvPr>
            <p:ph idx="1"/>
          </p:nvPr>
        </p:nvSpPr>
        <p:spPr/>
        <p:txBody>
          <a:bodyPr/>
          <a:lstStyle/>
          <a:p>
            <a:pPr marL="0" lvl="0" indent="0">
              <a:buNone/>
            </a:pPr>
            <a:r>
              <a:rPr b="1"/>
              <a:t>Jean-Claude Van Damme…</a:t>
            </a:r>
          </a:p>
          <a:p>
            <a:pPr marL="0" lvl="0" indent="0">
              <a:buNone/>
            </a:pPr>
            <a:r>
              <a:t>✓ Belgische acteur &amp; vechtsporter ✓ Begon klein → wereldberoemd ✓ Had moeilijke periodes ✓ Bleef sterker terugkomen ✓ Leeft nu gezond &amp; gelukkig ✓ Inspireert anderen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Dankjewel!</a:t>
            </a:r>
          </a:p>
        </p:txBody>
      </p:sp>
      <p:sp>
        <p:nvSpPr>
          <p:cNvPr id="3" name="Content Placeholder 2"/>
          <p:cNvSpPr>
            <a:spLocks noGrp="1"/>
          </p:cNvSpPr>
          <p:nvPr>
            <p:ph idx="1"/>
          </p:nvPr>
        </p:nvSpPr>
        <p:spPr/>
        <p:txBody>
          <a:bodyPr/>
          <a:lstStyle/>
          <a:p>
            <a:pPr marL="0" lvl="0" indent="0">
              <a:buNone/>
            </a:pPr>
            <a:r>
              <a:rPr b="1"/>
              <a:t>Vragen?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2108</Words>
  <Application>Microsoft Office PowerPoint</Application>
  <PresentationFormat>On-screen Show (16:9)</PresentationFormat>
  <Paragraphs>102</Paragraphs>
  <Slides>16</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Jean-Claude Van Damme</vt:lpstr>
      <vt:lpstr>Jean-Claude Van Damme</vt:lpstr>
      <vt:lpstr>Inhoud</vt:lpstr>
      <vt:lpstr>Introductie</vt:lpstr>
      <vt:lpstr>Familie en Jeugd</vt:lpstr>
      <vt:lpstr>Training &amp; Discipline</vt:lpstr>
      <vt:lpstr>Filmcarrière Begint</vt:lpstr>
      <vt:lpstr>Doorbraak</vt:lpstr>
      <vt:lpstr>Hoogtepunten &amp; Awards</vt:lpstr>
      <vt:lpstr>Problemen</vt:lpstr>
      <vt:lpstr>Comeback &amp; Herstel</vt:lpstr>
      <vt:lpstr>Leven Vandaag</vt:lpstr>
      <vt:lpstr>Lessen &amp; Inspiratie</vt:lpstr>
      <vt:lpstr>Zijn Boodschap</vt:lpstr>
      <vt:lpstr>Samenvatting</vt:lpstr>
      <vt:lpstr>Dankjewel!</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Jean-Claude Van Damme</dc:title>
  <dc:creator>Jouw Naam</dc:creator>
  <cp:keywords/>
  <cp:lastModifiedBy>Kuralarasan Kumar</cp:lastModifiedBy>
  <cp:revision>1</cp:revision>
  <dcterms:created xsi:type="dcterms:W3CDTF">2025-11-14T14:25:27Z</dcterms:created>
  <dcterms:modified xsi:type="dcterms:W3CDTF">2025-11-14T15:15:49Z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2025-11-14</vt:lpwstr>
  </property>
  <property fmtid="{D5CDD505-2E9C-101B-9397-08002B2CF9AE}" pid="3" name="output">
    <vt:lpwstr/>
  </property>
  <property fmtid="{D5CDD505-2E9C-101B-9397-08002B2CF9AE}" pid="4" name="subtitle">
    <vt:lpwstr>The Muscles from Brussels</vt:lpwstr>
  </property>
</Properties>
</file>