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8"/>
  </p:notesMasterIdLst>
  <p:handoutMasterIdLst>
    <p:handoutMasterId r:id="rId29"/>
  </p:handoutMasterIdLst>
  <p:sldIdLst>
    <p:sldId id="259" r:id="rId5"/>
    <p:sldId id="1721" r:id="rId6"/>
    <p:sldId id="2130" r:id="rId7"/>
    <p:sldId id="1769" r:id="rId8"/>
    <p:sldId id="2044" r:id="rId9"/>
    <p:sldId id="2047" r:id="rId10"/>
    <p:sldId id="2048" r:id="rId11"/>
    <p:sldId id="2049" r:id="rId12"/>
    <p:sldId id="2124" r:id="rId13"/>
    <p:sldId id="2069" r:id="rId14"/>
    <p:sldId id="2059" r:id="rId15"/>
    <p:sldId id="2060" r:id="rId16"/>
    <p:sldId id="2061" r:id="rId17"/>
    <p:sldId id="2062" r:id="rId18"/>
    <p:sldId id="1970" r:id="rId19"/>
    <p:sldId id="2125" r:id="rId20"/>
    <p:sldId id="2065" r:id="rId21"/>
    <p:sldId id="2126" r:id="rId22"/>
    <p:sldId id="2127" r:id="rId23"/>
    <p:sldId id="2128" r:id="rId24"/>
    <p:sldId id="2129" r:id="rId25"/>
    <p:sldId id="2066" r:id="rId26"/>
    <p:sldId id="2131" r:id="rId27"/>
  </p:sldIdLst>
  <p:sldSz cx="17338675" cy="9753600"/>
  <p:notesSz cx="6858000" cy="9144000"/>
  <p:defaultTextStyle>
    <a:defPPr>
      <a:defRPr lang="en-US"/>
    </a:defPPr>
    <a:lvl1pPr marL="0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1pPr>
    <a:lvl2pPr marL="650184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2pPr>
    <a:lvl3pPr marL="1300368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3pPr>
    <a:lvl4pPr marL="1950552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4pPr>
    <a:lvl5pPr marL="2600736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5pPr>
    <a:lvl6pPr marL="3250921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6pPr>
    <a:lvl7pPr marL="3901105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7pPr>
    <a:lvl8pPr marL="4551289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8pPr>
    <a:lvl9pPr marL="5201473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FA01C38F-A97F-4656-9E40-FE98D775CC1A}">
          <p14:sldIdLst>
            <p14:sldId id="259"/>
            <p14:sldId id="1721"/>
            <p14:sldId id="2130"/>
            <p14:sldId id="1769"/>
            <p14:sldId id="2044"/>
            <p14:sldId id="2047"/>
            <p14:sldId id="2048"/>
            <p14:sldId id="2049"/>
            <p14:sldId id="2124"/>
            <p14:sldId id="2069"/>
            <p14:sldId id="2059"/>
            <p14:sldId id="2060"/>
            <p14:sldId id="2061"/>
            <p14:sldId id="2062"/>
            <p14:sldId id="1970"/>
            <p14:sldId id="2125"/>
            <p14:sldId id="2065"/>
            <p14:sldId id="2126"/>
            <p14:sldId id="2127"/>
            <p14:sldId id="2128"/>
            <p14:sldId id="2129"/>
            <p14:sldId id="2066"/>
            <p14:sldId id="21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D2ED5F-A5E0-77FD-249A-9FC48669DA58}" name="Fauve Duprez" initials="FD" userId="S::Fauve.Duprez@UGent.be::59fdc1fb-507d-4cdb-a31c-e3fd651e0ac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js Hauspie" initials="TH" lastIdx="3" clrIdx="0">
    <p:extLst>
      <p:ext uri="{19B8F6BF-5375-455C-9EA6-DF929625EA0E}">
        <p15:presenceInfo xmlns:p15="http://schemas.microsoft.com/office/powerpoint/2012/main" userId="S-1-5-21-4030456262-320625612-449655040-2815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BBE2"/>
    <a:srgbClr val="DC8621"/>
    <a:srgbClr val="003366"/>
    <a:srgbClr val="80C0E0"/>
    <a:srgbClr val="4472C4"/>
    <a:srgbClr val="5D9CC7"/>
    <a:srgbClr val="5B9BD5"/>
    <a:srgbClr val="008000"/>
    <a:srgbClr val="008CBB"/>
    <a:srgbClr val="44C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C954F5-F7C3-4FA6-BB0B-067B1CD38A46}" v="1" dt="2025-09-30T14:52:41.387"/>
    <p1510:client id="{D505F136-8925-4E85-982D-775A7DB44A09}" v="66" dt="2025-09-30T11:31:39.892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83268" autoAdjust="0"/>
  </p:normalViewPr>
  <p:slideViewPr>
    <p:cSldViewPr snapToGrid="0" showGuides="1">
      <p:cViewPr varScale="1">
        <p:scale>
          <a:sx n="65" d="100"/>
          <a:sy n="65" d="100"/>
        </p:scale>
        <p:origin x="1464" y="114"/>
      </p:cViewPr>
      <p:guideLst>
        <p:guide orient="horz" pos="3072"/>
        <p:guide pos="54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029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uve Duprez" userId="59fdc1fb-507d-4cdb-a31c-e3fd651e0acf" providerId="ADAL" clId="{768B9E09-3234-4128-980F-C2836DE517E4}"/>
    <pc:docChg chg="undo custSel modSld">
      <pc:chgData name="Fauve Duprez" userId="59fdc1fb-507d-4cdb-a31c-e3fd651e0acf" providerId="ADAL" clId="{768B9E09-3234-4128-980F-C2836DE517E4}" dt="2024-11-28T16:15:12.060" v="65" actId="478"/>
      <pc:docMkLst>
        <pc:docMk/>
      </pc:docMkLst>
      <pc:sldChg chg="modSp mod">
        <pc:chgData name="Fauve Duprez" userId="59fdc1fb-507d-4cdb-a31c-e3fd651e0acf" providerId="ADAL" clId="{768B9E09-3234-4128-980F-C2836DE517E4}" dt="2024-11-26T10:06:19.294" v="7" actId="20577"/>
        <pc:sldMkLst>
          <pc:docMk/>
          <pc:sldMk cId="4162507869" sldId="259"/>
        </pc:sldMkLst>
      </pc:sldChg>
      <pc:sldChg chg="delSp mod">
        <pc:chgData name="Fauve Duprez" userId="59fdc1fb-507d-4cdb-a31c-e3fd651e0acf" providerId="ADAL" clId="{768B9E09-3234-4128-980F-C2836DE517E4}" dt="2024-11-28T16:13:24.998" v="64" actId="478"/>
        <pc:sldMkLst>
          <pc:docMk/>
          <pc:sldMk cId="87977084" sldId="1666"/>
        </pc:sldMkLst>
      </pc:sldChg>
      <pc:sldChg chg="delSp mod">
        <pc:chgData name="Fauve Duprez" userId="59fdc1fb-507d-4cdb-a31c-e3fd651e0acf" providerId="ADAL" clId="{768B9E09-3234-4128-980F-C2836DE517E4}" dt="2024-11-28T16:10:55.685" v="58" actId="478"/>
        <pc:sldMkLst>
          <pc:docMk/>
          <pc:sldMk cId="4123590398" sldId="1912"/>
        </pc:sldMkLst>
      </pc:sldChg>
      <pc:sldChg chg="delSp mod">
        <pc:chgData name="Fauve Duprez" userId="59fdc1fb-507d-4cdb-a31c-e3fd651e0acf" providerId="ADAL" clId="{768B9E09-3234-4128-980F-C2836DE517E4}" dt="2024-11-28T16:12:51.712" v="60" actId="478"/>
        <pc:sldMkLst>
          <pc:docMk/>
          <pc:sldMk cId="3913591251" sldId="1913"/>
        </pc:sldMkLst>
      </pc:sldChg>
      <pc:sldChg chg="delSp mod">
        <pc:chgData name="Fauve Duprez" userId="59fdc1fb-507d-4cdb-a31c-e3fd651e0acf" providerId="ADAL" clId="{768B9E09-3234-4128-980F-C2836DE517E4}" dt="2024-11-28T16:13:18.322" v="62" actId="478"/>
        <pc:sldMkLst>
          <pc:docMk/>
          <pc:sldMk cId="1773584779" sldId="1914"/>
        </pc:sldMkLst>
      </pc:sldChg>
      <pc:sldChg chg="delSp mod">
        <pc:chgData name="Fauve Duprez" userId="59fdc1fb-507d-4cdb-a31c-e3fd651e0acf" providerId="ADAL" clId="{768B9E09-3234-4128-980F-C2836DE517E4}" dt="2024-11-28T16:15:12.060" v="65" actId="478"/>
        <pc:sldMkLst>
          <pc:docMk/>
          <pc:sldMk cId="3061508551" sldId="1920"/>
        </pc:sldMkLst>
      </pc:sldChg>
      <pc:sldChg chg="delSp mod">
        <pc:chgData name="Fauve Duprez" userId="59fdc1fb-507d-4cdb-a31c-e3fd651e0acf" providerId="ADAL" clId="{768B9E09-3234-4128-980F-C2836DE517E4}" dt="2024-11-28T16:07:59.577" v="54" actId="478"/>
        <pc:sldMkLst>
          <pc:docMk/>
          <pc:sldMk cId="1157777055" sldId="1929"/>
        </pc:sldMkLst>
      </pc:sldChg>
      <pc:sldChg chg="delSp modSp mod">
        <pc:chgData name="Fauve Duprez" userId="59fdc1fb-507d-4cdb-a31c-e3fd651e0acf" providerId="ADAL" clId="{768B9E09-3234-4128-980F-C2836DE517E4}" dt="2024-11-26T10:08:54.153" v="20" actId="478"/>
        <pc:sldMkLst>
          <pc:docMk/>
          <pc:sldMk cId="3966654825" sldId="1970"/>
        </pc:sldMkLst>
      </pc:sldChg>
      <pc:sldChg chg="delSp mod">
        <pc:chgData name="Fauve Duprez" userId="59fdc1fb-507d-4cdb-a31c-e3fd651e0acf" providerId="ADAL" clId="{768B9E09-3234-4128-980F-C2836DE517E4}" dt="2024-11-28T16:07:54.703" v="53" actId="478"/>
        <pc:sldMkLst>
          <pc:docMk/>
          <pc:sldMk cId="2601070043" sldId="2010"/>
        </pc:sldMkLst>
      </pc:sldChg>
      <pc:sldChg chg="delSp mod">
        <pc:chgData name="Fauve Duprez" userId="59fdc1fb-507d-4cdb-a31c-e3fd651e0acf" providerId="ADAL" clId="{768B9E09-3234-4128-980F-C2836DE517E4}" dt="2024-11-28T16:13:08.847" v="61" actId="478"/>
        <pc:sldMkLst>
          <pc:docMk/>
          <pc:sldMk cId="1943161816" sldId="2012"/>
        </pc:sldMkLst>
      </pc:sldChg>
      <pc:sldChg chg="delSp mod">
        <pc:chgData name="Fauve Duprez" userId="59fdc1fb-507d-4cdb-a31c-e3fd651e0acf" providerId="ADAL" clId="{768B9E09-3234-4128-980F-C2836DE517E4}" dt="2024-11-28T16:13:22.094" v="63" actId="478"/>
        <pc:sldMkLst>
          <pc:docMk/>
          <pc:sldMk cId="1990170823" sldId="2013"/>
        </pc:sldMkLst>
      </pc:sldChg>
      <pc:sldChg chg="delSp mod">
        <pc:chgData name="Fauve Duprez" userId="59fdc1fb-507d-4cdb-a31c-e3fd651e0acf" providerId="ADAL" clId="{768B9E09-3234-4128-980F-C2836DE517E4}" dt="2024-11-26T10:06:26.503" v="8" actId="478"/>
        <pc:sldMkLst>
          <pc:docMk/>
          <pc:sldMk cId="1487761844" sldId="2028"/>
        </pc:sldMkLst>
      </pc:sldChg>
      <pc:sldChg chg="delSp mod">
        <pc:chgData name="Fauve Duprez" userId="59fdc1fb-507d-4cdb-a31c-e3fd651e0acf" providerId="ADAL" clId="{768B9E09-3234-4128-980F-C2836DE517E4}" dt="2024-11-28T16:08:41.468" v="56" actId="478"/>
        <pc:sldMkLst>
          <pc:docMk/>
          <pc:sldMk cId="1749518840" sldId="2035"/>
        </pc:sldMkLst>
      </pc:sldChg>
      <pc:sldChg chg="delSp mod">
        <pc:chgData name="Fauve Duprez" userId="59fdc1fb-507d-4cdb-a31c-e3fd651e0acf" providerId="ADAL" clId="{768B9E09-3234-4128-980F-C2836DE517E4}" dt="2024-11-28T16:08:51.118" v="57" actId="478"/>
        <pc:sldMkLst>
          <pc:docMk/>
          <pc:sldMk cId="3888982129" sldId="2036"/>
        </pc:sldMkLst>
      </pc:sldChg>
      <pc:sldChg chg="delSp mod">
        <pc:chgData name="Fauve Duprez" userId="59fdc1fb-507d-4cdb-a31c-e3fd651e0acf" providerId="ADAL" clId="{768B9E09-3234-4128-980F-C2836DE517E4}" dt="2024-11-28T16:08:03.387" v="55" actId="478"/>
        <pc:sldMkLst>
          <pc:docMk/>
          <pc:sldMk cId="793039552" sldId="2037"/>
        </pc:sldMkLst>
      </pc:sldChg>
      <pc:sldChg chg="delSp mod">
        <pc:chgData name="Fauve Duprez" userId="59fdc1fb-507d-4cdb-a31c-e3fd651e0acf" providerId="ADAL" clId="{768B9E09-3234-4128-980F-C2836DE517E4}" dt="2024-11-28T16:11:02.053" v="59" actId="478"/>
        <pc:sldMkLst>
          <pc:docMk/>
          <pc:sldMk cId="1122194538" sldId="2038"/>
        </pc:sldMkLst>
      </pc:sldChg>
      <pc:sldChg chg="delSp mod">
        <pc:chgData name="Fauve Duprez" userId="59fdc1fb-507d-4cdb-a31c-e3fd651e0acf" providerId="ADAL" clId="{768B9E09-3234-4128-980F-C2836DE517E4}" dt="2024-11-26T10:07:21.882" v="9" actId="478"/>
        <pc:sldMkLst>
          <pc:docMk/>
          <pc:sldMk cId="2635594164" sldId="2048"/>
        </pc:sldMkLst>
      </pc:sldChg>
      <pc:sldChg chg="delSp mod">
        <pc:chgData name="Fauve Duprez" userId="59fdc1fb-507d-4cdb-a31c-e3fd651e0acf" providerId="ADAL" clId="{768B9E09-3234-4128-980F-C2836DE517E4}" dt="2024-11-26T10:07:30.006" v="10" actId="478"/>
        <pc:sldMkLst>
          <pc:docMk/>
          <pc:sldMk cId="3133762187" sldId="2049"/>
        </pc:sldMkLst>
      </pc:sldChg>
      <pc:sldChg chg="delSp mod">
        <pc:chgData name="Fauve Duprez" userId="59fdc1fb-507d-4cdb-a31c-e3fd651e0acf" providerId="ADAL" clId="{768B9E09-3234-4128-980F-C2836DE517E4}" dt="2024-11-26T10:07:58.153" v="12" actId="478"/>
        <pc:sldMkLst>
          <pc:docMk/>
          <pc:sldMk cId="3797842869" sldId="2051"/>
        </pc:sldMkLst>
      </pc:sldChg>
      <pc:sldChg chg="delSp mod">
        <pc:chgData name="Fauve Duprez" userId="59fdc1fb-507d-4cdb-a31c-e3fd651e0acf" providerId="ADAL" clId="{768B9E09-3234-4128-980F-C2836DE517E4}" dt="2024-11-26T10:08:07.053" v="13" actId="478"/>
        <pc:sldMkLst>
          <pc:docMk/>
          <pc:sldMk cId="804149711" sldId="2053"/>
        </pc:sldMkLst>
      </pc:sldChg>
      <pc:sldChg chg="delSp mod">
        <pc:chgData name="Fauve Duprez" userId="59fdc1fb-507d-4cdb-a31c-e3fd651e0acf" providerId="ADAL" clId="{768B9E09-3234-4128-980F-C2836DE517E4}" dt="2024-11-26T10:08:21.976" v="14" actId="478"/>
        <pc:sldMkLst>
          <pc:docMk/>
          <pc:sldMk cId="3488777933" sldId="2059"/>
        </pc:sldMkLst>
      </pc:sldChg>
      <pc:sldChg chg="delSp mod">
        <pc:chgData name="Fauve Duprez" userId="59fdc1fb-507d-4cdb-a31c-e3fd651e0acf" providerId="ADAL" clId="{768B9E09-3234-4128-980F-C2836DE517E4}" dt="2024-11-26T10:08:25.523" v="15" actId="478"/>
        <pc:sldMkLst>
          <pc:docMk/>
          <pc:sldMk cId="932671256" sldId="2060"/>
        </pc:sldMkLst>
      </pc:sldChg>
      <pc:sldChg chg="delSp mod">
        <pc:chgData name="Fauve Duprez" userId="59fdc1fb-507d-4cdb-a31c-e3fd651e0acf" providerId="ADAL" clId="{768B9E09-3234-4128-980F-C2836DE517E4}" dt="2024-11-26T10:08:40.958" v="16" actId="478"/>
        <pc:sldMkLst>
          <pc:docMk/>
          <pc:sldMk cId="12897156" sldId="2061"/>
        </pc:sldMkLst>
      </pc:sldChg>
      <pc:sldChg chg="delSp mod">
        <pc:chgData name="Fauve Duprez" userId="59fdc1fb-507d-4cdb-a31c-e3fd651e0acf" providerId="ADAL" clId="{768B9E09-3234-4128-980F-C2836DE517E4}" dt="2024-11-26T10:08:45.607" v="17" actId="478"/>
        <pc:sldMkLst>
          <pc:docMk/>
          <pc:sldMk cId="762118791" sldId="2062"/>
        </pc:sldMkLst>
      </pc:sldChg>
      <pc:sldChg chg="delSp mod">
        <pc:chgData name="Fauve Duprez" userId="59fdc1fb-507d-4cdb-a31c-e3fd651e0acf" providerId="ADAL" clId="{768B9E09-3234-4128-980F-C2836DE517E4}" dt="2024-11-26T10:09:36.971" v="21" actId="478"/>
        <pc:sldMkLst>
          <pc:docMk/>
          <pc:sldMk cId="231776674" sldId="2066"/>
        </pc:sldMkLst>
      </pc:sldChg>
      <pc:sldChg chg="modSp mod">
        <pc:chgData name="Fauve Duprez" userId="59fdc1fb-507d-4cdb-a31c-e3fd651e0acf" providerId="ADAL" clId="{768B9E09-3234-4128-980F-C2836DE517E4}" dt="2024-11-26T10:19:32.417" v="44"/>
        <pc:sldMkLst>
          <pc:docMk/>
          <pc:sldMk cId="3377217503" sldId="2067"/>
        </pc:sldMkLst>
      </pc:sldChg>
      <pc:sldChg chg="delSp mod">
        <pc:chgData name="Fauve Duprez" userId="59fdc1fb-507d-4cdb-a31c-e3fd651e0acf" providerId="ADAL" clId="{768B9E09-3234-4128-980F-C2836DE517E4}" dt="2024-11-26T10:07:36.766" v="11" actId="478"/>
        <pc:sldMkLst>
          <pc:docMk/>
          <pc:sldMk cId="4106062167" sldId="2068"/>
        </pc:sldMkLst>
      </pc:sldChg>
      <pc:sldChg chg="modSp mod">
        <pc:chgData name="Fauve Duprez" userId="59fdc1fb-507d-4cdb-a31c-e3fd651e0acf" providerId="ADAL" clId="{768B9E09-3234-4128-980F-C2836DE517E4}" dt="2024-11-26T10:13:59.278" v="43" actId="20577"/>
        <pc:sldMkLst>
          <pc:docMk/>
          <pc:sldMk cId="3914026202" sldId="2070"/>
        </pc:sldMkLst>
      </pc:sldChg>
      <pc:sldChg chg="delSp mod">
        <pc:chgData name="Fauve Duprez" userId="59fdc1fb-507d-4cdb-a31c-e3fd651e0acf" providerId="ADAL" clId="{768B9E09-3234-4128-980F-C2836DE517E4}" dt="2024-11-28T16:06:38.090" v="46" actId="478"/>
        <pc:sldMkLst>
          <pc:docMk/>
          <pc:sldMk cId="3481569661" sldId="2072"/>
        </pc:sldMkLst>
      </pc:sldChg>
      <pc:sldChg chg="delSp mod">
        <pc:chgData name="Fauve Duprez" userId="59fdc1fb-507d-4cdb-a31c-e3fd651e0acf" providerId="ADAL" clId="{768B9E09-3234-4128-980F-C2836DE517E4}" dt="2024-11-28T16:06:18.078" v="45" actId="478"/>
        <pc:sldMkLst>
          <pc:docMk/>
          <pc:sldMk cId="2348625057" sldId="2073"/>
        </pc:sldMkLst>
      </pc:sldChg>
      <pc:sldChg chg="delSp mod">
        <pc:chgData name="Fauve Duprez" userId="59fdc1fb-507d-4cdb-a31c-e3fd651e0acf" providerId="ADAL" clId="{768B9E09-3234-4128-980F-C2836DE517E4}" dt="2024-11-28T16:06:47.919" v="47" actId="478"/>
        <pc:sldMkLst>
          <pc:docMk/>
          <pc:sldMk cId="1771947816" sldId="2076"/>
        </pc:sldMkLst>
      </pc:sldChg>
      <pc:sldChg chg="delSp mod">
        <pc:chgData name="Fauve Duprez" userId="59fdc1fb-507d-4cdb-a31c-e3fd651e0acf" providerId="ADAL" clId="{768B9E09-3234-4128-980F-C2836DE517E4}" dt="2024-11-28T16:06:52.468" v="48" actId="478"/>
        <pc:sldMkLst>
          <pc:docMk/>
          <pc:sldMk cId="3663528800" sldId="2077"/>
        </pc:sldMkLst>
      </pc:sldChg>
      <pc:sldChg chg="delSp mod">
        <pc:chgData name="Fauve Duprez" userId="59fdc1fb-507d-4cdb-a31c-e3fd651e0acf" providerId="ADAL" clId="{768B9E09-3234-4128-980F-C2836DE517E4}" dt="2024-11-28T16:06:55.936" v="49" actId="478"/>
        <pc:sldMkLst>
          <pc:docMk/>
          <pc:sldMk cId="449993345" sldId="2078"/>
        </pc:sldMkLst>
      </pc:sldChg>
      <pc:sldChg chg="delSp mod">
        <pc:chgData name="Fauve Duprez" userId="59fdc1fb-507d-4cdb-a31c-e3fd651e0acf" providerId="ADAL" clId="{768B9E09-3234-4128-980F-C2836DE517E4}" dt="2024-11-28T16:06:58.494" v="50" actId="478"/>
        <pc:sldMkLst>
          <pc:docMk/>
          <pc:sldMk cId="4069568477" sldId="2079"/>
        </pc:sldMkLst>
      </pc:sldChg>
      <pc:sldChg chg="delSp mod">
        <pc:chgData name="Fauve Duprez" userId="59fdc1fb-507d-4cdb-a31c-e3fd651e0acf" providerId="ADAL" clId="{768B9E09-3234-4128-980F-C2836DE517E4}" dt="2024-11-28T16:07:01.541" v="51" actId="478"/>
        <pc:sldMkLst>
          <pc:docMk/>
          <pc:sldMk cId="2463860811" sldId="2080"/>
        </pc:sldMkLst>
      </pc:sldChg>
      <pc:sldChg chg="delSp mod">
        <pc:chgData name="Fauve Duprez" userId="59fdc1fb-507d-4cdb-a31c-e3fd651e0acf" providerId="ADAL" clId="{768B9E09-3234-4128-980F-C2836DE517E4}" dt="2024-11-28T16:07:25.739" v="52" actId="478"/>
        <pc:sldMkLst>
          <pc:docMk/>
          <pc:sldMk cId="4072340759" sldId="2082"/>
        </pc:sldMkLst>
      </pc:sldChg>
    </pc:docChg>
  </pc:docChgLst>
  <pc:docChgLst>
    <pc:chgData name="Fauve Duprez" userId="59fdc1fb-507d-4cdb-a31c-e3fd651e0acf" providerId="ADAL" clId="{F80ECC3C-7C9B-4F3A-827B-CCC57A29F7A0}"/>
    <pc:docChg chg="modSld">
      <pc:chgData name="Fauve Duprez" userId="59fdc1fb-507d-4cdb-a31c-e3fd651e0acf" providerId="ADAL" clId="{F80ECC3C-7C9B-4F3A-827B-CCC57A29F7A0}" dt="2024-08-06T11:33:41.503" v="24" actId="20577"/>
      <pc:docMkLst>
        <pc:docMk/>
      </pc:docMkLst>
      <pc:sldChg chg="modSp mod">
        <pc:chgData name="Fauve Duprez" userId="59fdc1fb-507d-4cdb-a31c-e3fd651e0acf" providerId="ADAL" clId="{F80ECC3C-7C9B-4F3A-827B-CCC57A29F7A0}" dt="2024-08-06T11:32:47.322" v="19" actId="20577"/>
        <pc:sldMkLst>
          <pc:docMk/>
          <pc:sldMk cId="4162507869" sldId="259"/>
        </pc:sldMkLst>
      </pc:sldChg>
      <pc:sldChg chg="modSp mod">
        <pc:chgData name="Fauve Duprez" userId="59fdc1fb-507d-4cdb-a31c-e3fd651e0acf" providerId="ADAL" clId="{F80ECC3C-7C9B-4F3A-827B-CCC57A29F7A0}" dt="2024-08-06T11:33:05.343" v="20" actId="20577"/>
        <pc:sldMkLst>
          <pc:docMk/>
          <pc:sldMk cId="4021574165" sldId="1721"/>
        </pc:sldMkLst>
      </pc:sldChg>
      <pc:sldChg chg="modSp mod">
        <pc:chgData name="Fauve Duprez" userId="59fdc1fb-507d-4cdb-a31c-e3fd651e0acf" providerId="ADAL" clId="{F80ECC3C-7C9B-4F3A-827B-CCC57A29F7A0}" dt="2024-08-06T11:33:13.421" v="21" actId="20577"/>
        <pc:sldMkLst>
          <pc:docMk/>
          <pc:sldMk cId="2357406962" sldId="1769"/>
        </pc:sldMkLst>
      </pc:sldChg>
      <pc:sldChg chg="modSp mod">
        <pc:chgData name="Fauve Duprez" userId="59fdc1fb-507d-4cdb-a31c-e3fd651e0acf" providerId="ADAL" clId="{F80ECC3C-7C9B-4F3A-827B-CCC57A29F7A0}" dt="2024-08-06T11:33:29.813" v="23" actId="20577"/>
        <pc:sldMkLst>
          <pc:docMk/>
          <pc:sldMk cId="238202101" sldId="2030"/>
        </pc:sldMkLst>
      </pc:sldChg>
      <pc:sldChg chg="modSp mod">
        <pc:chgData name="Fauve Duprez" userId="59fdc1fb-507d-4cdb-a31c-e3fd651e0acf" providerId="ADAL" clId="{F80ECC3C-7C9B-4F3A-827B-CCC57A29F7A0}" dt="2024-08-06T11:33:41.503" v="24" actId="20577"/>
        <pc:sldMkLst>
          <pc:docMk/>
          <pc:sldMk cId="3377217503" sldId="2067"/>
        </pc:sldMkLst>
      </pc:sldChg>
    </pc:docChg>
  </pc:docChgLst>
  <pc:docChgLst>
    <pc:chgData name="Fauve Duprez" userId="59fdc1fb-507d-4cdb-a31c-e3fd651e0acf" providerId="ADAL" clId="{B6A184DC-77EF-41A5-AA74-0C3EEDF54425}"/>
    <pc:docChg chg="undo custSel addSld delSld modSld sldOrd delMainMaster modSection">
      <pc:chgData name="Fauve Duprez" userId="59fdc1fb-507d-4cdb-a31c-e3fd651e0acf" providerId="ADAL" clId="{B6A184DC-77EF-41A5-AA74-0C3EEDF54425}" dt="2025-09-30T14:52:43.445" v="1909" actId="20577"/>
      <pc:docMkLst>
        <pc:docMk/>
      </pc:docMkLst>
      <pc:sldChg chg="modSp mod">
        <pc:chgData name="Fauve Duprez" userId="59fdc1fb-507d-4cdb-a31c-e3fd651e0acf" providerId="ADAL" clId="{B6A184DC-77EF-41A5-AA74-0C3EEDF54425}" dt="2025-09-30T14:47:06.552" v="1862" actId="20577"/>
        <pc:sldMkLst>
          <pc:docMk/>
          <pc:sldMk cId="4162507869" sldId="259"/>
        </pc:sldMkLst>
        <pc:spChg chg="mod">
          <ac:chgData name="Fauve Duprez" userId="59fdc1fb-507d-4cdb-a31c-e3fd651e0acf" providerId="ADAL" clId="{B6A184DC-77EF-41A5-AA74-0C3EEDF54425}" dt="2025-09-30T14:47:06.552" v="1862" actId="20577"/>
          <ac:spMkLst>
            <pc:docMk/>
            <pc:sldMk cId="4162507869" sldId="259"/>
            <ac:spMk id="2" creationId="{1D528B7A-3168-440C-A60C-A036931164EC}"/>
          </ac:spMkLst>
        </pc:spChg>
        <pc:spChg chg="mod">
          <ac:chgData name="Fauve Duprez" userId="59fdc1fb-507d-4cdb-a31c-e3fd651e0acf" providerId="ADAL" clId="{B6A184DC-77EF-41A5-AA74-0C3EEDF54425}" dt="2025-09-30T10:44:08.509" v="10" actId="20577"/>
          <ac:spMkLst>
            <pc:docMk/>
            <pc:sldMk cId="4162507869" sldId="259"/>
            <ac:spMk id="3" creationId="{70FE6360-0905-4150-BEDD-4BF877AD22CF}"/>
          </ac:spMkLst>
        </pc:spChg>
      </pc:sldChg>
      <pc:sldChg chg="del">
        <pc:chgData name="Fauve Duprez" userId="59fdc1fb-507d-4cdb-a31c-e3fd651e0acf" providerId="ADAL" clId="{B6A184DC-77EF-41A5-AA74-0C3EEDF54425}" dt="2025-09-30T11:18:22.225" v="1117" actId="47"/>
        <pc:sldMkLst>
          <pc:docMk/>
          <pc:sldMk cId="103995283" sldId="1614"/>
        </pc:sldMkLst>
      </pc:sldChg>
      <pc:sldChg chg="del">
        <pc:chgData name="Fauve Duprez" userId="59fdc1fb-507d-4cdb-a31c-e3fd651e0acf" providerId="ADAL" clId="{B6A184DC-77EF-41A5-AA74-0C3EEDF54425}" dt="2025-09-30T11:18:23.832" v="1149" actId="47"/>
        <pc:sldMkLst>
          <pc:docMk/>
          <pc:sldMk cId="87977084" sldId="1666"/>
        </pc:sldMkLst>
      </pc:sldChg>
      <pc:sldChg chg="del">
        <pc:chgData name="Fauve Duprez" userId="59fdc1fb-507d-4cdb-a31c-e3fd651e0acf" providerId="ADAL" clId="{B6A184DC-77EF-41A5-AA74-0C3EEDF54425}" dt="2025-09-30T11:18:23.798" v="1148" actId="47"/>
        <pc:sldMkLst>
          <pc:docMk/>
          <pc:sldMk cId="3670847624" sldId="1668"/>
        </pc:sldMkLst>
      </pc:sldChg>
      <pc:sldChg chg="del">
        <pc:chgData name="Fauve Duprez" userId="59fdc1fb-507d-4cdb-a31c-e3fd651e0acf" providerId="ADAL" clId="{B6A184DC-77EF-41A5-AA74-0C3EEDF54425}" dt="2025-09-30T11:18:24.519" v="1169" actId="47"/>
        <pc:sldMkLst>
          <pc:docMk/>
          <pc:sldMk cId="4018008952" sldId="1680"/>
        </pc:sldMkLst>
      </pc:sldChg>
      <pc:sldChg chg="modSp mod">
        <pc:chgData name="Fauve Duprez" userId="59fdc1fb-507d-4cdb-a31c-e3fd651e0acf" providerId="ADAL" clId="{B6A184DC-77EF-41A5-AA74-0C3EEDF54425}" dt="2025-09-30T14:47:16.542" v="1864" actId="20577"/>
        <pc:sldMkLst>
          <pc:docMk/>
          <pc:sldMk cId="4021574165" sldId="1721"/>
        </pc:sldMkLst>
        <pc:spChg chg="mod">
          <ac:chgData name="Fauve Duprez" userId="59fdc1fb-507d-4cdb-a31c-e3fd651e0acf" providerId="ADAL" clId="{B6A184DC-77EF-41A5-AA74-0C3EEDF54425}" dt="2025-09-30T10:44:15.504" v="31" actId="20577"/>
          <ac:spMkLst>
            <pc:docMk/>
            <pc:sldMk cId="4021574165" sldId="1721"/>
            <ac:spMk id="2" creationId="{1D528B7A-3168-440C-A60C-A036931164EC}"/>
          </ac:spMkLst>
        </pc:spChg>
        <pc:spChg chg="mod">
          <ac:chgData name="Fauve Duprez" userId="59fdc1fb-507d-4cdb-a31c-e3fd651e0acf" providerId="ADAL" clId="{B6A184DC-77EF-41A5-AA74-0C3EEDF54425}" dt="2025-09-30T14:47:16.542" v="1864" actId="20577"/>
          <ac:spMkLst>
            <pc:docMk/>
            <pc:sldMk cId="4021574165" sldId="1721"/>
            <ac:spMk id="4" creationId="{AFADBEE7-7DB1-4468-A19F-EE1EC696AF82}"/>
          </ac:spMkLst>
        </pc:spChg>
      </pc:sldChg>
      <pc:sldChg chg="del">
        <pc:chgData name="Fauve Duprez" userId="59fdc1fb-507d-4cdb-a31c-e3fd651e0acf" providerId="ADAL" clId="{B6A184DC-77EF-41A5-AA74-0C3EEDF54425}" dt="2025-09-30T11:18:24.094" v="1157" actId="47"/>
        <pc:sldMkLst>
          <pc:docMk/>
          <pc:sldMk cId="912549233" sldId="1736"/>
        </pc:sldMkLst>
      </pc:sldChg>
      <pc:sldChg chg="modSp mod">
        <pc:chgData name="Fauve Duprez" userId="59fdc1fb-507d-4cdb-a31c-e3fd651e0acf" providerId="ADAL" clId="{B6A184DC-77EF-41A5-AA74-0C3EEDF54425}" dt="2025-09-30T14:47:58.630" v="1867" actId="20577"/>
        <pc:sldMkLst>
          <pc:docMk/>
          <pc:sldMk cId="2357406962" sldId="1769"/>
        </pc:sldMkLst>
        <pc:spChg chg="mod">
          <ac:chgData name="Fauve Duprez" userId="59fdc1fb-507d-4cdb-a31c-e3fd651e0acf" providerId="ADAL" clId="{B6A184DC-77EF-41A5-AA74-0C3EEDF54425}" dt="2025-09-30T14:47:58.630" v="1867" actId="20577"/>
          <ac:spMkLst>
            <pc:docMk/>
            <pc:sldMk cId="2357406962" sldId="1769"/>
            <ac:spMk id="4" creationId="{AFADBEE7-7DB1-4468-A19F-EE1EC696AF82}"/>
          </ac:spMkLst>
        </pc:spChg>
      </pc:sldChg>
      <pc:sldChg chg="del">
        <pc:chgData name="Fauve Duprez" userId="59fdc1fb-507d-4cdb-a31c-e3fd651e0acf" providerId="ADAL" clId="{B6A184DC-77EF-41A5-AA74-0C3EEDF54425}" dt="2025-09-30T11:18:24.161" v="1159" actId="47"/>
        <pc:sldMkLst>
          <pc:docMk/>
          <pc:sldMk cId="4123590398" sldId="1912"/>
        </pc:sldMkLst>
      </pc:sldChg>
      <pc:sldChg chg="del">
        <pc:chgData name="Fauve Duprez" userId="59fdc1fb-507d-4cdb-a31c-e3fd651e0acf" providerId="ADAL" clId="{B6A184DC-77EF-41A5-AA74-0C3EEDF54425}" dt="2025-09-30T11:18:23.948" v="1153" actId="47"/>
        <pc:sldMkLst>
          <pc:docMk/>
          <pc:sldMk cId="3913591251" sldId="1913"/>
        </pc:sldMkLst>
      </pc:sldChg>
      <pc:sldChg chg="del">
        <pc:chgData name="Fauve Duprez" userId="59fdc1fb-507d-4cdb-a31c-e3fd651e0acf" providerId="ADAL" clId="{B6A184DC-77EF-41A5-AA74-0C3EEDF54425}" dt="2025-09-30T11:18:23.914" v="1151" actId="47"/>
        <pc:sldMkLst>
          <pc:docMk/>
          <pc:sldMk cId="1773584779" sldId="1914"/>
        </pc:sldMkLst>
      </pc:sldChg>
      <pc:sldChg chg="del">
        <pc:chgData name="Fauve Duprez" userId="59fdc1fb-507d-4cdb-a31c-e3fd651e0acf" providerId="ADAL" clId="{B6A184DC-77EF-41A5-AA74-0C3EEDF54425}" dt="2025-09-30T11:18:23.733" v="1146" actId="47"/>
        <pc:sldMkLst>
          <pc:docMk/>
          <pc:sldMk cId="3061508551" sldId="1920"/>
        </pc:sldMkLst>
      </pc:sldChg>
      <pc:sldChg chg="del">
        <pc:chgData name="Fauve Duprez" userId="59fdc1fb-507d-4cdb-a31c-e3fd651e0acf" providerId="ADAL" clId="{B6A184DC-77EF-41A5-AA74-0C3EEDF54425}" dt="2025-09-30T11:18:24.282" v="1163" actId="47"/>
        <pc:sldMkLst>
          <pc:docMk/>
          <pc:sldMk cId="1157777055" sldId="1929"/>
        </pc:sldMkLst>
      </pc:sldChg>
      <pc:sldChg chg="del">
        <pc:chgData name="Fauve Duprez" userId="59fdc1fb-507d-4cdb-a31c-e3fd651e0acf" providerId="ADAL" clId="{B6A184DC-77EF-41A5-AA74-0C3EEDF54425}" dt="2025-09-30T11:18:22.923" v="1124" actId="47"/>
        <pc:sldMkLst>
          <pc:docMk/>
          <pc:sldMk cId="1553935732" sldId="1948"/>
        </pc:sldMkLst>
      </pc:sldChg>
      <pc:sldChg chg="del">
        <pc:chgData name="Fauve Duprez" userId="59fdc1fb-507d-4cdb-a31c-e3fd651e0acf" providerId="ADAL" clId="{B6A184DC-77EF-41A5-AA74-0C3EEDF54425}" dt="2025-09-30T11:18:22.779" v="1120" actId="47"/>
        <pc:sldMkLst>
          <pc:docMk/>
          <pc:sldMk cId="3905289055" sldId="1950"/>
        </pc:sldMkLst>
      </pc:sldChg>
      <pc:sldChg chg="addSp delSp modSp mod">
        <pc:chgData name="Fauve Duprez" userId="59fdc1fb-507d-4cdb-a31c-e3fd651e0acf" providerId="ADAL" clId="{B6A184DC-77EF-41A5-AA74-0C3EEDF54425}" dt="2025-09-30T14:49:43.929" v="1889" actId="20577"/>
        <pc:sldMkLst>
          <pc:docMk/>
          <pc:sldMk cId="3966654825" sldId="1970"/>
        </pc:sldMkLst>
        <pc:spChg chg="mod">
          <ac:chgData name="Fauve Duprez" userId="59fdc1fb-507d-4cdb-a31c-e3fd651e0acf" providerId="ADAL" clId="{B6A184DC-77EF-41A5-AA74-0C3EEDF54425}" dt="2025-09-30T14:49:43.929" v="1889" actId="20577"/>
          <ac:spMkLst>
            <pc:docMk/>
            <pc:sldMk cId="3966654825" sldId="1970"/>
            <ac:spMk id="5" creationId="{3A004925-A370-44E2-A732-52A6295CBDEB}"/>
          </ac:spMkLst>
        </pc:spChg>
        <pc:spChg chg="mod">
          <ac:chgData name="Fauve Duprez" userId="59fdc1fb-507d-4cdb-a31c-e3fd651e0acf" providerId="ADAL" clId="{B6A184DC-77EF-41A5-AA74-0C3EEDF54425}" dt="2025-09-30T11:00:35.902" v="349" actId="5793"/>
          <ac:spMkLst>
            <pc:docMk/>
            <pc:sldMk cId="3966654825" sldId="1970"/>
            <ac:spMk id="6" creationId="{D218D92A-74AD-49F8-A8A9-AD801B689B50}"/>
          </ac:spMkLst>
        </pc:spChg>
        <pc:spChg chg="del topLvl">
          <ac:chgData name="Fauve Duprez" userId="59fdc1fb-507d-4cdb-a31c-e3fd651e0acf" providerId="ADAL" clId="{B6A184DC-77EF-41A5-AA74-0C3EEDF54425}" dt="2025-09-30T11:00:16.993" v="314" actId="478"/>
          <ac:spMkLst>
            <pc:docMk/>
            <pc:sldMk cId="3966654825" sldId="1970"/>
            <ac:spMk id="32" creationId="{642587EB-1F8F-4FDF-A3D4-AF6A3B9BA167}"/>
          </ac:spMkLst>
        </pc:spChg>
        <pc:spChg chg="del mod topLvl">
          <ac:chgData name="Fauve Duprez" userId="59fdc1fb-507d-4cdb-a31c-e3fd651e0acf" providerId="ADAL" clId="{B6A184DC-77EF-41A5-AA74-0C3EEDF54425}" dt="2025-09-30T11:00:15.558" v="312" actId="478"/>
          <ac:spMkLst>
            <pc:docMk/>
            <pc:sldMk cId="3966654825" sldId="1970"/>
            <ac:spMk id="33" creationId="{DF89C584-8EA4-4ADF-BC95-D9606DF61BE7}"/>
          </ac:spMkLst>
        </pc:spChg>
        <pc:grpChg chg="del">
          <ac:chgData name="Fauve Duprez" userId="59fdc1fb-507d-4cdb-a31c-e3fd651e0acf" providerId="ADAL" clId="{B6A184DC-77EF-41A5-AA74-0C3EEDF54425}" dt="2025-09-30T11:00:21.968" v="319" actId="478"/>
          <ac:grpSpMkLst>
            <pc:docMk/>
            <pc:sldMk cId="3966654825" sldId="1970"/>
            <ac:grpSpMk id="9" creationId="{9CC1CFB6-59E5-4C44-8E41-51C238292A7F}"/>
          </ac:grpSpMkLst>
        </pc:grpChg>
        <pc:grpChg chg="del">
          <ac:chgData name="Fauve Duprez" userId="59fdc1fb-507d-4cdb-a31c-e3fd651e0acf" providerId="ADAL" clId="{B6A184DC-77EF-41A5-AA74-0C3EEDF54425}" dt="2025-09-30T11:00:17.818" v="315" actId="478"/>
          <ac:grpSpMkLst>
            <pc:docMk/>
            <pc:sldMk cId="3966654825" sldId="1970"/>
            <ac:grpSpMk id="13" creationId="{74848B95-A8B6-4190-8A76-5925125ED4B9}"/>
          </ac:grpSpMkLst>
        </pc:grpChg>
        <pc:grpChg chg="del">
          <ac:chgData name="Fauve Duprez" userId="59fdc1fb-507d-4cdb-a31c-e3fd651e0acf" providerId="ADAL" clId="{B6A184DC-77EF-41A5-AA74-0C3EEDF54425}" dt="2025-09-30T11:00:21.086" v="318" actId="478"/>
          <ac:grpSpMkLst>
            <pc:docMk/>
            <pc:sldMk cId="3966654825" sldId="1970"/>
            <ac:grpSpMk id="21" creationId="{20A981D7-A7E5-4D73-AF05-171DE94228AE}"/>
          </ac:grpSpMkLst>
        </pc:grpChg>
        <pc:grpChg chg="del">
          <ac:chgData name="Fauve Duprez" userId="59fdc1fb-507d-4cdb-a31c-e3fd651e0acf" providerId="ADAL" clId="{B6A184DC-77EF-41A5-AA74-0C3EEDF54425}" dt="2025-09-30T11:00:15.558" v="312" actId="478"/>
          <ac:grpSpMkLst>
            <pc:docMk/>
            <pc:sldMk cId="3966654825" sldId="1970"/>
            <ac:grpSpMk id="26" creationId="{9D5645BC-CD74-4587-95BD-3153464CB681}"/>
          </ac:grpSpMkLst>
        </pc:grpChg>
        <pc:grpChg chg="del">
          <ac:chgData name="Fauve Duprez" userId="59fdc1fb-507d-4cdb-a31c-e3fd651e0acf" providerId="ADAL" clId="{B6A184DC-77EF-41A5-AA74-0C3EEDF54425}" dt="2025-09-30T11:00:20.399" v="317" actId="478"/>
          <ac:grpSpMkLst>
            <pc:docMk/>
            <pc:sldMk cId="3966654825" sldId="1970"/>
            <ac:grpSpMk id="28" creationId="{934B43BD-5546-4994-9FB6-47934D7E33A3}"/>
          </ac:grpSpMkLst>
        </pc:grpChg>
        <pc:picChg chg="del">
          <ac:chgData name="Fauve Duprez" userId="59fdc1fb-507d-4cdb-a31c-e3fd651e0acf" providerId="ADAL" clId="{B6A184DC-77EF-41A5-AA74-0C3EEDF54425}" dt="2025-09-30T11:00:22.470" v="320" actId="478"/>
          <ac:picMkLst>
            <pc:docMk/>
            <pc:sldMk cId="3966654825" sldId="1970"/>
            <ac:picMk id="2" creationId="{F7B1931C-7A57-4616-AE9E-07CD6D46AC30}"/>
          </ac:picMkLst>
        </pc:picChg>
        <pc:picChg chg="add mod">
          <ac:chgData name="Fauve Duprez" userId="59fdc1fb-507d-4cdb-a31c-e3fd651e0acf" providerId="ADAL" clId="{B6A184DC-77EF-41A5-AA74-0C3EEDF54425}" dt="2025-09-30T11:00:41.828" v="352" actId="1076"/>
          <ac:picMkLst>
            <pc:docMk/>
            <pc:sldMk cId="3966654825" sldId="1970"/>
            <ac:picMk id="3" creationId="{B4BD3689-7A1B-A951-EEDB-F4EB5654F5BF}"/>
          </ac:picMkLst>
        </pc:picChg>
        <pc:picChg chg="del">
          <ac:chgData name="Fauve Duprez" userId="59fdc1fb-507d-4cdb-a31c-e3fd651e0acf" providerId="ADAL" clId="{B6A184DC-77EF-41A5-AA74-0C3EEDF54425}" dt="2025-09-30T11:00:16.271" v="313" actId="478"/>
          <ac:picMkLst>
            <pc:docMk/>
            <pc:sldMk cId="3966654825" sldId="1970"/>
            <ac:picMk id="4" creationId="{FA8181DE-0D06-40F8-A69A-ED46C4E65D35}"/>
          </ac:picMkLst>
        </pc:picChg>
        <pc:cxnChg chg="del">
          <ac:chgData name="Fauve Duprez" userId="59fdc1fb-507d-4cdb-a31c-e3fd651e0acf" providerId="ADAL" clId="{B6A184DC-77EF-41A5-AA74-0C3EEDF54425}" dt="2025-09-30T11:00:18.631" v="316" actId="478"/>
          <ac:cxnSpMkLst>
            <pc:docMk/>
            <pc:sldMk cId="3966654825" sldId="1970"/>
            <ac:cxnSpMk id="16" creationId="{11B08AB0-D1EA-48C6-9877-20FEF54C6D59}"/>
          </ac:cxnSpMkLst>
        </pc:cxnChg>
      </pc:sldChg>
      <pc:sldChg chg="add del">
        <pc:chgData name="Fauve Duprez" userId="59fdc1fb-507d-4cdb-a31c-e3fd651e0acf" providerId="ADAL" clId="{B6A184DC-77EF-41A5-AA74-0C3EEDF54425}" dt="2025-09-30T10:48:25.575" v="145" actId="47"/>
        <pc:sldMkLst>
          <pc:docMk/>
          <pc:sldMk cId="778702691" sldId="2001"/>
        </pc:sldMkLst>
      </pc:sldChg>
      <pc:sldChg chg="del">
        <pc:chgData name="Fauve Duprez" userId="59fdc1fb-507d-4cdb-a31c-e3fd651e0acf" providerId="ADAL" clId="{B6A184DC-77EF-41A5-AA74-0C3EEDF54425}" dt="2025-09-30T11:18:24.365" v="1164" actId="47"/>
        <pc:sldMkLst>
          <pc:docMk/>
          <pc:sldMk cId="2601070043" sldId="2010"/>
        </pc:sldMkLst>
      </pc:sldChg>
      <pc:sldChg chg="del">
        <pc:chgData name="Fauve Duprez" userId="59fdc1fb-507d-4cdb-a31c-e3fd651e0acf" providerId="ADAL" clId="{B6A184DC-77EF-41A5-AA74-0C3EEDF54425}" dt="2025-09-30T11:18:23.921" v="1152" actId="47"/>
        <pc:sldMkLst>
          <pc:docMk/>
          <pc:sldMk cId="1943161816" sldId="2012"/>
        </pc:sldMkLst>
      </pc:sldChg>
      <pc:sldChg chg="del">
        <pc:chgData name="Fauve Duprez" userId="59fdc1fb-507d-4cdb-a31c-e3fd651e0acf" providerId="ADAL" clId="{B6A184DC-77EF-41A5-AA74-0C3EEDF54425}" dt="2025-09-30T11:18:23.896" v="1150" actId="47"/>
        <pc:sldMkLst>
          <pc:docMk/>
          <pc:sldMk cId="1990170823" sldId="2013"/>
        </pc:sldMkLst>
      </pc:sldChg>
      <pc:sldChg chg="del">
        <pc:chgData name="Fauve Duprez" userId="59fdc1fb-507d-4cdb-a31c-e3fd651e0acf" providerId="ADAL" clId="{B6A184DC-77EF-41A5-AA74-0C3EEDF54425}" dt="2025-09-30T10:44:24.186" v="34" actId="47"/>
        <pc:sldMkLst>
          <pc:docMk/>
          <pc:sldMk cId="521577009" sldId="2027"/>
        </pc:sldMkLst>
      </pc:sldChg>
      <pc:sldChg chg="del">
        <pc:chgData name="Fauve Duprez" userId="59fdc1fb-507d-4cdb-a31c-e3fd651e0acf" providerId="ADAL" clId="{B6A184DC-77EF-41A5-AA74-0C3EEDF54425}" dt="2025-09-30T10:44:23.283" v="32" actId="47"/>
        <pc:sldMkLst>
          <pc:docMk/>
          <pc:sldMk cId="1487761844" sldId="2028"/>
        </pc:sldMkLst>
      </pc:sldChg>
      <pc:sldChg chg="del">
        <pc:chgData name="Fauve Duprez" userId="59fdc1fb-507d-4cdb-a31c-e3fd651e0acf" providerId="ADAL" clId="{B6A184DC-77EF-41A5-AA74-0C3EEDF54425}" dt="2025-09-30T10:44:23.708" v="33" actId="47"/>
        <pc:sldMkLst>
          <pc:docMk/>
          <pc:sldMk cId="3864275196" sldId="2029"/>
        </pc:sldMkLst>
      </pc:sldChg>
      <pc:sldChg chg="del">
        <pc:chgData name="Fauve Duprez" userId="59fdc1fb-507d-4cdb-a31c-e3fd651e0acf" providerId="ADAL" clId="{B6A184DC-77EF-41A5-AA74-0C3EEDF54425}" dt="2025-09-30T11:18:24.558" v="1170" actId="47"/>
        <pc:sldMkLst>
          <pc:docMk/>
          <pc:sldMk cId="238202101" sldId="2030"/>
        </pc:sldMkLst>
      </pc:sldChg>
      <pc:sldChg chg="del">
        <pc:chgData name="Fauve Duprez" userId="59fdc1fb-507d-4cdb-a31c-e3fd651e0acf" providerId="ADAL" clId="{B6A184DC-77EF-41A5-AA74-0C3EEDF54425}" dt="2025-09-30T11:18:24.432" v="1165" actId="47"/>
        <pc:sldMkLst>
          <pc:docMk/>
          <pc:sldMk cId="4056725238" sldId="2031"/>
        </pc:sldMkLst>
      </pc:sldChg>
      <pc:sldChg chg="del">
        <pc:chgData name="Fauve Duprez" userId="59fdc1fb-507d-4cdb-a31c-e3fd651e0acf" providerId="ADAL" clId="{B6A184DC-77EF-41A5-AA74-0C3EEDF54425}" dt="2025-09-30T11:18:24.463" v="1166" actId="47"/>
        <pc:sldMkLst>
          <pc:docMk/>
          <pc:sldMk cId="1353981909" sldId="2032"/>
        </pc:sldMkLst>
      </pc:sldChg>
      <pc:sldChg chg="del">
        <pc:chgData name="Fauve Duprez" userId="59fdc1fb-507d-4cdb-a31c-e3fd651e0acf" providerId="ADAL" clId="{B6A184DC-77EF-41A5-AA74-0C3EEDF54425}" dt="2025-09-30T11:18:24.480" v="1167" actId="47"/>
        <pc:sldMkLst>
          <pc:docMk/>
          <pc:sldMk cId="2794043961" sldId="2033"/>
        </pc:sldMkLst>
      </pc:sldChg>
      <pc:sldChg chg="del">
        <pc:chgData name="Fauve Duprez" userId="59fdc1fb-507d-4cdb-a31c-e3fd651e0acf" providerId="ADAL" clId="{B6A184DC-77EF-41A5-AA74-0C3EEDF54425}" dt="2025-09-30T11:18:24.496" v="1168" actId="47"/>
        <pc:sldMkLst>
          <pc:docMk/>
          <pc:sldMk cId="3498546545" sldId="2034"/>
        </pc:sldMkLst>
      </pc:sldChg>
      <pc:sldChg chg="del">
        <pc:chgData name="Fauve Duprez" userId="59fdc1fb-507d-4cdb-a31c-e3fd651e0acf" providerId="ADAL" clId="{B6A184DC-77EF-41A5-AA74-0C3EEDF54425}" dt="2025-09-30T11:18:24.237" v="1161" actId="47"/>
        <pc:sldMkLst>
          <pc:docMk/>
          <pc:sldMk cId="1749518840" sldId="2035"/>
        </pc:sldMkLst>
      </pc:sldChg>
      <pc:sldChg chg="del">
        <pc:chgData name="Fauve Duprez" userId="59fdc1fb-507d-4cdb-a31c-e3fd651e0acf" providerId="ADAL" clId="{B6A184DC-77EF-41A5-AA74-0C3EEDF54425}" dt="2025-09-30T11:18:24.190" v="1160" actId="47"/>
        <pc:sldMkLst>
          <pc:docMk/>
          <pc:sldMk cId="3888982129" sldId="2036"/>
        </pc:sldMkLst>
      </pc:sldChg>
      <pc:sldChg chg="del">
        <pc:chgData name="Fauve Duprez" userId="59fdc1fb-507d-4cdb-a31c-e3fd651e0acf" providerId="ADAL" clId="{B6A184DC-77EF-41A5-AA74-0C3EEDF54425}" dt="2025-09-30T11:18:24.253" v="1162" actId="47"/>
        <pc:sldMkLst>
          <pc:docMk/>
          <pc:sldMk cId="793039552" sldId="2037"/>
        </pc:sldMkLst>
      </pc:sldChg>
      <pc:sldChg chg="del">
        <pc:chgData name="Fauve Duprez" userId="59fdc1fb-507d-4cdb-a31c-e3fd651e0acf" providerId="ADAL" clId="{B6A184DC-77EF-41A5-AA74-0C3EEDF54425}" dt="2025-09-30T11:18:24.122" v="1158" actId="47"/>
        <pc:sldMkLst>
          <pc:docMk/>
          <pc:sldMk cId="1122194538" sldId="2038"/>
        </pc:sldMkLst>
      </pc:sldChg>
      <pc:sldChg chg="del">
        <pc:chgData name="Fauve Duprez" userId="59fdc1fb-507d-4cdb-a31c-e3fd651e0acf" providerId="ADAL" clId="{B6A184DC-77EF-41A5-AA74-0C3EEDF54425}" dt="2025-09-30T11:18:24.018" v="1155" actId="47"/>
        <pc:sldMkLst>
          <pc:docMk/>
          <pc:sldMk cId="219920642" sldId="2039"/>
        </pc:sldMkLst>
      </pc:sldChg>
      <pc:sldChg chg="del">
        <pc:chgData name="Fauve Duprez" userId="59fdc1fb-507d-4cdb-a31c-e3fd651e0acf" providerId="ADAL" clId="{B6A184DC-77EF-41A5-AA74-0C3EEDF54425}" dt="2025-09-30T11:18:24.048" v="1156" actId="47"/>
        <pc:sldMkLst>
          <pc:docMk/>
          <pc:sldMk cId="4241904707" sldId="2041"/>
        </pc:sldMkLst>
      </pc:sldChg>
      <pc:sldChg chg="del">
        <pc:chgData name="Fauve Duprez" userId="59fdc1fb-507d-4cdb-a31c-e3fd651e0acf" providerId="ADAL" clId="{B6A184DC-77EF-41A5-AA74-0C3EEDF54425}" dt="2025-09-30T11:18:23.998" v="1154" actId="47"/>
        <pc:sldMkLst>
          <pc:docMk/>
          <pc:sldMk cId="1479908840" sldId="2042"/>
        </pc:sldMkLst>
      </pc:sldChg>
      <pc:sldChg chg="del">
        <pc:chgData name="Fauve Duprez" userId="59fdc1fb-507d-4cdb-a31c-e3fd651e0acf" providerId="ADAL" clId="{B6A184DC-77EF-41A5-AA74-0C3EEDF54425}" dt="2025-09-30T11:18:23.749" v="1147" actId="47"/>
        <pc:sldMkLst>
          <pc:docMk/>
          <pc:sldMk cId="992091532" sldId="2043"/>
        </pc:sldMkLst>
      </pc:sldChg>
      <pc:sldChg chg="modSp mod">
        <pc:chgData name="Fauve Duprez" userId="59fdc1fb-507d-4cdb-a31c-e3fd651e0acf" providerId="ADAL" clId="{B6A184DC-77EF-41A5-AA74-0C3EEDF54425}" dt="2025-09-30T14:48:16.333" v="1869" actId="20577"/>
        <pc:sldMkLst>
          <pc:docMk/>
          <pc:sldMk cId="277808791" sldId="2044"/>
        </pc:sldMkLst>
        <pc:spChg chg="mod">
          <ac:chgData name="Fauve Duprez" userId="59fdc1fb-507d-4cdb-a31c-e3fd651e0acf" providerId="ADAL" clId="{B6A184DC-77EF-41A5-AA74-0C3EEDF54425}" dt="2025-09-30T14:48:16.333" v="1869" actId="20577"/>
          <ac:spMkLst>
            <pc:docMk/>
            <pc:sldMk cId="277808791" sldId="2044"/>
            <ac:spMk id="2" creationId="{2487FA35-A2A9-47D2-B705-6EA42514C1AE}"/>
          </ac:spMkLst>
        </pc:spChg>
        <pc:spChg chg="mod">
          <ac:chgData name="Fauve Duprez" userId="59fdc1fb-507d-4cdb-a31c-e3fd651e0acf" providerId="ADAL" clId="{B6A184DC-77EF-41A5-AA74-0C3EEDF54425}" dt="2025-09-30T10:47:27.879" v="91" actId="114"/>
          <ac:spMkLst>
            <pc:docMk/>
            <pc:sldMk cId="277808791" sldId="2044"/>
            <ac:spMk id="3" creationId="{AFA9732D-AB41-4AF6-9647-B5196F5786EE}"/>
          </ac:spMkLst>
        </pc:spChg>
      </pc:sldChg>
      <pc:sldChg chg="add del">
        <pc:chgData name="Fauve Duprez" userId="59fdc1fb-507d-4cdb-a31c-e3fd651e0acf" providerId="ADAL" clId="{B6A184DC-77EF-41A5-AA74-0C3EEDF54425}" dt="2025-09-30T10:48:26.060" v="146" actId="47"/>
        <pc:sldMkLst>
          <pc:docMk/>
          <pc:sldMk cId="85943350" sldId="2045"/>
        </pc:sldMkLst>
      </pc:sldChg>
      <pc:sldChg chg="add del">
        <pc:chgData name="Fauve Duprez" userId="59fdc1fb-507d-4cdb-a31c-e3fd651e0acf" providerId="ADAL" clId="{B6A184DC-77EF-41A5-AA74-0C3EEDF54425}" dt="2025-09-30T10:48:25.104" v="144" actId="47"/>
        <pc:sldMkLst>
          <pc:docMk/>
          <pc:sldMk cId="2443013166" sldId="2046"/>
        </pc:sldMkLst>
      </pc:sldChg>
      <pc:sldChg chg="addSp delSp modSp add del mod">
        <pc:chgData name="Fauve Duprez" userId="59fdc1fb-507d-4cdb-a31c-e3fd651e0acf" providerId="ADAL" clId="{B6A184DC-77EF-41A5-AA74-0C3EEDF54425}" dt="2025-09-30T14:48:21.401" v="1871" actId="20577"/>
        <pc:sldMkLst>
          <pc:docMk/>
          <pc:sldMk cId="1423928108" sldId="2047"/>
        </pc:sldMkLst>
        <pc:spChg chg="del">
          <ac:chgData name="Fauve Duprez" userId="59fdc1fb-507d-4cdb-a31c-e3fd651e0acf" providerId="ADAL" clId="{B6A184DC-77EF-41A5-AA74-0C3EEDF54425}" dt="2025-09-30T10:49:38.957" v="164" actId="478"/>
          <ac:spMkLst>
            <pc:docMk/>
            <pc:sldMk cId="1423928108" sldId="2047"/>
            <ac:spMk id="2" creationId="{2487FA35-A2A9-47D2-B705-6EA42514C1AE}"/>
          </ac:spMkLst>
        </pc:spChg>
        <pc:spChg chg="mod">
          <ac:chgData name="Fauve Duprez" userId="59fdc1fb-507d-4cdb-a31c-e3fd651e0acf" providerId="ADAL" clId="{B6A184DC-77EF-41A5-AA74-0C3EEDF54425}" dt="2025-09-30T10:49:12.686" v="163" actId="20577"/>
          <ac:spMkLst>
            <pc:docMk/>
            <pc:sldMk cId="1423928108" sldId="2047"/>
            <ac:spMk id="3" creationId="{AFA9732D-AB41-4AF6-9647-B5196F5786EE}"/>
          </ac:spMkLst>
        </pc:spChg>
        <pc:spChg chg="add del mod">
          <ac:chgData name="Fauve Duprez" userId="59fdc1fb-507d-4cdb-a31c-e3fd651e0acf" providerId="ADAL" clId="{B6A184DC-77EF-41A5-AA74-0C3EEDF54425}" dt="2025-09-30T10:49:42.030" v="166" actId="478"/>
          <ac:spMkLst>
            <pc:docMk/>
            <pc:sldMk cId="1423928108" sldId="2047"/>
            <ac:spMk id="6" creationId="{E46731AB-07FD-CA65-C87F-19CE38212C4E}"/>
          </ac:spMkLst>
        </pc:spChg>
        <pc:spChg chg="add mod">
          <ac:chgData name="Fauve Duprez" userId="59fdc1fb-507d-4cdb-a31c-e3fd651e0acf" providerId="ADAL" clId="{B6A184DC-77EF-41A5-AA74-0C3EEDF54425}" dt="2025-09-30T14:48:21.401" v="1871" actId="20577"/>
          <ac:spMkLst>
            <pc:docMk/>
            <pc:sldMk cId="1423928108" sldId="2047"/>
            <ac:spMk id="7" creationId="{ADD0D850-D798-61A1-105D-CF1FBA1E0AC9}"/>
          </ac:spMkLst>
        </pc:spChg>
      </pc:sldChg>
      <pc:sldChg chg="addSp delSp modSp mod">
        <pc:chgData name="Fauve Duprez" userId="59fdc1fb-507d-4cdb-a31c-e3fd651e0acf" providerId="ADAL" clId="{B6A184DC-77EF-41A5-AA74-0C3EEDF54425}" dt="2025-09-30T14:48:37.422" v="1873" actId="20577"/>
        <pc:sldMkLst>
          <pc:docMk/>
          <pc:sldMk cId="2635594164" sldId="2048"/>
        </pc:sldMkLst>
        <pc:spChg chg="add del mod">
          <ac:chgData name="Fauve Duprez" userId="59fdc1fb-507d-4cdb-a31c-e3fd651e0acf" providerId="ADAL" clId="{B6A184DC-77EF-41A5-AA74-0C3EEDF54425}" dt="2025-09-30T10:49:47.093" v="169" actId="478"/>
          <ac:spMkLst>
            <pc:docMk/>
            <pc:sldMk cId="2635594164" sldId="2048"/>
            <ac:spMk id="5" creationId="{22B6FC9E-E8CE-ECFC-6C64-E95576E27B89}"/>
          </ac:spMkLst>
        </pc:spChg>
        <pc:spChg chg="add mod">
          <ac:chgData name="Fauve Duprez" userId="59fdc1fb-507d-4cdb-a31c-e3fd651e0acf" providerId="ADAL" clId="{B6A184DC-77EF-41A5-AA74-0C3EEDF54425}" dt="2025-09-30T14:48:37.422" v="1873" actId="20577"/>
          <ac:spMkLst>
            <pc:docMk/>
            <pc:sldMk cId="2635594164" sldId="2048"/>
            <ac:spMk id="6" creationId="{4C154ABB-1536-2A7F-168C-857F2FB5EC8F}"/>
          </ac:spMkLst>
        </pc:spChg>
        <pc:spChg chg="del">
          <ac:chgData name="Fauve Duprez" userId="59fdc1fb-507d-4cdb-a31c-e3fd651e0acf" providerId="ADAL" clId="{B6A184DC-77EF-41A5-AA74-0C3EEDF54425}" dt="2025-09-30T10:49:45.061" v="167" actId="478"/>
          <ac:spMkLst>
            <pc:docMk/>
            <pc:sldMk cId="2635594164" sldId="2048"/>
            <ac:spMk id="7" creationId="{2511D50A-E399-4DFD-994E-025F7BF843B6}"/>
          </ac:spMkLst>
        </pc:spChg>
      </pc:sldChg>
      <pc:sldChg chg="addSp delSp modSp mod">
        <pc:chgData name="Fauve Duprez" userId="59fdc1fb-507d-4cdb-a31c-e3fd651e0acf" providerId="ADAL" clId="{B6A184DC-77EF-41A5-AA74-0C3EEDF54425}" dt="2025-09-30T14:48:45.225" v="1875" actId="20577"/>
        <pc:sldMkLst>
          <pc:docMk/>
          <pc:sldMk cId="3133762187" sldId="2049"/>
        </pc:sldMkLst>
        <pc:spChg chg="del">
          <ac:chgData name="Fauve Duprez" userId="59fdc1fb-507d-4cdb-a31c-e3fd651e0acf" providerId="ADAL" clId="{B6A184DC-77EF-41A5-AA74-0C3EEDF54425}" dt="2025-09-30T10:53:07.219" v="185" actId="478"/>
          <ac:spMkLst>
            <pc:docMk/>
            <pc:sldMk cId="3133762187" sldId="2049"/>
            <ac:spMk id="7" creationId="{2511D50A-E399-4DFD-994E-025F7BF843B6}"/>
          </ac:spMkLst>
        </pc:spChg>
        <pc:spChg chg="add del mod">
          <ac:chgData name="Fauve Duprez" userId="59fdc1fb-507d-4cdb-a31c-e3fd651e0acf" providerId="ADAL" clId="{B6A184DC-77EF-41A5-AA74-0C3EEDF54425}" dt="2025-09-30T10:53:12.166" v="187" actId="478"/>
          <ac:spMkLst>
            <pc:docMk/>
            <pc:sldMk cId="3133762187" sldId="2049"/>
            <ac:spMk id="12" creationId="{1461EB32-F6A0-A923-CBE6-BAB23B4EFC29}"/>
          </ac:spMkLst>
        </pc:spChg>
        <pc:spChg chg="add mod">
          <ac:chgData name="Fauve Duprez" userId="59fdc1fb-507d-4cdb-a31c-e3fd651e0acf" providerId="ADAL" clId="{B6A184DC-77EF-41A5-AA74-0C3EEDF54425}" dt="2025-09-30T14:48:45.225" v="1875" actId="20577"/>
          <ac:spMkLst>
            <pc:docMk/>
            <pc:sldMk cId="3133762187" sldId="2049"/>
            <ac:spMk id="13" creationId="{9CC0CA23-2527-9631-7E0C-F1F14300C271}"/>
          </ac:spMkLst>
        </pc:spChg>
        <pc:picChg chg="add mod">
          <ac:chgData name="Fauve Duprez" userId="59fdc1fb-507d-4cdb-a31c-e3fd651e0acf" providerId="ADAL" clId="{B6A184DC-77EF-41A5-AA74-0C3EEDF54425}" dt="2025-09-30T10:52:39.251" v="178" actId="1076"/>
          <ac:picMkLst>
            <pc:docMk/>
            <pc:sldMk cId="3133762187" sldId="2049"/>
            <ac:picMk id="5" creationId="{CB6EF394-649C-BFE1-03AD-6FA4D7892CAF}"/>
          </ac:picMkLst>
        </pc:picChg>
        <pc:picChg chg="del">
          <ac:chgData name="Fauve Duprez" userId="59fdc1fb-507d-4cdb-a31c-e3fd651e0acf" providerId="ADAL" clId="{B6A184DC-77EF-41A5-AA74-0C3EEDF54425}" dt="2025-09-30T10:51:57.402" v="170" actId="478"/>
          <ac:picMkLst>
            <pc:docMk/>
            <pc:sldMk cId="3133762187" sldId="2049"/>
            <ac:picMk id="6" creationId="{2E7E8D81-508F-CC1E-9121-23FF6E0B23A2}"/>
          </ac:picMkLst>
        </pc:picChg>
        <pc:picChg chg="add mod">
          <ac:chgData name="Fauve Duprez" userId="59fdc1fb-507d-4cdb-a31c-e3fd651e0acf" providerId="ADAL" clId="{B6A184DC-77EF-41A5-AA74-0C3EEDF54425}" dt="2025-09-30T10:52:41.754" v="179" actId="1076"/>
          <ac:picMkLst>
            <pc:docMk/>
            <pc:sldMk cId="3133762187" sldId="2049"/>
            <ac:picMk id="9" creationId="{1558F1BD-B682-7016-DC3E-559150BA9277}"/>
          </ac:picMkLst>
        </pc:picChg>
        <pc:picChg chg="del">
          <ac:chgData name="Fauve Duprez" userId="59fdc1fb-507d-4cdb-a31c-e3fd651e0acf" providerId="ADAL" clId="{B6A184DC-77EF-41A5-AA74-0C3EEDF54425}" dt="2025-09-30T10:52:21.851" v="173" actId="478"/>
          <ac:picMkLst>
            <pc:docMk/>
            <pc:sldMk cId="3133762187" sldId="2049"/>
            <ac:picMk id="10" creationId="{9785C490-B14C-492B-74A0-5962116D685B}"/>
          </ac:picMkLst>
        </pc:picChg>
      </pc:sldChg>
      <pc:sldChg chg="del">
        <pc:chgData name="Fauve Duprez" userId="59fdc1fb-507d-4cdb-a31c-e3fd651e0acf" providerId="ADAL" clId="{B6A184DC-77EF-41A5-AA74-0C3EEDF54425}" dt="2025-09-30T10:52:59.210" v="184" actId="47"/>
        <pc:sldMkLst>
          <pc:docMk/>
          <pc:sldMk cId="3797842869" sldId="2051"/>
        </pc:sldMkLst>
      </pc:sldChg>
      <pc:sldChg chg="del">
        <pc:chgData name="Fauve Duprez" userId="59fdc1fb-507d-4cdb-a31c-e3fd651e0acf" providerId="ADAL" clId="{B6A184DC-77EF-41A5-AA74-0C3EEDF54425}" dt="2025-09-30T10:54:54.747" v="249" actId="47"/>
        <pc:sldMkLst>
          <pc:docMk/>
          <pc:sldMk cId="804149711" sldId="2053"/>
        </pc:sldMkLst>
      </pc:sldChg>
      <pc:sldChg chg="addSp delSp modSp mod">
        <pc:chgData name="Fauve Duprez" userId="59fdc1fb-507d-4cdb-a31c-e3fd651e0acf" providerId="ADAL" clId="{B6A184DC-77EF-41A5-AA74-0C3EEDF54425}" dt="2025-09-30T14:49:20.548" v="1881" actId="20577"/>
        <pc:sldMkLst>
          <pc:docMk/>
          <pc:sldMk cId="3488777933" sldId="2059"/>
        </pc:sldMkLst>
        <pc:spChg chg="add mod">
          <ac:chgData name="Fauve Duprez" userId="59fdc1fb-507d-4cdb-a31c-e3fd651e0acf" providerId="ADAL" clId="{B6A184DC-77EF-41A5-AA74-0C3EEDF54425}" dt="2025-09-30T14:49:20.548" v="1881" actId="20577"/>
          <ac:spMkLst>
            <pc:docMk/>
            <pc:sldMk cId="3488777933" sldId="2059"/>
            <ac:spMk id="5" creationId="{5B4DCD33-628C-2952-26C8-0331F783AE78}"/>
          </ac:spMkLst>
        </pc:spChg>
        <pc:spChg chg="del mod">
          <ac:chgData name="Fauve Duprez" userId="59fdc1fb-507d-4cdb-a31c-e3fd651e0acf" providerId="ADAL" clId="{B6A184DC-77EF-41A5-AA74-0C3EEDF54425}" dt="2025-09-30T10:57:11.694" v="269" actId="478"/>
          <ac:spMkLst>
            <pc:docMk/>
            <pc:sldMk cId="3488777933" sldId="2059"/>
            <ac:spMk id="7" creationId="{2511D50A-E399-4DFD-994E-025F7BF843B6}"/>
          </ac:spMkLst>
        </pc:spChg>
        <pc:spChg chg="add del">
          <ac:chgData name="Fauve Duprez" userId="59fdc1fb-507d-4cdb-a31c-e3fd651e0acf" providerId="ADAL" clId="{B6A184DC-77EF-41A5-AA74-0C3EEDF54425}" dt="2025-09-30T10:57:13.273" v="271" actId="22"/>
          <ac:spMkLst>
            <pc:docMk/>
            <pc:sldMk cId="3488777933" sldId="2059"/>
            <ac:spMk id="8" creationId="{54E6C637-E795-041E-3EB7-2A2AB0A736B6}"/>
          </ac:spMkLst>
        </pc:spChg>
      </pc:sldChg>
      <pc:sldChg chg="addSp delSp modSp mod">
        <pc:chgData name="Fauve Duprez" userId="59fdc1fb-507d-4cdb-a31c-e3fd651e0acf" providerId="ADAL" clId="{B6A184DC-77EF-41A5-AA74-0C3EEDF54425}" dt="2025-09-30T14:49:25.858" v="1883" actId="20577"/>
        <pc:sldMkLst>
          <pc:docMk/>
          <pc:sldMk cId="932671256" sldId="2060"/>
        </pc:sldMkLst>
        <pc:spChg chg="mod">
          <ac:chgData name="Fauve Duprez" userId="59fdc1fb-507d-4cdb-a31c-e3fd651e0acf" providerId="ADAL" clId="{B6A184DC-77EF-41A5-AA74-0C3EEDF54425}" dt="2025-09-30T10:56:13.705" v="265" actId="20577"/>
          <ac:spMkLst>
            <pc:docMk/>
            <pc:sldMk cId="932671256" sldId="2060"/>
            <ac:spMk id="3" creationId="{39011522-9118-40C3-A09B-F25B95FAB7B4}"/>
          </ac:spMkLst>
        </pc:spChg>
        <pc:spChg chg="add mod">
          <ac:chgData name="Fauve Duprez" userId="59fdc1fb-507d-4cdb-a31c-e3fd651e0acf" providerId="ADAL" clId="{B6A184DC-77EF-41A5-AA74-0C3EEDF54425}" dt="2025-09-30T14:49:25.858" v="1883" actId="20577"/>
          <ac:spMkLst>
            <pc:docMk/>
            <pc:sldMk cId="932671256" sldId="2060"/>
            <ac:spMk id="5" creationId="{394B4104-0307-6731-CECF-C40C72EC7E61}"/>
          </ac:spMkLst>
        </pc:spChg>
        <pc:spChg chg="del">
          <ac:chgData name="Fauve Duprez" userId="59fdc1fb-507d-4cdb-a31c-e3fd651e0acf" providerId="ADAL" clId="{B6A184DC-77EF-41A5-AA74-0C3EEDF54425}" dt="2025-09-30T10:57:34.895" v="276" actId="478"/>
          <ac:spMkLst>
            <pc:docMk/>
            <pc:sldMk cId="932671256" sldId="2060"/>
            <ac:spMk id="7" creationId="{2511D50A-E399-4DFD-994E-025F7BF843B6}"/>
          </ac:spMkLst>
        </pc:spChg>
      </pc:sldChg>
      <pc:sldChg chg="modSp mod">
        <pc:chgData name="Fauve Duprez" userId="59fdc1fb-507d-4cdb-a31c-e3fd651e0acf" providerId="ADAL" clId="{B6A184DC-77EF-41A5-AA74-0C3EEDF54425}" dt="2025-09-30T14:49:30.235" v="1885" actId="20577"/>
        <pc:sldMkLst>
          <pc:docMk/>
          <pc:sldMk cId="12897156" sldId="2061"/>
        </pc:sldMkLst>
        <pc:spChg chg="mod">
          <ac:chgData name="Fauve Duprez" userId="59fdc1fb-507d-4cdb-a31c-e3fd651e0acf" providerId="ADAL" clId="{B6A184DC-77EF-41A5-AA74-0C3EEDF54425}" dt="2025-09-30T14:49:30.235" v="1885" actId="20577"/>
          <ac:spMkLst>
            <pc:docMk/>
            <pc:sldMk cId="12897156" sldId="2061"/>
            <ac:spMk id="7" creationId="{2511D50A-E399-4DFD-994E-025F7BF843B6}"/>
          </ac:spMkLst>
        </pc:spChg>
      </pc:sldChg>
      <pc:sldChg chg="addSp delSp modSp mod">
        <pc:chgData name="Fauve Duprez" userId="59fdc1fb-507d-4cdb-a31c-e3fd651e0acf" providerId="ADAL" clId="{B6A184DC-77EF-41A5-AA74-0C3EEDF54425}" dt="2025-09-30T14:49:36.450" v="1887" actId="20577"/>
        <pc:sldMkLst>
          <pc:docMk/>
          <pc:sldMk cId="762118791" sldId="2062"/>
        </pc:sldMkLst>
        <pc:spChg chg="mod">
          <ac:chgData name="Fauve Duprez" userId="59fdc1fb-507d-4cdb-a31c-e3fd651e0acf" providerId="ADAL" clId="{B6A184DC-77EF-41A5-AA74-0C3EEDF54425}" dt="2025-09-30T10:59:50.128" v="299" actId="404"/>
          <ac:spMkLst>
            <pc:docMk/>
            <pc:sldMk cId="762118791" sldId="2062"/>
            <ac:spMk id="3" creationId="{39011522-9118-40C3-A09B-F25B95FAB7B4}"/>
          </ac:spMkLst>
        </pc:spChg>
        <pc:spChg chg="add mod">
          <ac:chgData name="Fauve Duprez" userId="59fdc1fb-507d-4cdb-a31c-e3fd651e0acf" providerId="ADAL" clId="{B6A184DC-77EF-41A5-AA74-0C3EEDF54425}" dt="2025-09-30T14:49:36.450" v="1887" actId="20577"/>
          <ac:spMkLst>
            <pc:docMk/>
            <pc:sldMk cId="762118791" sldId="2062"/>
            <ac:spMk id="5" creationId="{6A1A4FFD-1273-ABFA-92B0-7A451B21872E}"/>
          </ac:spMkLst>
        </pc:spChg>
        <pc:spChg chg="del">
          <ac:chgData name="Fauve Duprez" userId="59fdc1fb-507d-4cdb-a31c-e3fd651e0acf" providerId="ADAL" clId="{B6A184DC-77EF-41A5-AA74-0C3EEDF54425}" dt="2025-09-30T11:00:50.697" v="353" actId="478"/>
          <ac:spMkLst>
            <pc:docMk/>
            <pc:sldMk cId="762118791" sldId="2062"/>
            <ac:spMk id="7" creationId="{2511D50A-E399-4DFD-994E-025F7BF843B6}"/>
          </ac:spMkLst>
        </pc:spChg>
        <pc:picChg chg="del mod">
          <ac:chgData name="Fauve Duprez" userId="59fdc1fb-507d-4cdb-a31c-e3fd651e0acf" providerId="ADAL" clId="{B6A184DC-77EF-41A5-AA74-0C3EEDF54425}" dt="2025-09-30T10:59:36.009" v="294" actId="478"/>
          <ac:picMkLst>
            <pc:docMk/>
            <pc:sldMk cId="762118791" sldId="2062"/>
            <ac:picMk id="6" creationId="{475D7908-8318-68C4-C4BE-77B10EC5F158}"/>
          </ac:picMkLst>
        </pc:picChg>
      </pc:sldChg>
      <pc:sldChg chg="addSp delSp modSp mod">
        <pc:chgData name="Fauve Duprez" userId="59fdc1fb-507d-4cdb-a31c-e3fd651e0acf" providerId="ADAL" clId="{B6A184DC-77EF-41A5-AA74-0C3EEDF54425}" dt="2025-09-30T14:50:27.551" v="1902" actId="20577"/>
        <pc:sldMkLst>
          <pc:docMk/>
          <pc:sldMk cId="3046180038" sldId="2065"/>
        </pc:sldMkLst>
        <pc:spChg chg="add mod">
          <ac:chgData name="Fauve Duprez" userId="59fdc1fb-507d-4cdb-a31c-e3fd651e0acf" providerId="ADAL" clId="{B6A184DC-77EF-41A5-AA74-0C3EEDF54425}" dt="2025-09-30T11:05:39.993" v="418" actId="207"/>
          <ac:spMkLst>
            <pc:docMk/>
            <pc:sldMk cId="3046180038" sldId="2065"/>
            <ac:spMk id="2" creationId="{C06EF8CC-AD48-BDF6-9089-E81D37859B37}"/>
          </ac:spMkLst>
        </pc:spChg>
        <pc:spChg chg="mod">
          <ac:chgData name="Fauve Duprez" userId="59fdc1fb-507d-4cdb-a31c-e3fd651e0acf" providerId="ADAL" clId="{B6A184DC-77EF-41A5-AA74-0C3EEDF54425}" dt="2025-09-30T14:50:10.582" v="1893" actId="20577"/>
          <ac:spMkLst>
            <pc:docMk/>
            <pc:sldMk cId="3046180038" sldId="2065"/>
            <ac:spMk id="5" creationId="{3A004925-A370-44E2-A732-52A6295CBDEB}"/>
          </ac:spMkLst>
        </pc:spChg>
        <pc:spChg chg="mod">
          <ac:chgData name="Fauve Duprez" userId="59fdc1fb-507d-4cdb-a31c-e3fd651e0acf" providerId="ADAL" clId="{B6A184DC-77EF-41A5-AA74-0C3EEDF54425}" dt="2025-09-30T14:50:27.551" v="1902" actId="20577"/>
          <ac:spMkLst>
            <pc:docMk/>
            <pc:sldMk cId="3046180038" sldId="2065"/>
            <ac:spMk id="6" creationId="{D218D92A-74AD-49F8-A8A9-AD801B689B50}"/>
          </ac:spMkLst>
        </pc:spChg>
        <pc:spChg chg="del">
          <ac:chgData name="Fauve Duprez" userId="59fdc1fb-507d-4cdb-a31c-e3fd651e0acf" providerId="ADAL" clId="{B6A184DC-77EF-41A5-AA74-0C3EEDF54425}" dt="2025-09-30T11:06:08.816" v="431" actId="478"/>
          <ac:spMkLst>
            <pc:docMk/>
            <pc:sldMk cId="3046180038" sldId="2065"/>
            <ac:spMk id="15" creationId="{9416A202-B109-4020-B74B-B96FFC638D4B}"/>
          </ac:spMkLst>
        </pc:spChg>
        <pc:spChg chg="del">
          <ac:chgData name="Fauve Duprez" userId="59fdc1fb-507d-4cdb-a31c-e3fd651e0acf" providerId="ADAL" clId="{B6A184DC-77EF-41A5-AA74-0C3EEDF54425}" dt="2025-09-30T11:06:09.576" v="432" actId="478"/>
          <ac:spMkLst>
            <pc:docMk/>
            <pc:sldMk cId="3046180038" sldId="2065"/>
            <ac:spMk id="17" creationId="{F5DDE4C7-1F19-44D2-9B17-99DF6A1C96F0}"/>
          </ac:spMkLst>
        </pc:spChg>
        <pc:picChg chg="del">
          <ac:chgData name="Fauve Duprez" userId="59fdc1fb-507d-4cdb-a31c-e3fd651e0acf" providerId="ADAL" clId="{B6A184DC-77EF-41A5-AA74-0C3EEDF54425}" dt="2025-09-30T11:06:13.962" v="436" actId="478"/>
          <ac:picMkLst>
            <pc:docMk/>
            <pc:sldMk cId="3046180038" sldId="2065"/>
            <ac:picMk id="3" creationId="{0856175C-24F7-E8BF-C217-AD18B6AA31AD}"/>
          </ac:picMkLst>
        </pc:picChg>
        <pc:picChg chg="del">
          <ac:chgData name="Fauve Duprez" userId="59fdc1fb-507d-4cdb-a31c-e3fd651e0acf" providerId="ADAL" clId="{B6A184DC-77EF-41A5-AA74-0C3EEDF54425}" dt="2025-09-30T11:03:40.211" v="378" actId="478"/>
          <ac:picMkLst>
            <pc:docMk/>
            <pc:sldMk cId="3046180038" sldId="2065"/>
            <ac:picMk id="4" creationId="{A9D8103E-0B66-B95F-86F7-FFA60F9A7F64}"/>
          </ac:picMkLst>
        </pc:picChg>
        <pc:picChg chg="add mod">
          <ac:chgData name="Fauve Duprez" userId="59fdc1fb-507d-4cdb-a31c-e3fd651e0acf" providerId="ADAL" clId="{B6A184DC-77EF-41A5-AA74-0C3EEDF54425}" dt="2025-09-30T11:06:55.860" v="445" actId="1076"/>
          <ac:picMkLst>
            <pc:docMk/>
            <pc:sldMk cId="3046180038" sldId="2065"/>
            <ac:picMk id="7" creationId="{56CF80B0-6437-5410-8D86-81E49E30842A}"/>
          </ac:picMkLst>
        </pc:picChg>
        <pc:picChg chg="del">
          <ac:chgData name="Fauve Duprez" userId="59fdc1fb-507d-4cdb-a31c-e3fd651e0acf" providerId="ADAL" clId="{B6A184DC-77EF-41A5-AA74-0C3EEDF54425}" dt="2025-09-30T11:06:06.152" v="428" actId="478"/>
          <ac:picMkLst>
            <pc:docMk/>
            <pc:sldMk cId="3046180038" sldId="2065"/>
            <ac:picMk id="9" creationId="{8BB9BF04-5BEC-925D-62E1-5550B55BD28B}"/>
          </ac:picMkLst>
        </pc:picChg>
        <pc:cxnChg chg="del">
          <ac:chgData name="Fauve Duprez" userId="59fdc1fb-507d-4cdb-a31c-e3fd651e0acf" providerId="ADAL" clId="{B6A184DC-77EF-41A5-AA74-0C3EEDF54425}" dt="2025-09-30T11:06:08.163" v="430" actId="478"/>
          <ac:cxnSpMkLst>
            <pc:docMk/>
            <pc:sldMk cId="3046180038" sldId="2065"/>
            <ac:cxnSpMk id="8" creationId="{F77AB7CD-D11D-46AD-A1C0-0B8AB13DA0DA}"/>
          </ac:cxnSpMkLst>
        </pc:cxnChg>
        <pc:cxnChg chg="del mod">
          <ac:chgData name="Fauve Duprez" userId="59fdc1fb-507d-4cdb-a31c-e3fd651e0acf" providerId="ADAL" clId="{B6A184DC-77EF-41A5-AA74-0C3EEDF54425}" dt="2025-09-30T11:06:07.506" v="429" actId="478"/>
          <ac:cxnSpMkLst>
            <pc:docMk/>
            <pc:sldMk cId="3046180038" sldId="2065"/>
            <ac:cxnSpMk id="19" creationId="{71ED1D57-8ED4-4086-B1A0-430A41886BA7}"/>
          </ac:cxnSpMkLst>
        </pc:cxnChg>
      </pc:sldChg>
      <pc:sldChg chg="modSp mod">
        <pc:chgData name="Fauve Duprez" userId="59fdc1fb-507d-4cdb-a31c-e3fd651e0acf" providerId="ADAL" clId="{B6A184DC-77EF-41A5-AA74-0C3EEDF54425}" dt="2025-09-30T11:18:14.631" v="1116" actId="404"/>
        <pc:sldMkLst>
          <pc:docMk/>
          <pc:sldMk cId="231776674" sldId="2066"/>
        </pc:sldMkLst>
        <pc:spChg chg="mod">
          <ac:chgData name="Fauve Duprez" userId="59fdc1fb-507d-4cdb-a31c-e3fd651e0acf" providerId="ADAL" clId="{B6A184DC-77EF-41A5-AA74-0C3EEDF54425}" dt="2025-09-30T11:18:00.345" v="1114" actId="20577"/>
          <ac:spMkLst>
            <pc:docMk/>
            <pc:sldMk cId="231776674" sldId="2066"/>
            <ac:spMk id="3" creationId="{39011522-9118-40C3-A09B-F25B95FAB7B4}"/>
          </ac:spMkLst>
        </pc:spChg>
        <pc:spChg chg="mod">
          <ac:chgData name="Fauve Duprez" userId="59fdc1fb-507d-4cdb-a31c-e3fd651e0acf" providerId="ADAL" clId="{B6A184DC-77EF-41A5-AA74-0C3EEDF54425}" dt="2025-09-30T11:18:14.631" v="1116" actId="404"/>
          <ac:spMkLst>
            <pc:docMk/>
            <pc:sldMk cId="231776674" sldId="2066"/>
            <ac:spMk id="7" creationId="{2511D50A-E399-4DFD-994E-025F7BF843B6}"/>
          </ac:spMkLst>
        </pc:spChg>
      </pc:sldChg>
      <pc:sldChg chg="del">
        <pc:chgData name="Fauve Duprez" userId="59fdc1fb-507d-4cdb-a31c-e3fd651e0acf" providerId="ADAL" clId="{B6A184DC-77EF-41A5-AA74-0C3EEDF54425}" dt="2025-09-30T11:18:23.700" v="1145" actId="47"/>
        <pc:sldMkLst>
          <pc:docMk/>
          <pc:sldMk cId="3377217503" sldId="2067"/>
        </pc:sldMkLst>
      </pc:sldChg>
      <pc:sldChg chg="addSp delSp modSp del mod">
        <pc:chgData name="Fauve Duprez" userId="59fdc1fb-507d-4cdb-a31c-e3fd651e0acf" providerId="ADAL" clId="{B6A184DC-77EF-41A5-AA74-0C3EEDF54425}" dt="2025-09-30T10:53:28.230" v="194" actId="47"/>
        <pc:sldMkLst>
          <pc:docMk/>
          <pc:sldMk cId="4106062167" sldId="2068"/>
        </pc:sldMkLst>
        <pc:spChg chg="del">
          <ac:chgData name="Fauve Duprez" userId="59fdc1fb-507d-4cdb-a31c-e3fd651e0acf" providerId="ADAL" clId="{B6A184DC-77EF-41A5-AA74-0C3EEDF54425}" dt="2025-09-30T10:53:19.915" v="191" actId="478"/>
          <ac:spMkLst>
            <pc:docMk/>
            <pc:sldMk cId="4106062167" sldId="2068"/>
            <ac:spMk id="7" creationId="{2511D50A-E399-4DFD-994E-025F7BF843B6}"/>
          </ac:spMkLst>
        </pc:spChg>
        <pc:spChg chg="add del mod">
          <ac:chgData name="Fauve Duprez" userId="59fdc1fb-507d-4cdb-a31c-e3fd651e0acf" providerId="ADAL" clId="{B6A184DC-77EF-41A5-AA74-0C3EEDF54425}" dt="2025-09-30T10:53:20.715" v="192" actId="478"/>
          <ac:spMkLst>
            <pc:docMk/>
            <pc:sldMk cId="4106062167" sldId="2068"/>
            <ac:spMk id="8" creationId="{1796F9EA-2CE2-A1F3-746D-37A8FA08ECCC}"/>
          </ac:spMkLst>
        </pc:spChg>
        <pc:spChg chg="add mod">
          <ac:chgData name="Fauve Duprez" userId="59fdc1fb-507d-4cdb-a31c-e3fd651e0acf" providerId="ADAL" clId="{B6A184DC-77EF-41A5-AA74-0C3EEDF54425}" dt="2025-09-30T10:53:21.825" v="193"/>
          <ac:spMkLst>
            <pc:docMk/>
            <pc:sldMk cId="4106062167" sldId="2068"/>
            <ac:spMk id="9" creationId="{D5D88CEE-262A-3EC2-E7C5-6AF453A4A286}"/>
          </ac:spMkLst>
        </pc:spChg>
      </pc:sldChg>
      <pc:sldChg chg="addSp delSp modSp mod">
        <pc:chgData name="Fauve Duprez" userId="59fdc1fb-507d-4cdb-a31c-e3fd651e0acf" providerId="ADAL" clId="{B6A184DC-77EF-41A5-AA74-0C3EEDF54425}" dt="2025-09-30T14:49:16.257" v="1879" actId="20577"/>
        <pc:sldMkLst>
          <pc:docMk/>
          <pc:sldMk cId="2003147335" sldId="2069"/>
        </pc:sldMkLst>
        <pc:spChg chg="mod">
          <ac:chgData name="Fauve Duprez" userId="59fdc1fb-507d-4cdb-a31c-e3fd651e0acf" providerId="ADAL" clId="{B6A184DC-77EF-41A5-AA74-0C3EEDF54425}" dt="2025-09-30T11:33:24.252" v="1850" actId="20577"/>
          <ac:spMkLst>
            <pc:docMk/>
            <pc:sldMk cId="2003147335" sldId="2069"/>
            <ac:spMk id="3" creationId="{39011522-9118-40C3-A09B-F25B95FAB7B4}"/>
          </ac:spMkLst>
        </pc:spChg>
        <pc:spChg chg="del mod">
          <ac:chgData name="Fauve Duprez" userId="59fdc1fb-507d-4cdb-a31c-e3fd651e0acf" providerId="ADAL" clId="{B6A184DC-77EF-41A5-AA74-0C3EEDF54425}" dt="2025-09-30T10:55:20.486" v="253" actId="478"/>
          <ac:spMkLst>
            <pc:docMk/>
            <pc:sldMk cId="2003147335" sldId="2069"/>
            <ac:spMk id="5" creationId="{0E5FB4D5-B452-4AA4-B83E-8DA93E143B9E}"/>
          </ac:spMkLst>
        </pc:spChg>
        <pc:spChg chg="add del mod">
          <ac:chgData name="Fauve Duprez" userId="59fdc1fb-507d-4cdb-a31c-e3fd651e0acf" providerId="ADAL" clId="{B6A184DC-77EF-41A5-AA74-0C3EEDF54425}" dt="2025-09-30T10:55:22.986" v="254" actId="478"/>
          <ac:spMkLst>
            <pc:docMk/>
            <pc:sldMk cId="2003147335" sldId="2069"/>
            <ac:spMk id="6" creationId="{C8267883-1AAA-48FF-67F5-52E01A9E51EE}"/>
          </ac:spMkLst>
        </pc:spChg>
        <pc:spChg chg="del">
          <ac:chgData name="Fauve Duprez" userId="59fdc1fb-507d-4cdb-a31c-e3fd651e0acf" providerId="ADAL" clId="{B6A184DC-77EF-41A5-AA74-0C3EEDF54425}" dt="2025-09-30T10:57:04.277" v="266" actId="478"/>
          <ac:spMkLst>
            <pc:docMk/>
            <pc:sldMk cId="2003147335" sldId="2069"/>
            <ac:spMk id="7" creationId="{2511D50A-E399-4DFD-994E-025F7BF843B6}"/>
          </ac:spMkLst>
        </pc:spChg>
        <pc:spChg chg="add del mod">
          <ac:chgData name="Fauve Duprez" userId="59fdc1fb-507d-4cdb-a31c-e3fd651e0acf" providerId="ADAL" clId="{B6A184DC-77EF-41A5-AA74-0C3EEDF54425}" dt="2025-09-30T10:57:05.972" v="267"/>
          <ac:spMkLst>
            <pc:docMk/>
            <pc:sldMk cId="2003147335" sldId="2069"/>
            <ac:spMk id="9" creationId="{5CC1F33F-79D2-B861-3396-EC8F9C35E849}"/>
          </ac:spMkLst>
        </pc:spChg>
        <pc:spChg chg="add mod">
          <ac:chgData name="Fauve Duprez" userId="59fdc1fb-507d-4cdb-a31c-e3fd651e0acf" providerId="ADAL" clId="{B6A184DC-77EF-41A5-AA74-0C3EEDF54425}" dt="2025-09-30T14:49:16.257" v="1879" actId="20577"/>
          <ac:spMkLst>
            <pc:docMk/>
            <pc:sldMk cId="2003147335" sldId="2069"/>
            <ac:spMk id="10" creationId="{8D575C73-58D7-7079-5C3E-CDF9E30A4DB4}"/>
          </ac:spMkLst>
        </pc:spChg>
      </pc:sldChg>
      <pc:sldChg chg="del">
        <pc:chgData name="Fauve Duprez" userId="59fdc1fb-507d-4cdb-a31c-e3fd651e0acf" providerId="ADAL" clId="{B6A184DC-77EF-41A5-AA74-0C3EEDF54425}" dt="2025-09-30T11:18:28.116" v="1186" actId="47"/>
        <pc:sldMkLst>
          <pc:docMk/>
          <pc:sldMk cId="3914026202" sldId="2070"/>
        </pc:sldMkLst>
      </pc:sldChg>
      <pc:sldChg chg="del">
        <pc:chgData name="Fauve Duprez" userId="59fdc1fb-507d-4cdb-a31c-e3fd651e0acf" providerId="ADAL" clId="{B6A184DC-77EF-41A5-AA74-0C3EEDF54425}" dt="2025-09-30T11:18:27.373" v="1185" actId="47"/>
        <pc:sldMkLst>
          <pc:docMk/>
          <pc:sldMk cId="2038671819" sldId="2071"/>
        </pc:sldMkLst>
      </pc:sldChg>
      <pc:sldChg chg="del">
        <pc:chgData name="Fauve Duprez" userId="59fdc1fb-507d-4cdb-a31c-e3fd651e0acf" providerId="ADAL" clId="{B6A184DC-77EF-41A5-AA74-0C3EEDF54425}" dt="2025-09-30T11:18:26.602" v="1183" actId="47"/>
        <pc:sldMkLst>
          <pc:docMk/>
          <pc:sldMk cId="3481569661" sldId="2072"/>
        </pc:sldMkLst>
      </pc:sldChg>
      <pc:sldChg chg="del">
        <pc:chgData name="Fauve Duprez" userId="59fdc1fb-507d-4cdb-a31c-e3fd651e0acf" providerId="ADAL" clId="{B6A184DC-77EF-41A5-AA74-0C3EEDF54425}" dt="2025-09-30T11:18:26.056" v="1182" actId="47"/>
        <pc:sldMkLst>
          <pc:docMk/>
          <pc:sldMk cId="2348625057" sldId="2073"/>
        </pc:sldMkLst>
      </pc:sldChg>
      <pc:sldChg chg="del">
        <pc:chgData name="Fauve Duprez" userId="59fdc1fb-507d-4cdb-a31c-e3fd651e0acf" providerId="ADAL" clId="{B6A184DC-77EF-41A5-AA74-0C3EEDF54425}" dt="2025-09-30T11:18:25.920" v="1181" actId="47"/>
        <pc:sldMkLst>
          <pc:docMk/>
          <pc:sldMk cId="1692719486" sldId="2074"/>
        </pc:sldMkLst>
      </pc:sldChg>
      <pc:sldChg chg="del">
        <pc:chgData name="Fauve Duprez" userId="59fdc1fb-507d-4cdb-a31c-e3fd651e0acf" providerId="ADAL" clId="{B6A184DC-77EF-41A5-AA74-0C3EEDF54425}" dt="2025-09-30T11:18:24.761" v="1177" actId="47"/>
        <pc:sldMkLst>
          <pc:docMk/>
          <pc:sldMk cId="1771947816" sldId="2076"/>
        </pc:sldMkLst>
      </pc:sldChg>
      <pc:sldChg chg="del">
        <pc:chgData name="Fauve Duprez" userId="59fdc1fb-507d-4cdb-a31c-e3fd651e0acf" providerId="ADAL" clId="{B6A184DC-77EF-41A5-AA74-0C3EEDF54425}" dt="2025-09-30T11:18:24.748" v="1176" actId="47"/>
        <pc:sldMkLst>
          <pc:docMk/>
          <pc:sldMk cId="3663528800" sldId="2077"/>
        </pc:sldMkLst>
      </pc:sldChg>
      <pc:sldChg chg="del">
        <pc:chgData name="Fauve Duprez" userId="59fdc1fb-507d-4cdb-a31c-e3fd651e0acf" providerId="ADAL" clId="{B6A184DC-77EF-41A5-AA74-0C3EEDF54425}" dt="2025-09-30T11:18:24.730" v="1175" actId="47"/>
        <pc:sldMkLst>
          <pc:docMk/>
          <pc:sldMk cId="449993345" sldId="2078"/>
        </pc:sldMkLst>
      </pc:sldChg>
      <pc:sldChg chg="del">
        <pc:chgData name="Fauve Duprez" userId="59fdc1fb-507d-4cdb-a31c-e3fd651e0acf" providerId="ADAL" clId="{B6A184DC-77EF-41A5-AA74-0C3EEDF54425}" dt="2025-09-30T11:18:24.719" v="1174" actId="47"/>
        <pc:sldMkLst>
          <pc:docMk/>
          <pc:sldMk cId="4069568477" sldId="2079"/>
        </pc:sldMkLst>
      </pc:sldChg>
      <pc:sldChg chg="del">
        <pc:chgData name="Fauve Duprez" userId="59fdc1fb-507d-4cdb-a31c-e3fd651e0acf" providerId="ADAL" clId="{B6A184DC-77EF-41A5-AA74-0C3EEDF54425}" dt="2025-09-30T11:18:24.650" v="1173" actId="47"/>
        <pc:sldMkLst>
          <pc:docMk/>
          <pc:sldMk cId="2463860811" sldId="2080"/>
        </pc:sldMkLst>
      </pc:sldChg>
      <pc:sldChg chg="del">
        <pc:chgData name="Fauve Duprez" userId="59fdc1fb-507d-4cdb-a31c-e3fd651e0acf" providerId="ADAL" clId="{B6A184DC-77EF-41A5-AA74-0C3EEDF54425}" dt="2025-09-30T11:18:24.619" v="1172" actId="47"/>
        <pc:sldMkLst>
          <pc:docMk/>
          <pc:sldMk cId="3113964941" sldId="2081"/>
        </pc:sldMkLst>
      </pc:sldChg>
      <pc:sldChg chg="del">
        <pc:chgData name="Fauve Duprez" userId="59fdc1fb-507d-4cdb-a31c-e3fd651e0acf" providerId="ADAL" clId="{B6A184DC-77EF-41A5-AA74-0C3EEDF54425}" dt="2025-09-30T11:18:24.586" v="1171" actId="47"/>
        <pc:sldMkLst>
          <pc:docMk/>
          <pc:sldMk cId="4072340759" sldId="2082"/>
        </pc:sldMkLst>
      </pc:sldChg>
      <pc:sldChg chg="del">
        <pc:chgData name="Fauve Duprez" userId="59fdc1fb-507d-4cdb-a31c-e3fd651e0acf" providerId="ADAL" clId="{B6A184DC-77EF-41A5-AA74-0C3EEDF54425}" dt="2025-09-30T11:18:27.152" v="1184" actId="47"/>
        <pc:sldMkLst>
          <pc:docMk/>
          <pc:sldMk cId="198593571" sldId="2083"/>
        </pc:sldMkLst>
      </pc:sldChg>
      <pc:sldChg chg="del">
        <pc:chgData name="Fauve Duprez" userId="59fdc1fb-507d-4cdb-a31c-e3fd651e0acf" providerId="ADAL" clId="{B6A184DC-77EF-41A5-AA74-0C3EEDF54425}" dt="2025-09-30T11:18:25.748" v="1180" actId="47"/>
        <pc:sldMkLst>
          <pc:docMk/>
          <pc:sldMk cId="848894518" sldId="2084"/>
        </pc:sldMkLst>
      </pc:sldChg>
      <pc:sldChg chg="del">
        <pc:chgData name="Fauve Duprez" userId="59fdc1fb-507d-4cdb-a31c-e3fd651e0acf" providerId="ADAL" clId="{B6A184DC-77EF-41A5-AA74-0C3EEDF54425}" dt="2025-09-30T11:18:25.595" v="1179" actId="47"/>
        <pc:sldMkLst>
          <pc:docMk/>
          <pc:sldMk cId="1406383348" sldId="2085"/>
        </pc:sldMkLst>
      </pc:sldChg>
      <pc:sldChg chg="del">
        <pc:chgData name="Fauve Duprez" userId="59fdc1fb-507d-4cdb-a31c-e3fd651e0acf" providerId="ADAL" clId="{B6A184DC-77EF-41A5-AA74-0C3EEDF54425}" dt="2025-09-30T11:18:24.873" v="1178" actId="47"/>
        <pc:sldMkLst>
          <pc:docMk/>
          <pc:sldMk cId="1806544558" sldId="2086"/>
        </pc:sldMkLst>
      </pc:sldChg>
      <pc:sldChg chg="del">
        <pc:chgData name="Fauve Duprez" userId="59fdc1fb-507d-4cdb-a31c-e3fd651e0acf" providerId="ADAL" clId="{B6A184DC-77EF-41A5-AA74-0C3EEDF54425}" dt="2025-09-30T11:18:23.668" v="1144" actId="47"/>
        <pc:sldMkLst>
          <pc:docMk/>
          <pc:sldMk cId="2570228691" sldId="2089"/>
        </pc:sldMkLst>
      </pc:sldChg>
      <pc:sldChg chg="del">
        <pc:chgData name="Fauve Duprez" userId="59fdc1fb-507d-4cdb-a31c-e3fd651e0acf" providerId="ADAL" clId="{B6A184DC-77EF-41A5-AA74-0C3EEDF54425}" dt="2025-09-30T11:18:23.448" v="1138" actId="47"/>
        <pc:sldMkLst>
          <pc:docMk/>
          <pc:sldMk cId="3161705986" sldId="2092"/>
        </pc:sldMkLst>
      </pc:sldChg>
      <pc:sldChg chg="del">
        <pc:chgData name="Fauve Duprez" userId="59fdc1fb-507d-4cdb-a31c-e3fd651e0acf" providerId="ADAL" clId="{B6A184DC-77EF-41A5-AA74-0C3EEDF54425}" dt="2025-09-30T11:18:23.365" v="1137" actId="47"/>
        <pc:sldMkLst>
          <pc:docMk/>
          <pc:sldMk cId="1189862602" sldId="2094"/>
        </pc:sldMkLst>
      </pc:sldChg>
      <pc:sldChg chg="del">
        <pc:chgData name="Fauve Duprez" userId="59fdc1fb-507d-4cdb-a31c-e3fd651e0acf" providerId="ADAL" clId="{B6A184DC-77EF-41A5-AA74-0C3EEDF54425}" dt="2025-09-30T11:18:23.305" v="1135" actId="47"/>
        <pc:sldMkLst>
          <pc:docMk/>
          <pc:sldMk cId="3480759879" sldId="2095"/>
        </pc:sldMkLst>
      </pc:sldChg>
      <pc:sldChg chg="del">
        <pc:chgData name="Fauve Duprez" userId="59fdc1fb-507d-4cdb-a31c-e3fd651e0acf" providerId="ADAL" clId="{B6A184DC-77EF-41A5-AA74-0C3EEDF54425}" dt="2025-09-30T11:18:23.275" v="1134" actId="47"/>
        <pc:sldMkLst>
          <pc:docMk/>
          <pc:sldMk cId="505707930" sldId="2097"/>
        </pc:sldMkLst>
      </pc:sldChg>
      <pc:sldChg chg="del">
        <pc:chgData name="Fauve Duprez" userId="59fdc1fb-507d-4cdb-a31c-e3fd651e0acf" providerId="ADAL" clId="{B6A184DC-77EF-41A5-AA74-0C3EEDF54425}" dt="2025-09-30T11:18:23.198" v="1132" actId="47"/>
        <pc:sldMkLst>
          <pc:docMk/>
          <pc:sldMk cId="1059903898" sldId="2099"/>
        </pc:sldMkLst>
      </pc:sldChg>
      <pc:sldChg chg="del">
        <pc:chgData name="Fauve Duprez" userId="59fdc1fb-507d-4cdb-a31c-e3fd651e0acf" providerId="ADAL" clId="{B6A184DC-77EF-41A5-AA74-0C3EEDF54425}" dt="2025-09-30T11:18:23.166" v="1131" actId="47"/>
        <pc:sldMkLst>
          <pc:docMk/>
          <pc:sldMk cId="1557829280" sldId="2100"/>
        </pc:sldMkLst>
      </pc:sldChg>
      <pc:sldChg chg="del">
        <pc:chgData name="Fauve Duprez" userId="59fdc1fb-507d-4cdb-a31c-e3fd651e0acf" providerId="ADAL" clId="{B6A184DC-77EF-41A5-AA74-0C3EEDF54425}" dt="2025-09-30T11:18:23.130" v="1130" actId="47"/>
        <pc:sldMkLst>
          <pc:docMk/>
          <pc:sldMk cId="2183057823" sldId="2101"/>
        </pc:sldMkLst>
      </pc:sldChg>
      <pc:sldChg chg="del">
        <pc:chgData name="Fauve Duprez" userId="59fdc1fb-507d-4cdb-a31c-e3fd651e0acf" providerId="ADAL" clId="{B6A184DC-77EF-41A5-AA74-0C3EEDF54425}" dt="2025-09-30T11:18:23.099" v="1129" actId="47"/>
        <pc:sldMkLst>
          <pc:docMk/>
          <pc:sldMk cId="3402246794" sldId="2102"/>
        </pc:sldMkLst>
      </pc:sldChg>
      <pc:sldChg chg="del">
        <pc:chgData name="Fauve Duprez" userId="59fdc1fb-507d-4cdb-a31c-e3fd651e0acf" providerId="ADAL" clId="{B6A184DC-77EF-41A5-AA74-0C3EEDF54425}" dt="2025-09-30T11:18:23.066" v="1128" actId="47"/>
        <pc:sldMkLst>
          <pc:docMk/>
          <pc:sldMk cId="1179046416" sldId="2103"/>
        </pc:sldMkLst>
      </pc:sldChg>
      <pc:sldChg chg="del">
        <pc:chgData name="Fauve Duprez" userId="59fdc1fb-507d-4cdb-a31c-e3fd651e0acf" providerId="ADAL" clId="{B6A184DC-77EF-41A5-AA74-0C3EEDF54425}" dt="2025-09-30T11:18:23.017" v="1127" actId="47"/>
        <pc:sldMkLst>
          <pc:docMk/>
          <pc:sldMk cId="2151426404" sldId="2104"/>
        </pc:sldMkLst>
      </pc:sldChg>
      <pc:sldChg chg="del">
        <pc:chgData name="Fauve Duprez" userId="59fdc1fb-507d-4cdb-a31c-e3fd651e0acf" providerId="ADAL" clId="{B6A184DC-77EF-41A5-AA74-0C3EEDF54425}" dt="2025-09-30T11:18:23.001" v="1126" actId="47"/>
        <pc:sldMkLst>
          <pc:docMk/>
          <pc:sldMk cId="3983074212" sldId="2105"/>
        </pc:sldMkLst>
      </pc:sldChg>
      <pc:sldChg chg="del">
        <pc:chgData name="Fauve Duprez" userId="59fdc1fb-507d-4cdb-a31c-e3fd651e0acf" providerId="ADAL" clId="{B6A184DC-77EF-41A5-AA74-0C3EEDF54425}" dt="2025-09-30T11:18:22.985" v="1125" actId="47"/>
        <pc:sldMkLst>
          <pc:docMk/>
          <pc:sldMk cId="541422629" sldId="2106"/>
        </pc:sldMkLst>
      </pc:sldChg>
      <pc:sldChg chg="del">
        <pc:chgData name="Fauve Duprez" userId="59fdc1fb-507d-4cdb-a31c-e3fd651e0acf" providerId="ADAL" clId="{B6A184DC-77EF-41A5-AA74-0C3EEDF54425}" dt="2025-09-30T11:18:22.881" v="1123" actId="47"/>
        <pc:sldMkLst>
          <pc:docMk/>
          <pc:sldMk cId="198987579" sldId="2108"/>
        </pc:sldMkLst>
      </pc:sldChg>
      <pc:sldChg chg="del">
        <pc:chgData name="Fauve Duprez" userId="59fdc1fb-507d-4cdb-a31c-e3fd651e0acf" providerId="ADAL" clId="{B6A184DC-77EF-41A5-AA74-0C3EEDF54425}" dt="2025-09-30T11:18:22.732" v="1118" actId="47"/>
        <pc:sldMkLst>
          <pc:docMk/>
          <pc:sldMk cId="3771763127" sldId="2110"/>
        </pc:sldMkLst>
      </pc:sldChg>
      <pc:sldChg chg="del">
        <pc:chgData name="Fauve Duprez" userId="59fdc1fb-507d-4cdb-a31c-e3fd651e0acf" providerId="ADAL" clId="{B6A184DC-77EF-41A5-AA74-0C3EEDF54425}" dt="2025-09-30T11:18:23.556" v="1140" actId="47"/>
        <pc:sldMkLst>
          <pc:docMk/>
          <pc:sldMk cId="2527448114" sldId="2112"/>
        </pc:sldMkLst>
      </pc:sldChg>
      <pc:sldChg chg="del">
        <pc:chgData name="Fauve Duprez" userId="59fdc1fb-507d-4cdb-a31c-e3fd651e0acf" providerId="ADAL" clId="{B6A184DC-77EF-41A5-AA74-0C3EEDF54425}" dt="2025-09-30T11:18:23.514" v="1139" actId="47"/>
        <pc:sldMkLst>
          <pc:docMk/>
          <pc:sldMk cId="3384114157" sldId="2113"/>
        </pc:sldMkLst>
      </pc:sldChg>
      <pc:sldChg chg="del">
        <pc:chgData name="Fauve Duprez" userId="59fdc1fb-507d-4cdb-a31c-e3fd651e0acf" providerId="ADAL" clId="{B6A184DC-77EF-41A5-AA74-0C3EEDF54425}" dt="2025-09-30T11:18:23.572" v="1141" actId="47"/>
        <pc:sldMkLst>
          <pc:docMk/>
          <pc:sldMk cId="129236034" sldId="2115"/>
        </pc:sldMkLst>
      </pc:sldChg>
      <pc:sldChg chg="del">
        <pc:chgData name="Fauve Duprez" userId="59fdc1fb-507d-4cdb-a31c-e3fd651e0acf" providerId="ADAL" clId="{B6A184DC-77EF-41A5-AA74-0C3EEDF54425}" dt="2025-09-30T11:18:23.598" v="1142" actId="47"/>
        <pc:sldMkLst>
          <pc:docMk/>
          <pc:sldMk cId="138418379" sldId="2116"/>
        </pc:sldMkLst>
      </pc:sldChg>
      <pc:sldChg chg="del">
        <pc:chgData name="Fauve Duprez" userId="59fdc1fb-507d-4cdb-a31c-e3fd651e0acf" providerId="ADAL" clId="{B6A184DC-77EF-41A5-AA74-0C3EEDF54425}" dt="2025-09-30T11:18:23.632" v="1143" actId="47"/>
        <pc:sldMkLst>
          <pc:docMk/>
          <pc:sldMk cId="2303368641" sldId="2117"/>
        </pc:sldMkLst>
      </pc:sldChg>
      <pc:sldChg chg="del">
        <pc:chgData name="Fauve Duprez" userId="59fdc1fb-507d-4cdb-a31c-e3fd651e0acf" providerId="ADAL" clId="{B6A184DC-77EF-41A5-AA74-0C3EEDF54425}" dt="2025-09-30T11:18:23.334" v="1136" actId="47"/>
        <pc:sldMkLst>
          <pc:docMk/>
          <pc:sldMk cId="2830790975" sldId="2118"/>
        </pc:sldMkLst>
      </pc:sldChg>
      <pc:sldChg chg="del">
        <pc:chgData name="Fauve Duprez" userId="59fdc1fb-507d-4cdb-a31c-e3fd651e0acf" providerId="ADAL" clId="{B6A184DC-77EF-41A5-AA74-0C3EEDF54425}" dt="2025-09-30T11:18:23.232" v="1133" actId="47"/>
        <pc:sldMkLst>
          <pc:docMk/>
          <pc:sldMk cId="71035075" sldId="2119"/>
        </pc:sldMkLst>
      </pc:sldChg>
      <pc:sldChg chg="del">
        <pc:chgData name="Fauve Duprez" userId="59fdc1fb-507d-4cdb-a31c-e3fd651e0acf" providerId="ADAL" clId="{B6A184DC-77EF-41A5-AA74-0C3EEDF54425}" dt="2025-09-30T11:18:22.748" v="1119" actId="47"/>
        <pc:sldMkLst>
          <pc:docMk/>
          <pc:sldMk cId="3621719763" sldId="2120"/>
        </pc:sldMkLst>
      </pc:sldChg>
      <pc:sldChg chg="del">
        <pc:chgData name="Fauve Duprez" userId="59fdc1fb-507d-4cdb-a31c-e3fd651e0acf" providerId="ADAL" clId="{B6A184DC-77EF-41A5-AA74-0C3EEDF54425}" dt="2025-09-30T11:18:22.843" v="1122" actId="47"/>
        <pc:sldMkLst>
          <pc:docMk/>
          <pc:sldMk cId="575660556" sldId="2121"/>
        </pc:sldMkLst>
      </pc:sldChg>
      <pc:sldChg chg="del">
        <pc:chgData name="Fauve Duprez" userId="59fdc1fb-507d-4cdb-a31c-e3fd651e0acf" providerId="ADAL" clId="{B6A184DC-77EF-41A5-AA74-0C3EEDF54425}" dt="2025-09-30T11:18:22.816" v="1121" actId="47"/>
        <pc:sldMkLst>
          <pc:docMk/>
          <pc:sldMk cId="1269675570" sldId="2122"/>
        </pc:sldMkLst>
      </pc:sldChg>
      <pc:sldChg chg="new del">
        <pc:chgData name="Fauve Duprez" userId="59fdc1fb-507d-4cdb-a31c-e3fd651e0acf" providerId="ADAL" clId="{B6A184DC-77EF-41A5-AA74-0C3EEDF54425}" dt="2025-09-30T10:52:57.638" v="183" actId="47"/>
        <pc:sldMkLst>
          <pc:docMk/>
          <pc:sldMk cId="2637307471" sldId="2123"/>
        </pc:sldMkLst>
      </pc:sldChg>
      <pc:sldChg chg="addSp delSp modSp add mod">
        <pc:chgData name="Fauve Duprez" userId="59fdc1fb-507d-4cdb-a31c-e3fd651e0acf" providerId="ADAL" clId="{B6A184DC-77EF-41A5-AA74-0C3EEDF54425}" dt="2025-09-30T14:48:50.498" v="1877" actId="20577"/>
        <pc:sldMkLst>
          <pc:docMk/>
          <pc:sldMk cId="3076337579" sldId="2124"/>
        </pc:sldMkLst>
        <pc:spChg chg="add mod">
          <ac:chgData name="Fauve Duprez" userId="59fdc1fb-507d-4cdb-a31c-e3fd651e0acf" providerId="ADAL" clId="{B6A184DC-77EF-41A5-AA74-0C3EEDF54425}" dt="2025-09-30T10:53:48.073" v="248" actId="1076"/>
          <ac:spMkLst>
            <pc:docMk/>
            <pc:sldMk cId="3076337579" sldId="2124"/>
            <ac:spMk id="2" creationId="{434DE640-8BD5-5C58-22AF-1739E21B13F1}"/>
          </ac:spMkLst>
        </pc:spChg>
        <pc:spChg chg="del">
          <ac:chgData name="Fauve Duprez" userId="59fdc1fb-507d-4cdb-a31c-e3fd651e0acf" providerId="ADAL" clId="{B6A184DC-77EF-41A5-AA74-0C3EEDF54425}" dt="2025-09-30T10:53:14.776" v="188" actId="478"/>
          <ac:spMkLst>
            <pc:docMk/>
            <pc:sldMk cId="3076337579" sldId="2124"/>
            <ac:spMk id="7" creationId="{F367161F-29D2-6588-FFA9-91EDA131EADE}"/>
          </ac:spMkLst>
        </pc:spChg>
        <pc:spChg chg="add del mod">
          <ac:chgData name="Fauve Duprez" userId="59fdc1fb-507d-4cdb-a31c-e3fd651e0acf" providerId="ADAL" clId="{B6A184DC-77EF-41A5-AA74-0C3EEDF54425}" dt="2025-09-30T10:53:15.753" v="189" actId="478"/>
          <ac:spMkLst>
            <pc:docMk/>
            <pc:sldMk cId="3076337579" sldId="2124"/>
            <ac:spMk id="8" creationId="{5B2912F9-C18B-7771-7AE6-D0C46898AE0C}"/>
          </ac:spMkLst>
        </pc:spChg>
        <pc:spChg chg="add mod">
          <ac:chgData name="Fauve Duprez" userId="59fdc1fb-507d-4cdb-a31c-e3fd651e0acf" providerId="ADAL" clId="{B6A184DC-77EF-41A5-AA74-0C3EEDF54425}" dt="2025-09-30T14:48:50.498" v="1877" actId="20577"/>
          <ac:spMkLst>
            <pc:docMk/>
            <pc:sldMk cId="3076337579" sldId="2124"/>
            <ac:spMk id="10" creationId="{54704F4F-C60A-3CFF-5D87-8BF75B0C5F4E}"/>
          </ac:spMkLst>
        </pc:spChg>
      </pc:sldChg>
      <pc:sldChg chg="addSp delSp modSp add mod">
        <pc:chgData name="Fauve Duprez" userId="59fdc1fb-507d-4cdb-a31c-e3fd651e0acf" providerId="ADAL" clId="{B6A184DC-77EF-41A5-AA74-0C3EEDF54425}" dt="2025-09-30T14:50:03.729" v="1891" actId="20577"/>
        <pc:sldMkLst>
          <pc:docMk/>
          <pc:sldMk cId="2476194345" sldId="2125"/>
        </pc:sldMkLst>
        <pc:spChg chg="mod">
          <ac:chgData name="Fauve Duprez" userId="59fdc1fb-507d-4cdb-a31c-e3fd651e0acf" providerId="ADAL" clId="{B6A184DC-77EF-41A5-AA74-0C3EEDF54425}" dt="2025-09-30T14:50:03.729" v="1891" actId="20577"/>
          <ac:spMkLst>
            <pc:docMk/>
            <pc:sldMk cId="2476194345" sldId="2125"/>
            <ac:spMk id="5" creationId="{0A586055-C9C0-02DB-7B4D-DE86D08BD8CD}"/>
          </ac:spMkLst>
        </pc:spChg>
        <pc:spChg chg="add mod">
          <ac:chgData name="Fauve Duprez" userId="59fdc1fb-507d-4cdb-a31c-e3fd651e0acf" providerId="ADAL" clId="{B6A184DC-77EF-41A5-AA74-0C3EEDF54425}" dt="2025-09-30T11:01:49.003" v="370" actId="1582"/>
          <ac:spMkLst>
            <pc:docMk/>
            <pc:sldMk cId="2476194345" sldId="2125"/>
            <ac:spMk id="7" creationId="{FE829B8A-855B-0393-C076-8F116B858B84}"/>
          </ac:spMkLst>
        </pc:spChg>
        <pc:picChg chg="add mod">
          <ac:chgData name="Fauve Duprez" userId="59fdc1fb-507d-4cdb-a31c-e3fd651e0acf" providerId="ADAL" clId="{B6A184DC-77EF-41A5-AA74-0C3EEDF54425}" dt="2025-09-30T11:01:24.401" v="365" actId="1076"/>
          <ac:picMkLst>
            <pc:docMk/>
            <pc:sldMk cId="2476194345" sldId="2125"/>
            <ac:picMk id="2" creationId="{B42E170B-12AE-0558-A622-EFA15356BDB3}"/>
          </ac:picMkLst>
        </pc:picChg>
        <pc:picChg chg="del">
          <ac:chgData name="Fauve Duprez" userId="59fdc1fb-507d-4cdb-a31c-e3fd651e0acf" providerId="ADAL" clId="{B6A184DC-77EF-41A5-AA74-0C3EEDF54425}" dt="2025-09-30T11:01:09.888" v="359" actId="478"/>
          <ac:picMkLst>
            <pc:docMk/>
            <pc:sldMk cId="2476194345" sldId="2125"/>
            <ac:picMk id="3" creationId="{31584375-6E28-8D93-243A-E9FB5374409D}"/>
          </ac:picMkLst>
        </pc:picChg>
        <pc:picChg chg="add mod">
          <ac:chgData name="Fauve Duprez" userId="59fdc1fb-507d-4cdb-a31c-e3fd651e0acf" providerId="ADAL" clId="{B6A184DC-77EF-41A5-AA74-0C3EEDF54425}" dt="2025-09-30T11:01:27.996" v="367" actId="1076"/>
          <ac:picMkLst>
            <pc:docMk/>
            <pc:sldMk cId="2476194345" sldId="2125"/>
            <ac:picMk id="4" creationId="{EFE44F77-8170-CB53-CE79-22950E525774}"/>
          </ac:picMkLst>
        </pc:picChg>
        <pc:cxnChg chg="add del mod">
          <ac:chgData name="Fauve Duprez" userId="59fdc1fb-507d-4cdb-a31c-e3fd651e0acf" providerId="ADAL" clId="{B6A184DC-77EF-41A5-AA74-0C3EEDF54425}" dt="2025-09-30T11:02:06.505" v="374" actId="478"/>
          <ac:cxnSpMkLst>
            <pc:docMk/>
            <pc:sldMk cId="2476194345" sldId="2125"/>
            <ac:cxnSpMk id="9" creationId="{80D5C1D1-9912-964C-8255-A88872DCE6D7}"/>
          </ac:cxnSpMkLst>
        </pc:cxnChg>
        <pc:cxnChg chg="add del mod">
          <ac:chgData name="Fauve Duprez" userId="59fdc1fb-507d-4cdb-a31c-e3fd651e0acf" providerId="ADAL" clId="{B6A184DC-77EF-41A5-AA74-0C3EEDF54425}" dt="2025-09-30T11:02:23.373" v="377" actId="478"/>
          <ac:cxnSpMkLst>
            <pc:docMk/>
            <pc:sldMk cId="2476194345" sldId="2125"/>
            <ac:cxnSpMk id="11" creationId="{F5A456E4-74EC-DD91-2EB5-805A51F55FF5}"/>
          </ac:cxnSpMkLst>
        </pc:cxnChg>
      </pc:sldChg>
      <pc:sldChg chg="addSp delSp modSp add mod">
        <pc:chgData name="Fauve Duprez" userId="59fdc1fb-507d-4cdb-a31c-e3fd651e0acf" providerId="ADAL" clId="{B6A184DC-77EF-41A5-AA74-0C3EEDF54425}" dt="2025-09-30T14:50:24.057" v="1900" actId="20577"/>
        <pc:sldMkLst>
          <pc:docMk/>
          <pc:sldMk cId="1719903860" sldId="2126"/>
        </pc:sldMkLst>
        <pc:spChg chg="del">
          <ac:chgData name="Fauve Duprez" userId="59fdc1fb-507d-4cdb-a31c-e3fd651e0acf" providerId="ADAL" clId="{B6A184DC-77EF-41A5-AA74-0C3EEDF54425}" dt="2025-09-30T11:07:16.010" v="450" actId="478"/>
          <ac:spMkLst>
            <pc:docMk/>
            <pc:sldMk cId="1719903860" sldId="2126"/>
            <ac:spMk id="2" creationId="{4D7AFA49-7BE2-736F-A34D-F2427115B2B5}"/>
          </ac:spMkLst>
        </pc:spChg>
        <pc:spChg chg="mod">
          <ac:chgData name="Fauve Duprez" userId="59fdc1fb-507d-4cdb-a31c-e3fd651e0acf" providerId="ADAL" clId="{B6A184DC-77EF-41A5-AA74-0C3EEDF54425}" dt="2025-09-30T14:50:15.518" v="1895" actId="20577"/>
          <ac:spMkLst>
            <pc:docMk/>
            <pc:sldMk cId="1719903860" sldId="2126"/>
            <ac:spMk id="5" creationId="{8F462E9B-C9C7-2312-BC5E-F217E4ABB107}"/>
          </ac:spMkLst>
        </pc:spChg>
        <pc:spChg chg="mod">
          <ac:chgData name="Fauve Duprez" userId="59fdc1fb-507d-4cdb-a31c-e3fd651e0acf" providerId="ADAL" clId="{B6A184DC-77EF-41A5-AA74-0C3EEDF54425}" dt="2025-09-30T14:50:24.057" v="1900" actId="20577"/>
          <ac:spMkLst>
            <pc:docMk/>
            <pc:sldMk cId="1719903860" sldId="2126"/>
            <ac:spMk id="6" creationId="{5DC42356-DD1B-E687-2E27-85C6CDA3F814}"/>
          </ac:spMkLst>
        </pc:spChg>
        <pc:picChg chg="add mod">
          <ac:chgData name="Fauve Duprez" userId="59fdc1fb-507d-4cdb-a31c-e3fd651e0acf" providerId="ADAL" clId="{B6A184DC-77EF-41A5-AA74-0C3EEDF54425}" dt="2025-09-30T11:09:34.994" v="571" actId="1076"/>
          <ac:picMkLst>
            <pc:docMk/>
            <pc:sldMk cId="1719903860" sldId="2126"/>
            <ac:picMk id="3" creationId="{F3FED2F0-1CA6-9CCD-9CAE-B463C4D67131}"/>
          </ac:picMkLst>
        </pc:picChg>
        <pc:picChg chg="del">
          <ac:chgData name="Fauve Duprez" userId="59fdc1fb-507d-4cdb-a31c-e3fd651e0acf" providerId="ADAL" clId="{B6A184DC-77EF-41A5-AA74-0C3EEDF54425}" dt="2025-09-30T11:07:13.757" v="449" actId="478"/>
          <ac:picMkLst>
            <pc:docMk/>
            <pc:sldMk cId="1719903860" sldId="2126"/>
            <ac:picMk id="7" creationId="{9D4EDC7B-A31C-6594-6DDE-1D36A9DA521E}"/>
          </ac:picMkLst>
        </pc:picChg>
      </pc:sldChg>
      <pc:sldChg chg="addSp delSp modSp add mod">
        <pc:chgData name="Fauve Duprez" userId="59fdc1fb-507d-4cdb-a31c-e3fd651e0acf" providerId="ADAL" clId="{B6A184DC-77EF-41A5-AA74-0C3EEDF54425}" dt="2025-09-30T14:50:34.736" v="1904" actId="20577"/>
        <pc:sldMkLst>
          <pc:docMk/>
          <pc:sldMk cId="2874415494" sldId="2127"/>
        </pc:sldMkLst>
        <pc:spChg chg="mod">
          <ac:chgData name="Fauve Duprez" userId="59fdc1fb-507d-4cdb-a31c-e3fd651e0acf" providerId="ADAL" clId="{B6A184DC-77EF-41A5-AA74-0C3EEDF54425}" dt="2025-09-30T14:50:34.736" v="1904" actId="20577"/>
          <ac:spMkLst>
            <pc:docMk/>
            <pc:sldMk cId="2874415494" sldId="2127"/>
            <ac:spMk id="5" creationId="{22AB86B0-2ED0-2542-E683-3AA86DB04557}"/>
          </ac:spMkLst>
        </pc:spChg>
        <pc:spChg chg="mod">
          <ac:chgData name="Fauve Duprez" userId="59fdc1fb-507d-4cdb-a31c-e3fd651e0acf" providerId="ADAL" clId="{B6A184DC-77EF-41A5-AA74-0C3EEDF54425}" dt="2025-09-30T11:12:48.811" v="710" actId="20577"/>
          <ac:spMkLst>
            <pc:docMk/>
            <pc:sldMk cId="2874415494" sldId="2127"/>
            <ac:spMk id="6" creationId="{7551496C-31BF-A65D-D4D1-3591109BB074}"/>
          </ac:spMkLst>
        </pc:spChg>
        <pc:picChg chg="add mod">
          <ac:chgData name="Fauve Duprez" userId="59fdc1fb-507d-4cdb-a31c-e3fd651e0acf" providerId="ADAL" clId="{B6A184DC-77EF-41A5-AA74-0C3EEDF54425}" dt="2025-09-30T11:11:09.275" v="613" actId="1076"/>
          <ac:picMkLst>
            <pc:docMk/>
            <pc:sldMk cId="2874415494" sldId="2127"/>
            <ac:picMk id="2" creationId="{F6FC24BA-2CE4-8025-780E-668B147921AD}"/>
          </ac:picMkLst>
        </pc:picChg>
        <pc:picChg chg="del">
          <ac:chgData name="Fauve Duprez" userId="59fdc1fb-507d-4cdb-a31c-e3fd651e0acf" providerId="ADAL" clId="{B6A184DC-77EF-41A5-AA74-0C3EEDF54425}" dt="2025-09-30T11:10:09.931" v="573" actId="478"/>
          <ac:picMkLst>
            <pc:docMk/>
            <pc:sldMk cId="2874415494" sldId="2127"/>
            <ac:picMk id="3" creationId="{9B514CE7-A29C-C789-894E-23D93E5CC3E8}"/>
          </ac:picMkLst>
        </pc:picChg>
        <pc:picChg chg="add mod">
          <ac:chgData name="Fauve Duprez" userId="59fdc1fb-507d-4cdb-a31c-e3fd651e0acf" providerId="ADAL" clId="{B6A184DC-77EF-41A5-AA74-0C3EEDF54425}" dt="2025-09-30T11:11:07.789" v="612" actId="1076"/>
          <ac:picMkLst>
            <pc:docMk/>
            <pc:sldMk cId="2874415494" sldId="2127"/>
            <ac:picMk id="4" creationId="{5D35B7E6-E9AB-D130-A15E-7E286C0D08C6}"/>
          </ac:picMkLst>
        </pc:picChg>
      </pc:sldChg>
      <pc:sldChg chg="addSp delSp modSp add del mod">
        <pc:chgData name="Fauve Duprez" userId="59fdc1fb-507d-4cdb-a31c-e3fd651e0acf" providerId="ADAL" clId="{B6A184DC-77EF-41A5-AA74-0C3EEDF54425}" dt="2025-09-30T14:50:38.931" v="1906" actId="20577"/>
        <pc:sldMkLst>
          <pc:docMk/>
          <pc:sldMk cId="3746643717" sldId="2128"/>
        </pc:sldMkLst>
        <pc:spChg chg="mod">
          <ac:chgData name="Fauve Duprez" userId="59fdc1fb-507d-4cdb-a31c-e3fd651e0acf" providerId="ADAL" clId="{B6A184DC-77EF-41A5-AA74-0C3EEDF54425}" dt="2025-09-30T14:50:38.931" v="1906" actId="20577"/>
          <ac:spMkLst>
            <pc:docMk/>
            <pc:sldMk cId="3746643717" sldId="2128"/>
            <ac:spMk id="5" creationId="{A27F75D5-EB65-D696-C60F-A4BFADAFD018}"/>
          </ac:spMkLst>
        </pc:spChg>
        <pc:spChg chg="mod">
          <ac:chgData name="Fauve Duprez" userId="59fdc1fb-507d-4cdb-a31c-e3fd651e0acf" providerId="ADAL" clId="{B6A184DC-77EF-41A5-AA74-0C3EEDF54425}" dt="2025-09-30T11:16:16.727" v="1089" actId="20577"/>
          <ac:spMkLst>
            <pc:docMk/>
            <pc:sldMk cId="3746643717" sldId="2128"/>
            <ac:spMk id="6" creationId="{47382040-3EC2-F683-A502-D23B702B5F12}"/>
          </ac:spMkLst>
        </pc:spChg>
        <pc:picChg chg="del">
          <ac:chgData name="Fauve Duprez" userId="59fdc1fb-507d-4cdb-a31c-e3fd651e0acf" providerId="ADAL" clId="{B6A184DC-77EF-41A5-AA74-0C3EEDF54425}" dt="2025-09-30T11:13:02.313" v="712" actId="478"/>
          <ac:picMkLst>
            <pc:docMk/>
            <pc:sldMk cId="3746643717" sldId="2128"/>
            <ac:picMk id="2" creationId="{17F73DBD-4F19-85DA-F014-D3444E6E52A1}"/>
          </ac:picMkLst>
        </pc:picChg>
        <pc:picChg chg="add mod">
          <ac:chgData name="Fauve Duprez" userId="59fdc1fb-507d-4cdb-a31c-e3fd651e0acf" providerId="ADAL" clId="{B6A184DC-77EF-41A5-AA74-0C3EEDF54425}" dt="2025-09-30T11:17:16.042" v="1101" actId="1076"/>
          <ac:picMkLst>
            <pc:docMk/>
            <pc:sldMk cId="3746643717" sldId="2128"/>
            <ac:picMk id="3" creationId="{5A24A903-E38A-6196-7CA4-B45C0D687DCA}"/>
          </ac:picMkLst>
        </pc:picChg>
        <pc:picChg chg="del">
          <ac:chgData name="Fauve Duprez" userId="59fdc1fb-507d-4cdb-a31c-e3fd651e0acf" providerId="ADAL" clId="{B6A184DC-77EF-41A5-AA74-0C3EEDF54425}" dt="2025-09-30T11:13:04.501" v="713" actId="478"/>
          <ac:picMkLst>
            <pc:docMk/>
            <pc:sldMk cId="3746643717" sldId="2128"/>
            <ac:picMk id="4" creationId="{DE4AFCE3-27DC-D383-9258-9A6858FA79CC}"/>
          </ac:picMkLst>
        </pc:picChg>
      </pc:sldChg>
      <pc:sldChg chg="addSp delSp modSp add mod modNotesTx">
        <pc:chgData name="Fauve Duprez" userId="59fdc1fb-507d-4cdb-a31c-e3fd651e0acf" providerId="ADAL" clId="{B6A184DC-77EF-41A5-AA74-0C3EEDF54425}" dt="2025-09-30T11:27:42.658" v="1647" actId="20577"/>
        <pc:sldMkLst>
          <pc:docMk/>
          <pc:sldMk cId="1971108062" sldId="2129"/>
        </pc:sldMkLst>
        <pc:spChg chg="mod">
          <ac:chgData name="Fauve Duprez" userId="59fdc1fb-507d-4cdb-a31c-e3fd651e0acf" providerId="ADAL" clId="{B6A184DC-77EF-41A5-AA74-0C3EEDF54425}" dt="2025-09-30T11:26:14.188" v="1642" actId="20577"/>
          <ac:spMkLst>
            <pc:docMk/>
            <pc:sldMk cId="1971108062" sldId="2129"/>
            <ac:spMk id="6" creationId="{9E6331B5-487F-6308-22B2-B63C23DDEB61}"/>
          </ac:spMkLst>
        </pc:spChg>
        <pc:picChg chg="add mod">
          <ac:chgData name="Fauve Duprez" userId="59fdc1fb-507d-4cdb-a31c-e3fd651e0acf" providerId="ADAL" clId="{B6A184DC-77EF-41A5-AA74-0C3EEDF54425}" dt="2025-09-30T11:23:27.793" v="1191" actId="1076"/>
          <ac:picMkLst>
            <pc:docMk/>
            <pc:sldMk cId="1971108062" sldId="2129"/>
            <ac:picMk id="2" creationId="{8D41314B-C5A5-0DB3-7604-34FA41943DF0}"/>
          </ac:picMkLst>
        </pc:picChg>
        <pc:picChg chg="del">
          <ac:chgData name="Fauve Duprez" userId="59fdc1fb-507d-4cdb-a31c-e3fd651e0acf" providerId="ADAL" clId="{B6A184DC-77EF-41A5-AA74-0C3EEDF54425}" dt="2025-09-30T11:23:22.016" v="1188" actId="478"/>
          <ac:picMkLst>
            <pc:docMk/>
            <pc:sldMk cId="1971108062" sldId="2129"/>
            <ac:picMk id="3" creationId="{71C970C4-E99A-FCF9-1EC6-9403B8B52071}"/>
          </ac:picMkLst>
        </pc:picChg>
      </pc:sldChg>
      <pc:sldChg chg="addSp delSp modSp add del mod">
        <pc:chgData name="Fauve Duprez" userId="59fdc1fb-507d-4cdb-a31c-e3fd651e0acf" providerId="ADAL" clId="{B6A184DC-77EF-41A5-AA74-0C3EEDF54425}" dt="2025-09-30T11:16:58.403" v="1100" actId="47"/>
        <pc:sldMkLst>
          <pc:docMk/>
          <pc:sldMk cId="3490243792" sldId="2129"/>
        </pc:sldMkLst>
        <pc:picChg chg="add del mod">
          <ac:chgData name="Fauve Duprez" userId="59fdc1fb-507d-4cdb-a31c-e3fd651e0acf" providerId="ADAL" clId="{B6A184DC-77EF-41A5-AA74-0C3EEDF54425}" dt="2025-09-30T11:16:43.849" v="1095" actId="478"/>
          <ac:picMkLst>
            <pc:docMk/>
            <pc:sldMk cId="3490243792" sldId="2129"/>
            <ac:picMk id="2" creationId="{A48032A5-00E8-BBC7-271A-E9128F045736}"/>
          </ac:picMkLst>
        </pc:picChg>
        <pc:picChg chg="del">
          <ac:chgData name="Fauve Duprez" userId="59fdc1fb-507d-4cdb-a31c-e3fd651e0acf" providerId="ADAL" clId="{B6A184DC-77EF-41A5-AA74-0C3EEDF54425}" dt="2025-09-30T11:16:32.136" v="1091" actId="478"/>
          <ac:picMkLst>
            <pc:docMk/>
            <pc:sldMk cId="3490243792" sldId="2129"/>
            <ac:picMk id="3" creationId="{CBE1F85C-C2B3-AFE7-9473-029E529FA6FF}"/>
          </ac:picMkLst>
        </pc:picChg>
      </pc:sldChg>
      <pc:sldChg chg="addSp modSp add mod ord">
        <pc:chgData name="Fauve Duprez" userId="59fdc1fb-507d-4cdb-a31c-e3fd651e0acf" providerId="ADAL" clId="{B6A184DC-77EF-41A5-AA74-0C3EEDF54425}" dt="2025-09-30T14:47:48.371" v="1865" actId="113"/>
        <pc:sldMkLst>
          <pc:docMk/>
          <pc:sldMk cId="3946934185" sldId="2130"/>
        </pc:sldMkLst>
        <pc:spChg chg="mod">
          <ac:chgData name="Fauve Duprez" userId="59fdc1fb-507d-4cdb-a31c-e3fd651e0acf" providerId="ADAL" clId="{B6A184DC-77EF-41A5-AA74-0C3EEDF54425}" dt="2025-09-30T11:30:31.072" v="1677" actId="20577"/>
          <ac:spMkLst>
            <pc:docMk/>
            <pc:sldMk cId="3946934185" sldId="2130"/>
            <ac:spMk id="2" creationId="{C36FEFCA-C727-4CBC-62F4-E565AF7BAE9D}"/>
          </ac:spMkLst>
        </pc:spChg>
        <pc:spChg chg="mod">
          <ac:chgData name="Fauve Duprez" userId="59fdc1fb-507d-4cdb-a31c-e3fd651e0acf" providerId="ADAL" clId="{B6A184DC-77EF-41A5-AA74-0C3EEDF54425}" dt="2025-09-30T14:47:48.371" v="1865" actId="113"/>
          <ac:spMkLst>
            <pc:docMk/>
            <pc:sldMk cId="3946934185" sldId="2130"/>
            <ac:spMk id="3" creationId="{E1916A2A-78F5-C23C-1F61-95669491EB91}"/>
          </ac:spMkLst>
        </pc:spChg>
        <pc:spChg chg="add">
          <ac:chgData name="Fauve Duprez" userId="59fdc1fb-507d-4cdb-a31c-e3fd651e0acf" providerId="ADAL" clId="{B6A184DC-77EF-41A5-AA74-0C3EEDF54425}" dt="2025-09-30T11:30:51.239" v="1684"/>
          <ac:spMkLst>
            <pc:docMk/>
            <pc:sldMk cId="3946934185" sldId="2130"/>
            <ac:spMk id="5" creationId="{4F7F0FDC-2AE6-053C-338C-04BD5C7A6A67}"/>
          </ac:spMkLst>
        </pc:spChg>
        <pc:spChg chg="add mod">
          <ac:chgData name="Fauve Duprez" userId="59fdc1fb-507d-4cdb-a31c-e3fd651e0acf" providerId="ADAL" clId="{B6A184DC-77EF-41A5-AA74-0C3EEDF54425}" dt="2025-09-30T11:30:53.564" v="1686"/>
          <ac:spMkLst>
            <pc:docMk/>
            <pc:sldMk cId="3946934185" sldId="2130"/>
            <ac:spMk id="6" creationId="{4EC2346E-A4A8-285D-25DF-9C6BEBD5FC46}"/>
          </ac:spMkLst>
        </pc:spChg>
        <pc:spChg chg="add">
          <ac:chgData name="Fauve Duprez" userId="59fdc1fb-507d-4cdb-a31c-e3fd651e0acf" providerId="ADAL" clId="{B6A184DC-77EF-41A5-AA74-0C3EEDF54425}" dt="2025-09-30T11:30:56.198" v="1688"/>
          <ac:spMkLst>
            <pc:docMk/>
            <pc:sldMk cId="3946934185" sldId="2130"/>
            <ac:spMk id="7" creationId="{162EB609-FE5A-35FE-BBD7-A3B92D05B981}"/>
          </ac:spMkLst>
        </pc:spChg>
      </pc:sldChg>
      <pc:sldChg chg="modSp add mod">
        <pc:chgData name="Fauve Duprez" userId="59fdc1fb-507d-4cdb-a31c-e3fd651e0acf" providerId="ADAL" clId="{B6A184DC-77EF-41A5-AA74-0C3EEDF54425}" dt="2025-09-30T14:52:43.445" v="1909" actId="20577"/>
        <pc:sldMkLst>
          <pc:docMk/>
          <pc:sldMk cId="2763055840" sldId="2131"/>
        </pc:sldMkLst>
        <pc:spChg chg="mod">
          <ac:chgData name="Fauve Duprez" userId="59fdc1fb-507d-4cdb-a31c-e3fd651e0acf" providerId="ADAL" clId="{B6A184DC-77EF-41A5-AA74-0C3EEDF54425}" dt="2025-09-30T14:52:43.445" v="1909" actId="20577"/>
          <ac:spMkLst>
            <pc:docMk/>
            <pc:sldMk cId="2763055840" sldId="2131"/>
            <ac:spMk id="2" creationId="{8F9B1CBD-DCA0-4B1B-2602-224CDE40FB4E}"/>
          </ac:spMkLst>
        </pc:spChg>
      </pc:sldChg>
      <pc:sldMasterChg chg="del delSldLayout">
        <pc:chgData name="Fauve Duprez" userId="59fdc1fb-507d-4cdb-a31c-e3fd651e0acf" providerId="ADAL" clId="{B6A184DC-77EF-41A5-AA74-0C3EEDF54425}" dt="2025-09-30T11:18:24.463" v="1166" actId="47"/>
        <pc:sldMasterMkLst>
          <pc:docMk/>
          <pc:sldMasterMk cId="134218545" sldId="2147483679"/>
        </pc:sldMasterMkLst>
        <pc:sldLayoutChg chg="del">
          <pc:chgData name="Fauve Duprez" userId="59fdc1fb-507d-4cdb-a31c-e3fd651e0acf" providerId="ADAL" clId="{B6A184DC-77EF-41A5-AA74-0C3EEDF54425}" dt="2025-09-30T11:18:24.463" v="1166" actId="47"/>
          <pc:sldLayoutMkLst>
            <pc:docMk/>
            <pc:sldMasterMk cId="134218545" sldId="2147483679"/>
            <pc:sldLayoutMk cId="1332307128" sldId="2147483680"/>
          </pc:sldLayoutMkLst>
        </pc:sldLayoutChg>
        <pc:sldLayoutChg chg="del">
          <pc:chgData name="Fauve Duprez" userId="59fdc1fb-507d-4cdb-a31c-e3fd651e0acf" providerId="ADAL" clId="{B6A184DC-77EF-41A5-AA74-0C3EEDF54425}" dt="2025-09-30T11:18:24.463" v="1166" actId="47"/>
          <pc:sldLayoutMkLst>
            <pc:docMk/>
            <pc:sldMasterMk cId="134218545" sldId="2147483679"/>
            <pc:sldLayoutMk cId="4090541917" sldId="2147483681"/>
          </pc:sldLayoutMkLst>
        </pc:sldLayoutChg>
        <pc:sldLayoutChg chg="del">
          <pc:chgData name="Fauve Duprez" userId="59fdc1fb-507d-4cdb-a31c-e3fd651e0acf" providerId="ADAL" clId="{B6A184DC-77EF-41A5-AA74-0C3EEDF54425}" dt="2025-09-30T11:18:24.463" v="1166" actId="47"/>
          <pc:sldLayoutMkLst>
            <pc:docMk/>
            <pc:sldMasterMk cId="134218545" sldId="2147483679"/>
            <pc:sldLayoutMk cId="1397646137" sldId="2147483682"/>
          </pc:sldLayoutMkLst>
        </pc:sldLayoutChg>
        <pc:sldLayoutChg chg="del">
          <pc:chgData name="Fauve Duprez" userId="59fdc1fb-507d-4cdb-a31c-e3fd651e0acf" providerId="ADAL" clId="{B6A184DC-77EF-41A5-AA74-0C3EEDF54425}" dt="2025-09-30T11:18:24.463" v="1166" actId="47"/>
          <pc:sldLayoutMkLst>
            <pc:docMk/>
            <pc:sldMasterMk cId="134218545" sldId="2147483679"/>
            <pc:sldLayoutMk cId="481505731" sldId="2147483683"/>
          </pc:sldLayoutMkLst>
        </pc:sldLayoutChg>
        <pc:sldLayoutChg chg="del">
          <pc:chgData name="Fauve Duprez" userId="59fdc1fb-507d-4cdb-a31c-e3fd651e0acf" providerId="ADAL" clId="{B6A184DC-77EF-41A5-AA74-0C3EEDF54425}" dt="2025-09-30T11:18:24.463" v="1166" actId="47"/>
          <pc:sldLayoutMkLst>
            <pc:docMk/>
            <pc:sldMasterMk cId="134218545" sldId="2147483679"/>
            <pc:sldLayoutMk cId="1865144703" sldId="2147483684"/>
          </pc:sldLayoutMkLst>
        </pc:sldLayoutChg>
        <pc:sldLayoutChg chg="del">
          <pc:chgData name="Fauve Duprez" userId="59fdc1fb-507d-4cdb-a31c-e3fd651e0acf" providerId="ADAL" clId="{B6A184DC-77EF-41A5-AA74-0C3EEDF54425}" dt="2025-09-30T11:18:24.463" v="1166" actId="47"/>
          <pc:sldLayoutMkLst>
            <pc:docMk/>
            <pc:sldMasterMk cId="134218545" sldId="2147483679"/>
            <pc:sldLayoutMk cId="982599686" sldId="2147483685"/>
          </pc:sldLayoutMkLst>
        </pc:sldLayoutChg>
        <pc:sldLayoutChg chg="del">
          <pc:chgData name="Fauve Duprez" userId="59fdc1fb-507d-4cdb-a31c-e3fd651e0acf" providerId="ADAL" clId="{B6A184DC-77EF-41A5-AA74-0C3EEDF54425}" dt="2025-09-30T11:18:24.463" v="1166" actId="47"/>
          <pc:sldLayoutMkLst>
            <pc:docMk/>
            <pc:sldMasterMk cId="134218545" sldId="2147483679"/>
            <pc:sldLayoutMk cId="4099739279" sldId="2147483686"/>
          </pc:sldLayoutMkLst>
        </pc:sldLayoutChg>
        <pc:sldLayoutChg chg="del">
          <pc:chgData name="Fauve Duprez" userId="59fdc1fb-507d-4cdb-a31c-e3fd651e0acf" providerId="ADAL" clId="{B6A184DC-77EF-41A5-AA74-0C3EEDF54425}" dt="2025-09-30T11:18:24.463" v="1166" actId="47"/>
          <pc:sldLayoutMkLst>
            <pc:docMk/>
            <pc:sldMasterMk cId="134218545" sldId="2147483679"/>
            <pc:sldLayoutMk cId="1884062869" sldId="2147483687"/>
          </pc:sldLayoutMkLst>
        </pc:sldLayoutChg>
        <pc:sldLayoutChg chg="del">
          <pc:chgData name="Fauve Duprez" userId="59fdc1fb-507d-4cdb-a31c-e3fd651e0acf" providerId="ADAL" clId="{B6A184DC-77EF-41A5-AA74-0C3EEDF54425}" dt="2025-09-30T11:18:24.463" v="1166" actId="47"/>
          <pc:sldLayoutMkLst>
            <pc:docMk/>
            <pc:sldMasterMk cId="134218545" sldId="2147483679"/>
            <pc:sldLayoutMk cId="2488455166" sldId="2147483688"/>
          </pc:sldLayoutMkLst>
        </pc:sldLayoutChg>
        <pc:sldLayoutChg chg="del">
          <pc:chgData name="Fauve Duprez" userId="59fdc1fb-507d-4cdb-a31c-e3fd651e0acf" providerId="ADAL" clId="{B6A184DC-77EF-41A5-AA74-0C3EEDF54425}" dt="2025-09-30T11:18:24.463" v="1166" actId="47"/>
          <pc:sldLayoutMkLst>
            <pc:docMk/>
            <pc:sldMasterMk cId="134218545" sldId="2147483679"/>
            <pc:sldLayoutMk cId="2093178849" sldId="2147483689"/>
          </pc:sldLayoutMkLst>
        </pc:sldLayoutChg>
        <pc:sldLayoutChg chg="del">
          <pc:chgData name="Fauve Duprez" userId="59fdc1fb-507d-4cdb-a31c-e3fd651e0acf" providerId="ADAL" clId="{B6A184DC-77EF-41A5-AA74-0C3EEDF54425}" dt="2025-09-30T11:18:24.463" v="1166" actId="47"/>
          <pc:sldLayoutMkLst>
            <pc:docMk/>
            <pc:sldMasterMk cId="134218545" sldId="2147483679"/>
            <pc:sldLayoutMk cId="2499342545" sldId="2147483690"/>
          </pc:sldLayoutMkLst>
        </pc:sldLayoutChg>
        <pc:sldLayoutChg chg="del">
          <pc:chgData name="Fauve Duprez" userId="59fdc1fb-507d-4cdb-a31c-e3fd651e0acf" providerId="ADAL" clId="{B6A184DC-77EF-41A5-AA74-0C3EEDF54425}" dt="2025-09-30T11:18:24.463" v="1166" actId="47"/>
          <pc:sldLayoutMkLst>
            <pc:docMk/>
            <pc:sldMasterMk cId="134218545" sldId="2147483679"/>
            <pc:sldLayoutMk cId="2313936969" sldId="2147483691"/>
          </pc:sldLayoutMkLst>
        </pc:sldLayoutChg>
      </pc:sldMasterChg>
      <pc:sldMasterChg chg="del delSldLayout">
        <pc:chgData name="Fauve Duprez" userId="59fdc1fb-507d-4cdb-a31c-e3fd651e0acf" providerId="ADAL" clId="{B6A184DC-77EF-41A5-AA74-0C3EEDF54425}" dt="2025-09-30T11:18:22.923" v="1124" actId="47"/>
        <pc:sldMasterMkLst>
          <pc:docMk/>
          <pc:sldMasterMk cId="3014616536" sldId="2147483692"/>
        </pc:sldMasterMkLst>
        <pc:sldLayoutChg chg="del">
          <pc:chgData name="Fauve Duprez" userId="59fdc1fb-507d-4cdb-a31c-e3fd651e0acf" providerId="ADAL" clId="{B6A184DC-77EF-41A5-AA74-0C3EEDF54425}" dt="2025-09-30T11:18:22.923" v="1124" actId="47"/>
          <pc:sldLayoutMkLst>
            <pc:docMk/>
            <pc:sldMasterMk cId="3014616536" sldId="2147483692"/>
            <pc:sldLayoutMk cId="2456388244" sldId="2147483693"/>
          </pc:sldLayoutMkLst>
        </pc:sldLayoutChg>
        <pc:sldLayoutChg chg="del">
          <pc:chgData name="Fauve Duprez" userId="59fdc1fb-507d-4cdb-a31c-e3fd651e0acf" providerId="ADAL" clId="{B6A184DC-77EF-41A5-AA74-0C3EEDF54425}" dt="2025-09-30T11:18:22.923" v="1124" actId="47"/>
          <pc:sldLayoutMkLst>
            <pc:docMk/>
            <pc:sldMasterMk cId="3014616536" sldId="2147483692"/>
            <pc:sldLayoutMk cId="3640953301" sldId="2147483694"/>
          </pc:sldLayoutMkLst>
        </pc:sldLayoutChg>
        <pc:sldLayoutChg chg="del">
          <pc:chgData name="Fauve Duprez" userId="59fdc1fb-507d-4cdb-a31c-e3fd651e0acf" providerId="ADAL" clId="{B6A184DC-77EF-41A5-AA74-0C3EEDF54425}" dt="2025-09-30T11:18:22.923" v="1124" actId="47"/>
          <pc:sldLayoutMkLst>
            <pc:docMk/>
            <pc:sldMasterMk cId="3014616536" sldId="2147483692"/>
            <pc:sldLayoutMk cId="2386818196" sldId="2147483695"/>
          </pc:sldLayoutMkLst>
        </pc:sldLayoutChg>
        <pc:sldLayoutChg chg="del">
          <pc:chgData name="Fauve Duprez" userId="59fdc1fb-507d-4cdb-a31c-e3fd651e0acf" providerId="ADAL" clId="{B6A184DC-77EF-41A5-AA74-0C3EEDF54425}" dt="2025-09-30T11:18:22.923" v="1124" actId="47"/>
          <pc:sldLayoutMkLst>
            <pc:docMk/>
            <pc:sldMasterMk cId="3014616536" sldId="2147483692"/>
            <pc:sldLayoutMk cId="1333183358" sldId="2147483696"/>
          </pc:sldLayoutMkLst>
        </pc:sldLayoutChg>
      </pc:sldMasterChg>
    </pc:docChg>
  </pc:docChgLst>
  <pc:docChgLst>
    <pc:chgData name="Thijs Hauspie" userId="c5aa01d0-0751-4207-a587-d7124c844d8f" providerId="ADAL" clId="{DA38665A-D2EF-4503-AD33-27E99CB462D0}"/>
    <pc:docChg chg="undo redo custSel addSld delSld modSld sldOrd modSection">
      <pc:chgData name="Thijs Hauspie" userId="c5aa01d0-0751-4207-a587-d7124c844d8f" providerId="ADAL" clId="{DA38665A-D2EF-4503-AD33-27E99CB462D0}" dt="2023-11-29T13:46:27.664" v="5369"/>
      <pc:docMkLst>
        <pc:docMk/>
      </pc:docMkLst>
      <pc:sldChg chg="modSp mod">
        <pc:chgData name="Thijs Hauspie" userId="c5aa01d0-0751-4207-a587-d7124c844d8f" providerId="ADAL" clId="{DA38665A-D2EF-4503-AD33-27E99CB462D0}" dt="2023-11-28T21:35:23.003" v="2151" actId="403"/>
        <pc:sldMkLst>
          <pc:docMk/>
          <pc:sldMk cId="4162507869" sldId="259"/>
        </pc:sldMkLst>
      </pc:sldChg>
      <pc:sldChg chg="modSp add mod">
        <pc:chgData name="Thijs Hauspie" userId="c5aa01d0-0751-4207-a587-d7124c844d8f" providerId="ADAL" clId="{DA38665A-D2EF-4503-AD33-27E99CB462D0}" dt="2023-11-28T16:33:10.897" v="364" actId="1076"/>
        <pc:sldMkLst>
          <pc:docMk/>
          <pc:sldMk cId="87977084" sldId="1666"/>
        </pc:sldMkLst>
      </pc:sldChg>
      <pc:sldChg chg="addSp delSp modSp add mod">
        <pc:chgData name="Thijs Hauspie" userId="c5aa01d0-0751-4207-a587-d7124c844d8f" providerId="ADAL" clId="{DA38665A-D2EF-4503-AD33-27E99CB462D0}" dt="2023-11-28T17:13:37.337" v="936" actId="1076"/>
        <pc:sldMkLst>
          <pc:docMk/>
          <pc:sldMk cId="3670847624" sldId="1668"/>
        </pc:sldMkLst>
      </pc:sldChg>
      <pc:sldChg chg="modSp mod">
        <pc:chgData name="Thijs Hauspie" userId="c5aa01d0-0751-4207-a587-d7124c844d8f" providerId="ADAL" clId="{DA38665A-D2EF-4503-AD33-27E99CB462D0}" dt="2023-11-29T08:24:47.194" v="2163" actId="403"/>
        <pc:sldMkLst>
          <pc:docMk/>
          <pc:sldMk cId="4018008952" sldId="1680"/>
        </pc:sldMkLst>
      </pc:sldChg>
      <pc:sldChg chg="addSp delSp modSp mod">
        <pc:chgData name="Thijs Hauspie" userId="c5aa01d0-0751-4207-a587-d7124c844d8f" providerId="ADAL" clId="{DA38665A-D2EF-4503-AD33-27E99CB462D0}" dt="2023-11-28T15:28:45.916" v="235" actId="1076"/>
        <pc:sldMkLst>
          <pc:docMk/>
          <pc:sldMk cId="912549233" sldId="1736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649963982" sldId="1761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291000262" sldId="1762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531235983" sldId="1785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742242949" sldId="1788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4115517203" sldId="1789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733060434" sldId="1791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691673434" sldId="1835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660470628" sldId="1836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4008671164" sldId="1843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983396007" sldId="1846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436791669" sldId="1847"/>
        </pc:sldMkLst>
      </pc:sldChg>
      <pc:sldChg chg="modSp mod">
        <pc:chgData name="Thijs Hauspie" userId="c5aa01d0-0751-4207-a587-d7124c844d8f" providerId="ADAL" clId="{DA38665A-D2EF-4503-AD33-27E99CB462D0}" dt="2023-11-28T15:27:19.589" v="226"/>
        <pc:sldMkLst>
          <pc:docMk/>
          <pc:sldMk cId="3913591251" sldId="1913"/>
        </pc:sldMkLst>
      </pc:sldChg>
      <pc:sldChg chg="modSp mod">
        <pc:chgData name="Thijs Hauspie" userId="c5aa01d0-0751-4207-a587-d7124c844d8f" providerId="ADAL" clId="{DA38665A-D2EF-4503-AD33-27E99CB462D0}" dt="2023-11-28T16:29:31.393" v="346"/>
        <pc:sldMkLst>
          <pc:docMk/>
          <pc:sldMk cId="1773584779" sldId="1914"/>
        </pc:sldMkLst>
      </pc:sldChg>
      <pc:sldChg chg="modSp del mod">
        <pc:chgData name="Thijs Hauspie" userId="c5aa01d0-0751-4207-a587-d7124c844d8f" providerId="ADAL" clId="{DA38665A-D2EF-4503-AD33-27E99CB462D0}" dt="2023-11-28T16:33:18.406" v="365" actId="47"/>
        <pc:sldMkLst>
          <pc:docMk/>
          <pc:sldMk cId="2958057923" sldId="1916"/>
        </pc:sldMkLst>
      </pc:sldChg>
      <pc:sldChg chg="del">
        <pc:chgData name="Thijs Hauspie" userId="c5aa01d0-0751-4207-a587-d7124c844d8f" providerId="ADAL" clId="{DA38665A-D2EF-4503-AD33-27E99CB462D0}" dt="2023-11-28T16:34:37.692" v="368" actId="47"/>
        <pc:sldMkLst>
          <pc:docMk/>
          <pc:sldMk cId="1419625566" sldId="1917"/>
        </pc:sldMkLst>
      </pc:sldChg>
      <pc:sldChg chg="del">
        <pc:chgData name="Thijs Hauspie" userId="c5aa01d0-0751-4207-a587-d7124c844d8f" providerId="ADAL" clId="{DA38665A-D2EF-4503-AD33-27E99CB462D0}" dt="2023-11-28T16:34:39.189" v="369" actId="47"/>
        <pc:sldMkLst>
          <pc:docMk/>
          <pc:sldMk cId="1568167252" sldId="1918"/>
        </pc:sldMkLst>
      </pc:sldChg>
      <pc:sldChg chg="modSp mod">
        <pc:chgData name="Thijs Hauspie" userId="c5aa01d0-0751-4207-a587-d7124c844d8f" providerId="ADAL" clId="{DA38665A-D2EF-4503-AD33-27E99CB462D0}" dt="2023-11-28T17:12:59.044" v="932" actId="20577"/>
        <pc:sldMkLst>
          <pc:docMk/>
          <pc:sldMk cId="3061508551" sldId="1920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84028302" sldId="1921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2432980060" sldId="1925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4226645351" sldId="1928"/>
        </pc:sldMkLst>
      </pc:sldChg>
      <pc:sldChg chg="del">
        <pc:chgData name="Thijs Hauspie" userId="c5aa01d0-0751-4207-a587-d7124c844d8f" providerId="ADAL" clId="{DA38665A-D2EF-4503-AD33-27E99CB462D0}" dt="2023-11-28T16:34:36.114" v="367" actId="47"/>
        <pc:sldMkLst>
          <pc:docMk/>
          <pc:sldMk cId="1900243790" sldId="1930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2204640794" sldId="1931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1222488378" sldId="1932"/>
        </pc:sldMkLst>
      </pc:sldChg>
      <pc:sldChg chg="delSp modSp mod">
        <pc:chgData name="Thijs Hauspie" userId="c5aa01d0-0751-4207-a587-d7124c844d8f" providerId="ADAL" clId="{DA38665A-D2EF-4503-AD33-27E99CB462D0}" dt="2023-11-29T13:08:06.953" v="4824" actId="478"/>
        <pc:sldMkLst>
          <pc:docMk/>
          <pc:sldMk cId="1553935732" sldId="1948"/>
        </pc:sldMkLst>
      </pc:sldChg>
      <pc:sldChg chg="add del">
        <pc:chgData name="Thijs Hauspie" userId="c5aa01d0-0751-4207-a587-d7124c844d8f" providerId="ADAL" clId="{DA38665A-D2EF-4503-AD33-27E99CB462D0}" dt="2023-11-29T13:06:14.532" v="4807" actId="47"/>
        <pc:sldMkLst>
          <pc:docMk/>
          <pc:sldMk cId="1513782228" sldId="1949"/>
        </pc:sldMkLst>
      </pc:sldChg>
      <pc:sldChg chg="addSp delSp modSp add mod ord">
        <pc:chgData name="Thijs Hauspie" userId="c5aa01d0-0751-4207-a587-d7124c844d8f" providerId="ADAL" clId="{DA38665A-D2EF-4503-AD33-27E99CB462D0}" dt="2023-11-29T13:17:24.960" v="5119"/>
        <pc:sldMkLst>
          <pc:docMk/>
          <pc:sldMk cId="3905289055" sldId="1950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136585835" sldId="1953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75074898" sldId="1955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44622623" sldId="1957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801155604" sldId="1968"/>
        </pc:sldMkLst>
      </pc:sldChg>
      <pc:sldChg chg="modSp add mod">
        <pc:chgData name="Thijs Hauspie" userId="c5aa01d0-0751-4207-a587-d7124c844d8f" providerId="ADAL" clId="{DA38665A-D2EF-4503-AD33-27E99CB462D0}" dt="2023-11-28T21:06:44.080" v="2007" actId="1076"/>
        <pc:sldMkLst>
          <pc:docMk/>
          <pc:sldMk cId="3966654825" sldId="1970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002741614" sldId="1987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801358357" sldId="1988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939707961" sldId="1989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382148263" sldId="1990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838748998" sldId="1991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141534995" sldId="1992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729324391" sldId="1993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623811327" sldId="1994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415583911" sldId="1995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009752203" sldId="1996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456348669" sldId="1997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770679617" sldId="1998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376043787" sldId="1999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379087568" sldId="2000"/>
        </pc:sldMkLst>
      </pc:sldChg>
      <pc:sldChg chg="delSp modSp add mod">
        <pc:chgData name="Thijs Hauspie" userId="c5aa01d0-0751-4207-a587-d7124c844d8f" providerId="ADAL" clId="{DA38665A-D2EF-4503-AD33-27E99CB462D0}" dt="2023-11-28T17:38:47.602" v="1346"/>
        <pc:sldMkLst>
          <pc:docMk/>
          <pc:sldMk cId="778702691" sldId="2001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940641321" sldId="2001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290580480" sldId="2002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1109592085" sldId="2003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877697754" sldId="2004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2724635611" sldId="2005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991910351" sldId="2006"/>
        </pc:sldMkLst>
      </pc:sldChg>
      <pc:sldChg chg="del">
        <pc:chgData name="Thijs Hauspie" userId="c5aa01d0-0751-4207-a587-d7124c844d8f" providerId="ADAL" clId="{DA38665A-D2EF-4503-AD33-27E99CB462D0}" dt="2023-11-28T17:20:12.355" v="937" actId="47"/>
        <pc:sldMkLst>
          <pc:docMk/>
          <pc:sldMk cId="3100870946" sldId="2007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2061680254" sldId="2009"/>
        </pc:sldMkLst>
      </pc:sldChg>
      <pc:sldChg chg="modSp mod">
        <pc:chgData name="Thijs Hauspie" userId="c5aa01d0-0751-4207-a587-d7124c844d8f" providerId="ADAL" clId="{DA38665A-D2EF-4503-AD33-27E99CB462D0}" dt="2023-11-28T16:29:17.496" v="345" actId="20577"/>
        <pc:sldMkLst>
          <pc:docMk/>
          <pc:sldMk cId="1943161816" sldId="2012"/>
        </pc:sldMkLst>
      </pc:sldChg>
      <pc:sldChg chg="addSp delSp modSp mod">
        <pc:chgData name="Thijs Hauspie" userId="c5aa01d0-0751-4207-a587-d7124c844d8f" providerId="ADAL" clId="{DA38665A-D2EF-4503-AD33-27E99CB462D0}" dt="2023-11-28T16:31:44.602" v="358" actId="1076"/>
        <pc:sldMkLst>
          <pc:docMk/>
          <pc:sldMk cId="1990170823" sldId="2013"/>
        </pc:sldMkLst>
      </pc:sldChg>
      <pc:sldChg chg="del">
        <pc:chgData name="Thijs Hauspie" userId="c5aa01d0-0751-4207-a587-d7124c844d8f" providerId="ADAL" clId="{DA38665A-D2EF-4503-AD33-27E99CB462D0}" dt="2023-11-28T16:34:41.620" v="370" actId="47"/>
        <pc:sldMkLst>
          <pc:docMk/>
          <pc:sldMk cId="962150809" sldId="2015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1264081225" sldId="2016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601026334" sldId="2017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93063135" sldId="2018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109022799" sldId="2019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1134821296" sldId="2020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3950660047" sldId="2021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2374017515" sldId="2022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140656345" sldId="2024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945592144" sldId="2025"/>
        </pc:sldMkLst>
      </pc:sldChg>
      <pc:sldChg chg="del">
        <pc:chgData name="Thijs Hauspie" userId="c5aa01d0-0751-4207-a587-d7124c844d8f" providerId="ADAL" clId="{DA38665A-D2EF-4503-AD33-27E99CB462D0}" dt="2023-11-28T17:48:44.411" v="1363" actId="47"/>
        <pc:sldMkLst>
          <pc:docMk/>
          <pc:sldMk cId="2412741998" sldId="2026"/>
        </pc:sldMkLst>
      </pc:sldChg>
      <pc:sldChg chg="modSp mod">
        <pc:chgData name="Thijs Hauspie" userId="c5aa01d0-0751-4207-a587-d7124c844d8f" providerId="ADAL" clId="{DA38665A-D2EF-4503-AD33-27E99CB462D0}" dt="2023-11-28T21:34:54.168" v="2147" actId="403"/>
        <pc:sldMkLst>
          <pc:docMk/>
          <pc:sldMk cId="2794043961" sldId="2033"/>
        </pc:sldMkLst>
      </pc:sldChg>
      <pc:sldChg chg="modSp mod">
        <pc:chgData name="Thijs Hauspie" userId="c5aa01d0-0751-4207-a587-d7124c844d8f" providerId="ADAL" clId="{DA38665A-D2EF-4503-AD33-27E99CB462D0}" dt="2023-11-28T21:34:57.730" v="2148" actId="403"/>
        <pc:sldMkLst>
          <pc:docMk/>
          <pc:sldMk cId="3498546545" sldId="2034"/>
        </pc:sldMkLst>
      </pc:sldChg>
      <pc:sldChg chg="modSp mod">
        <pc:chgData name="Thijs Hauspie" userId="c5aa01d0-0751-4207-a587-d7124c844d8f" providerId="ADAL" clId="{DA38665A-D2EF-4503-AD33-27E99CB462D0}" dt="2023-11-28T15:29:10.005" v="236"/>
        <pc:sldMkLst>
          <pc:docMk/>
          <pc:sldMk cId="219920642" sldId="2039"/>
        </pc:sldMkLst>
      </pc:sldChg>
      <pc:sldChg chg="del">
        <pc:chgData name="Thijs Hauspie" userId="c5aa01d0-0751-4207-a587-d7124c844d8f" providerId="ADAL" clId="{DA38665A-D2EF-4503-AD33-27E99CB462D0}" dt="2023-11-28T15:27:15.093" v="225" actId="47"/>
        <pc:sldMkLst>
          <pc:docMk/>
          <pc:sldMk cId="97781896" sldId="2040"/>
        </pc:sldMkLst>
      </pc:sldChg>
      <pc:sldChg chg="modSp mod ord">
        <pc:chgData name="Thijs Hauspie" userId="c5aa01d0-0751-4207-a587-d7124c844d8f" providerId="ADAL" clId="{DA38665A-D2EF-4503-AD33-27E99CB462D0}" dt="2023-11-28T15:24:20.312" v="223" actId="20577"/>
        <pc:sldMkLst>
          <pc:docMk/>
          <pc:sldMk cId="4241904707" sldId="2041"/>
        </pc:sldMkLst>
      </pc:sldChg>
      <pc:sldChg chg="add">
        <pc:chgData name="Thijs Hauspie" userId="c5aa01d0-0751-4207-a587-d7124c844d8f" providerId="ADAL" clId="{DA38665A-D2EF-4503-AD33-27E99CB462D0}" dt="2023-11-28T15:22:42.939" v="96" actId="2890"/>
        <pc:sldMkLst>
          <pc:docMk/>
          <pc:sldMk cId="1479908840" sldId="2042"/>
        </pc:sldMkLst>
      </pc:sldChg>
      <pc:sldChg chg="addSp delSp modSp add mod">
        <pc:chgData name="Thijs Hauspie" userId="c5aa01d0-0751-4207-a587-d7124c844d8f" providerId="ADAL" clId="{DA38665A-D2EF-4503-AD33-27E99CB462D0}" dt="2023-11-28T16:54:16.369" v="503" actId="20577"/>
        <pc:sldMkLst>
          <pc:docMk/>
          <pc:sldMk cId="992091532" sldId="2043"/>
        </pc:sldMkLst>
      </pc:sldChg>
      <pc:sldChg chg="modSp add mod ord">
        <pc:chgData name="Thijs Hauspie" userId="c5aa01d0-0751-4207-a587-d7124c844d8f" providerId="ADAL" clId="{DA38665A-D2EF-4503-AD33-27E99CB462D0}" dt="2023-11-29T08:33:22.981" v="2251" actId="20577"/>
        <pc:sldMkLst>
          <pc:docMk/>
          <pc:sldMk cId="277808791" sldId="2044"/>
        </pc:sldMkLst>
      </pc:sldChg>
      <pc:sldChg chg="add del">
        <pc:chgData name="Thijs Hauspie" userId="c5aa01d0-0751-4207-a587-d7124c844d8f" providerId="ADAL" clId="{DA38665A-D2EF-4503-AD33-27E99CB462D0}" dt="2023-11-28T17:22:08.340" v="939" actId="47"/>
        <pc:sldMkLst>
          <pc:docMk/>
          <pc:sldMk cId="3426744231" sldId="2044"/>
        </pc:sldMkLst>
      </pc:sldChg>
      <pc:sldChg chg="modSp add">
        <pc:chgData name="Thijs Hauspie" userId="c5aa01d0-0751-4207-a587-d7124c844d8f" providerId="ADAL" clId="{DA38665A-D2EF-4503-AD33-27E99CB462D0}" dt="2023-11-28T17:41:42.186" v="1348"/>
        <pc:sldMkLst>
          <pc:docMk/>
          <pc:sldMk cId="85943350" sldId="2045"/>
        </pc:sldMkLst>
      </pc:sldChg>
      <pc:sldChg chg="modSp add mod">
        <pc:chgData name="Thijs Hauspie" userId="c5aa01d0-0751-4207-a587-d7124c844d8f" providerId="ADAL" clId="{DA38665A-D2EF-4503-AD33-27E99CB462D0}" dt="2023-11-29T08:33:42.342" v="2259"/>
        <pc:sldMkLst>
          <pc:docMk/>
          <pc:sldMk cId="2443013166" sldId="2046"/>
        </pc:sldMkLst>
      </pc:sldChg>
      <pc:sldChg chg="modSp add mod">
        <pc:chgData name="Thijs Hauspie" userId="c5aa01d0-0751-4207-a587-d7124c844d8f" providerId="ADAL" clId="{DA38665A-D2EF-4503-AD33-27E99CB462D0}" dt="2023-11-29T08:33:35.168" v="2258" actId="20577"/>
        <pc:sldMkLst>
          <pc:docMk/>
          <pc:sldMk cId="1423928108" sldId="2047"/>
        </pc:sldMkLst>
      </pc:sldChg>
      <pc:sldChg chg="modSp add mod">
        <pc:chgData name="Thijs Hauspie" userId="c5aa01d0-0751-4207-a587-d7124c844d8f" providerId="ADAL" clId="{DA38665A-D2EF-4503-AD33-27E99CB462D0}" dt="2023-11-29T09:10:48.247" v="2642" actId="20577"/>
        <pc:sldMkLst>
          <pc:docMk/>
          <pc:sldMk cId="2635594164" sldId="2048"/>
        </pc:sldMkLst>
      </pc:sldChg>
      <pc:sldChg chg="addSp delSp modSp add mod">
        <pc:chgData name="Thijs Hauspie" userId="c5aa01d0-0751-4207-a587-d7124c844d8f" providerId="ADAL" clId="{DA38665A-D2EF-4503-AD33-27E99CB462D0}" dt="2023-11-29T09:10:54.984" v="2644" actId="20577"/>
        <pc:sldMkLst>
          <pc:docMk/>
          <pc:sldMk cId="3133762187" sldId="2049"/>
        </pc:sldMkLst>
      </pc:sldChg>
      <pc:sldChg chg="delSp modSp add del mod">
        <pc:chgData name="Thijs Hauspie" userId="c5aa01d0-0751-4207-a587-d7124c844d8f" providerId="ADAL" clId="{DA38665A-D2EF-4503-AD33-27E99CB462D0}" dt="2023-11-28T19:32:49.288" v="1398" actId="47"/>
        <pc:sldMkLst>
          <pc:docMk/>
          <pc:sldMk cId="945344193" sldId="2050"/>
        </pc:sldMkLst>
      </pc:sldChg>
      <pc:sldChg chg="addSp delSp modSp add mod">
        <pc:chgData name="Thijs Hauspie" userId="c5aa01d0-0751-4207-a587-d7124c844d8f" providerId="ADAL" clId="{DA38665A-D2EF-4503-AD33-27E99CB462D0}" dt="2023-11-29T09:01:41.355" v="2640" actId="14100"/>
        <pc:sldMkLst>
          <pc:docMk/>
          <pc:sldMk cId="3797842869" sldId="2051"/>
        </pc:sldMkLst>
      </pc:sldChg>
      <pc:sldChg chg="modSp add del mod">
        <pc:chgData name="Thijs Hauspie" userId="c5aa01d0-0751-4207-a587-d7124c844d8f" providerId="ADAL" clId="{DA38665A-D2EF-4503-AD33-27E99CB462D0}" dt="2023-11-28T19:56:27.685" v="1661" actId="47"/>
        <pc:sldMkLst>
          <pc:docMk/>
          <pc:sldMk cId="3319040441" sldId="2052"/>
        </pc:sldMkLst>
      </pc:sldChg>
      <pc:sldChg chg="modSp add mod modNotesTx">
        <pc:chgData name="Thijs Hauspie" userId="c5aa01d0-0751-4207-a587-d7124c844d8f" providerId="ADAL" clId="{DA38665A-D2EF-4503-AD33-27E99CB462D0}" dt="2023-11-29T12:09:38.292" v="4130" actId="20577"/>
        <pc:sldMkLst>
          <pc:docMk/>
          <pc:sldMk cId="804149711" sldId="2053"/>
        </pc:sldMkLst>
      </pc:sldChg>
      <pc:sldChg chg="modSp add del mod">
        <pc:chgData name="Thijs Hauspie" userId="c5aa01d0-0751-4207-a587-d7124c844d8f" providerId="ADAL" clId="{DA38665A-D2EF-4503-AD33-27E99CB462D0}" dt="2023-11-28T20:36:07.136" v="1665" actId="47"/>
        <pc:sldMkLst>
          <pc:docMk/>
          <pc:sldMk cId="2723559427" sldId="2054"/>
        </pc:sldMkLst>
      </pc:sldChg>
      <pc:sldChg chg="addSp modSp add del mod modNotesTx">
        <pc:chgData name="Thijs Hauspie" userId="c5aa01d0-0751-4207-a587-d7124c844d8f" providerId="ADAL" clId="{DA38665A-D2EF-4503-AD33-27E99CB462D0}" dt="2023-11-29T12:14:08.396" v="4314" actId="47"/>
        <pc:sldMkLst>
          <pc:docMk/>
          <pc:sldMk cId="2510675381" sldId="2055"/>
        </pc:sldMkLst>
      </pc:sldChg>
      <pc:sldChg chg="modSp add del mod">
        <pc:chgData name="Thijs Hauspie" userId="c5aa01d0-0751-4207-a587-d7124c844d8f" providerId="ADAL" clId="{DA38665A-D2EF-4503-AD33-27E99CB462D0}" dt="2023-11-28T20:51:42.081" v="1856" actId="47"/>
        <pc:sldMkLst>
          <pc:docMk/>
          <pc:sldMk cId="571286995" sldId="2056"/>
        </pc:sldMkLst>
      </pc:sldChg>
      <pc:sldChg chg="modSp add del mod">
        <pc:chgData name="Thijs Hauspie" userId="c5aa01d0-0751-4207-a587-d7124c844d8f" providerId="ADAL" clId="{DA38665A-D2EF-4503-AD33-27E99CB462D0}" dt="2023-11-28T20:55:26.847" v="1857" actId="47"/>
        <pc:sldMkLst>
          <pc:docMk/>
          <pc:sldMk cId="1105043342" sldId="2057"/>
        </pc:sldMkLst>
      </pc:sldChg>
      <pc:sldChg chg="modSp add del mod">
        <pc:chgData name="Thijs Hauspie" userId="c5aa01d0-0751-4207-a587-d7124c844d8f" providerId="ADAL" clId="{DA38665A-D2EF-4503-AD33-27E99CB462D0}" dt="2023-11-28T20:55:28.443" v="1858" actId="47"/>
        <pc:sldMkLst>
          <pc:docMk/>
          <pc:sldMk cId="2595958048" sldId="2058"/>
        </pc:sldMkLst>
      </pc:sldChg>
      <pc:sldChg chg="modSp add mod">
        <pc:chgData name="Thijs Hauspie" userId="c5aa01d0-0751-4207-a587-d7124c844d8f" providerId="ADAL" clId="{DA38665A-D2EF-4503-AD33-27E99CB462D0}" dt="2023-11-28T19:27:04.436" v="1374" actId="313"/>
        <pc:sldMkLst>
          <pc:docMk/>
          <pc:sldMk cId="3488777933" sldId="2059"/>
        </pc:sldMkLst>
      </pc:sldChg>
      <pc:sldChg chg="modSp add mod">
        <pc:chgData name="Thijs Hauspie" userId="c5aa01d0-0751-4207-a587-d7124c844d8f" providerId="ADAL" clId="{DA38665A-D2EF-4503-AD33-27E99CB462D0}" dt="2023-11-28T20:59:37.159" v="1979" actId="20577"/>
        <pc:sldMkLst>
          <pc:docMk/>
          <pc:sldMk cId="932671256" sldId="2060"/>
        </pc:sldMkLst>
      </pc:sldChg>
      <pc:sldChg chg="modSp add mod">
        <pc:chgData name="Thijs Hauspie" userId="c5aa01d0-0751-4207-a587-d7124c844d8f" providerId="ADAL" clId="{DA38665A-D2EF-4503-AD33-27E99CB462D0}" dt="2023-11-28T19:27:05.421" v="1376" actId="313"/>
        <pc:sldMkLst>
          <pc:docMk/>
          <pc:sldMk cId="12897156" sldId="2061"/>
        </pc:sldMkLst>
      </pc:sldChg>
      <pc:sldChg chg="modSp add mod">
        <pc:chgData name="Thijs Hauspie" userId="c5aa01d0-0751-4207-a587-d7124c844d8f" providerId="ADAL" clId="{DA38665A-D2EF-4503-AD33-27E99CB462D0}" dt="2023-11-29T08:43:02.205" v="2471" actId="20577"/>
        <pc:sldMkLst>
          <pc:docMk/>
          <pc:sldMk cId="762118791" sldId="2062"/>
        </pc:sldMkLst>
      </pc:sldChg>
      <pc:sldChg chg="modSp add del mod">
        <pc:chgData name="Thijs Hauspie" userId="c5aa01d0-0751-4207-a587-d7124c844d8f" providerId="ADAL" clId="{DA38665A-D2EF-4503-AD33-27E99CB462D0}" dt="2023-11-28T21:06:50.697" v="2008" actId="47"/>
        <pc:sldMkLst>
          <pc:docMk/>
          <pc:sldMk cId="412314498" sldId="2063"/>
        </pc:sldMkLst>
      </pc:sldChg>
      <pc:sldChg chg="delSp modSp add del mod">
        <pc:chgData name="Thijs Hauspie" userId="c5aa01d0-0751-4207-a587-d7124c844d8f" providerId="ADAL" clId="{DA38665A-D2EF-4503-AD33-27E99CB462D0}" dt="2023-11-28T21:07:51.218" v="2015" actId="2696"/>
        <pc:sldMkLst>
          <pc:docMk/>
          <pc:sldMk cId="2800776841" sldId="2064"/>
        </pc:sldMkLst>
      </pc:sldChg>
      <pc:sldChg chg="addSp delSp modSp add mod">
        <pc:chgData name="Thijs Hauspie" userId="c5aa01d0-0751-4207-a587-d7124c844d8f" providerId="ADAL" clId="{DA38665A-D2EF-4503-AD33-27E99CB462D0}" dt="2023-11-29T08:50:40.812" v="2528" actId="1076"/>
        <pc:sldMkLst>
          <pc:docMk/>
          <pc:sldMk cId="3046180038" sldId="2065"/>
        </pc:sldMkLst>
      </pc:sldChg>
      <pc:sldChg chg="modSp add mod">
        <pc:chgData name="Thijs Hauspie" userId="c5aa01d0-0751-4207-a587-d7124c844d8f" providerId="ADAL" clId="{DA38665A-D2EF-4503-AD33-27E99CB462D0}" dt="2023-11-29T08:52:02.121" v="2549" actId="114"/>
        <pc:sldMkLst>
          <pc:docMk/>
          <pc:sldMk cId="231776674" sldId="2066"/>
        </pc:sldMkLst>
      </pc:sldChg>
      <pc:sldChg chg="modSp add mod">
        <pc:chgData name="Thijs Hauspie" userId="c5aa01d0-0751-4207-a587-d7124c844d8f" providerId="ADAL" clId="{DA38665A-D2EF-4503-AD33-27E99CB462D0}" dt="2023-11-28T17:48:32.172" v="1362" actId="20577"/>
        <pc:sldMkLst>
          <pc:docMk/>
          <pc:sldMk cId="3377217503" sldId="2067"/>
        </pc:sldMkLst>
      </pc:sldChg>
      <pc:sldChg chg="addSp modSp add mod">
        <pc:chgData name="Thijs Hauspie" userId="c5aa01d0-0751-4207-a587-d7124c844d8f" providerId="ADAL" clId="{DA38665A-D2EF-4503-AD33-27E99CB462D0}" dt="2023-11-29T08:40:19.247" v="2357" actId="20577"/>
        <pc:sldMkLst>
          <pc:docMk/>
          <pc:sldMk cId="4106062167" sldId="2068"/>
        </pc:sldMkLst>
      </pc:sldChg>
      <pc:sldChg chg="modSp add mod modNotesTx">
        <pc:chgData name="Thijs Hauspie" userId="c5aa01d0-0751-4207-a587-d7124c844d8f" providerId="ADAL" clId="{DA38665A-D2EF-4503-AD33-27E99CB462D0}" dt="2023-11-29T13:40:26.774" v="5351" actId="14100"/>
        <pc:sldMkLst>
          <pc:docMk/>
          <pc:sldMk cId="2003147335" sldId="2069"/>
        </pc:sldMkLst>
      </pc:sldChg>
      <pc:sldChg chg="modSp add del mod ord">
        <pc:chgData name="Thijs Hauspie" userId="c5aa01d0-0751-4207-a587-d7124c844d8f" providerId="ADAL" clId="{DA38665A-D2EF-4503-AD33-27E99CB462D0}" dt="2023-11-29T08:45:06.276" v="2509" actId="47"/>
        <pc:sldMkLst>
          <pc:docMk/>
          <pc:sldMk cId="3193181928" sldId="2070"/>
        </pc:sldMkLst>
      </pc:sldChg>
      <pc:sldChg chg="modSp mod">
        <pc:chgData name="Thijs Hauspie" userId="c5aa01d0-0751-4207-a587-d7124c844d8f" providerId="ADAL" clId="{DA38665A-D2EF-4503-AD33-27E99CB462D0}" dt="2023-11-29T08:59:26.703" v="2558" actId="207"/>
        <pc:sldMkLst>
          <pc:docMk/>
          <pc:sldMk cId="3914026202" sldId="2070"/>
        </pc:sldMkLst>
      </pc:sldChg>
      <pc:sldChg chg="modSp add mod">
        <pc:chgData name="Thijs Hauspie" userId="c5aa01d0-0751-4207-a587-d7124c844d8f" providerId="ADAL" clId="{DA38665A-D2EF-4503-AD33-27E99CB462D0}" dt="2023-11-29T09:00:27.846" v="2637" actId="20577"/>
        <pc:sldMkLst>
          <pc:docMk/>
          <pc:sldMk cId="2038671819" sldId="2071"/>
        </pc:sldMkLst>
      </pc:sldChg>
      <pc:sldChg chg="modSp add del mod">
        <pc:chgData name="Thijs Hauspie" userId="c5aa01d0-0751-4207-a587-d7124c844d8f" providerId="ADAL" clId="{DA38665A-D2EF-4503-AD33-27E99CB462D0}" dt="2023-11-29T08:45:05.189" v="2508" actId="47"/>
        <pc:sldMkLst>
          <pc:docMk/>
          <pc:sldMk cId="3402633614" sldId="2071"/>
        </pc:sldMkLst>
      </pc:sldChg>
      <pc:sldChg chg="modSp add mod">
        <pc:chgData name="Thijs Hauspie" userId="c5aa01d0-0751-4207-a587-d7124c844d8f" providerId="ADAL" clId="{DA38665A-D2EF-4503-AD33-27E99CB462D0}" dt="2023-11-29T09:19:53.071" v="2667" actId="14100"/>
        <pc:sldMkLst>
          <pc:docMk/>
          <pc:sldMk cId="3481569661" sldId="2072"/>
        </pc:sldMkLst>
      </pc:sldChg>
      <pc:sldChg chg="modSp add mod">
        <pc:chgData name="Thijs Hauspie" userId="c5aa01d0-0751-4207-a587-d7124c844d8f" providerId="ADAL" clId="{DA38665A-D2EF-4503-AD33-27E99CB462D0}" dt="2023-11-29T12:14:20.873" v="4317" actId="20577"/>
        <pc:sldMkLst>
          <pc:docMk/>
          <pc:sldMk cId="2348625057" sldId="2073"/>
        </pc:sldMkLst>
      </pc:sldChg>
      <pc:sldChg chg="addSp delSp modSp add mod">
        <pc:chgData name="Thijs Hauspie" userId="c5aa01d0-0751-4207-a587-d7124c844d8f" providerId="ADAL" clId="{DA38665A-D2EF-4503-AD33-27E99CB462D0}" dt="2023-11-29T13:41:31.794" v="5357" actId="478"/>
        <pc:sldMkLst>
          <pc:docMk/>
          <pc:sldMk cId="1692719486" sldId="2074"/>
        </pc:sldMkLst>
      </pc:sldChg>
      <pc:sldChg chg="modSp add del mod">
        <pc:chgData name="Thijs Hauspie" userId="c5aa01d0-0751-4207-a587-d7124c844d8f" providerId="ADAL" clId="{DA38665A-D2EF-4503-AD33-27E99CB462D0}" dt="2023-11-29T09:38:07.883" v="2933" actId="47"/>
        <pc:sldMkLst>
          <pc:docMk/>
          <pc:sldMk cId="2176833263" sldId="2075"/>
        </pc:sldMkLst>
      </pc:sldChg>
      <pc:sldChg chg="add">
        <pc:chgData name="Thijs Hauspie" userId="c5aa01d0-0751-4207-a587-d7124c844d8f" providerId="ADAL" clId="{DA38665A-D2EF-4503-AD33-27E99CB462D0}" dt="2023-11-29T09:00:54.548" v="2638"/>
        <pc:sldMkLst>
          <pc:docMk/>
          <pc:sldMk cId="1771947816" sldId="2076"/>
        </pc:sldMkLst>
      </pc:sldChg>
      <pc:sldChg chg="modSp add mod">
        <pc:chgData name="Thijs Hauspie" userId="c5aa01d0-0751-4207-a587-d7124c844d8f" providerId="ADAL" clId="{DA38665A-D2EF-4503-AD33-27E99CB462D0}" dt="2023-11-29T09:38:34.338" v="2954"/>
        <pc:sldMkLst>
          <pc:docMk/>
          <pc:sldMk cId="3663528800" sldId="2077"/>
        </pc:sldMkLst>
      </pc:sldChg>
      <pc:sldChg chg="add">
        <pc:chgData name="Thijs Hauspie" userId="c5aa01d0-0751-4207-a587-d7124c844d8f" providerId="ADAL" clId="{DA38665A-D2EF-4503-AD33-27E99CB462D0}" dt="2023-11-29T09:00:54.548" v="2638"/>
        <pc:sldMkLst>
          <pc:docMk/>
          <pc:sldMk cId="449993345" sldId="2078"/>
        </pc:sldMkLst>
      </pc:sldChg>
      <pc:sldChg chg="modSp add mod">
        <pc:chgData name="Thijs Hauspie" userId="c5aa01d0-0751-4207-a587-d7124c844d8f" providerId="ADAL" clId="{DA38665A-D2EF-4503-AD33-27E99CB462D0}" dt="2023-11-29T09:39:15.125" v="2958" actId="1076"/>
        <pc:sldMkLst>
          <pc:docMk/>
          <pc:sldMk cId="4069568477" sldId="2079"/>
        </pc:sldMkLst>
      </pc:sldChg>
      <pc:sldChg chg="modSp add mod">
        <pc:chgData name="Thijs Hauspie" userId="c5aa01d0-0751-4207-a587-d7124c844d8f" providerId="ADAL" clId="{DA38665A-D2EF-4503-AD33-27E99CB462D0}" dt="2023-11-29T09:42:41.416" v="2964"/>
        <pc:sldMkLst>
          <pc:docMk/>
          <pc:sldMk cId="2463860811" sldId="2080"/>
        </pc:sldMkLst>
      </pc:sldChg>
      <pc:sldChg chg="modSp add mod">
        <pc:chgData name="Thijs Hauspie" userId="c5aa01d0-0751-4207-a587-d7124c844d8f" providerId="ADAL" clId="{DA38665A-D2EF-4503-AD33-27E99CB462D0}" dt="2023-11-29T09:48:08.878" v="3148" actId="20577"/>
        <pc:sldMkLst>
          <pc:docMk/>
          <pc:sldMk cId="3113964941" sldId="2081"/>
        </pc:sldMkLst>
      </pc:sldChg>
      <pc:sldChg chg="modSp add mod">
        <pc:chgData name="Thijs Hauspie" userId="c5aa01d0-0751-4207-a587-d7124c844d8f" providerId="ADAL" clId="{DA38665A-D2EF-4503-AD33-27E99CB462D0}" dt="2023-11-29T09:50:54.506" v="3191" actId="20577"/>
        <pc:sldMkLst>
          <pc:docMk/>
          <pc:sldMk cId="4072340759" sldId="2082"/>
        </pc:sldMkLst>
      </pc:sldChg>
      <pc:sldChg chg="delSp modSp add mod ord">
        <pc:chgData name="Thijs Hauspie" userId="c5aa01d0-0751-4207-a587-d7124c844d8f" providerId="ADAL" clId="{DA38665A-D2EF-4503-AD33-27E99CB462D0}" dt="2023-11-29T09:18:29.493" v="2662" actId="478"/>
        <pc:sldMkLst>
          <pc:docMk/>
          <pc:sldMk cId="198593571" sldId="2083"/>
        </pc:sldMkLst>
      </pc:sldChg>
      <pc:sldChg chg="delSp add mod ord">
        <pc:chgData name="Thijs Hauspie" userId="c5aa01d0-0751-4207-a587-d7124c844d8f" providerId="ADAL" clId="{DA38665A-D2EF-4503-AD33-27E99CB462D0}" dt="2023-11-29T09:32:40.517" v="2731" actId="478"/>
        <pc:sldMkLst>
          <pc:docMk/>
          <pc:sldMk cId="848894518" sldId="2084"/>
        </pc:sldMkLst>
      </pc:sldChg>
      <pc:sldChg chg="modSp add mod">
        <pc:chgData name="Thijs Hauspie" userId="c5aa01d0-0751-4207-a587-d7124c844d8f" providerId="ADAL" clId="{DA38665A-D2EF-4503-AD33-27E99CB462D0}" dt="2023-11-29T09:33:25.739" v="2802" actId="1076"/>
        <pc:sldMkLst>
          <pc:docMk/>
          <pc:sldMk cId="1406383348" sldId="2085"/>
        </pc:sldMkLst>
      </pc:sldChg>
      <pc:sldChg chg="addSp delSp modSp add mod ord">
        <pc:chgData name="Thijs Hauspie" userId="c5aa01d0-0751-4207-a587-d7124c844d8f" providerId="ADAL" clId="{DA38665A-D2EF-4503-AD33-27E99CB462D0}" dt="2023-11-29T13:41:50.032" v="5360"/>
        <pc:sldMkLst>
          <pc:docMk/>
          <pc:sldMk cId="1806544558" sldId="2086"/>
        </pc:sldMkLst>
      </pc:sldChg>
      <pc:sldChg chg="modSp add del mod">
        <pc:chgData name="Thijs Hauspie" userId="c5aa01d0-0751-4207-a587-d7124c844d8f" providerId="ADAL" clId="{DA38665A-D2EF-4503-AD33-27E99CB462D0}" dt="2023-11-29T11:46:44.835" v="3825" actId="47"/>
        <pc:sldMkLst>
          <pc:docMk/>
          <pc:sldMk cId="3523399459" sldId="2087"/>
        </pc:sldMkLst>
      </pc:sldChg>
      <pc:sldChg chg="modSp add del mod">
        <pc:chgData name="Thijs Hauspie" userId="c5aa01d0-0751-4207-a587-d7124c844d8f" providerId="ADAL" clId="{DA38665A-D2EF-4503-AD33-27E99CB462D0}" dt="2023-11-29T11:46:43.815" v="3824" actId="47"/>
        <pc:sldMkLst>
          <pc:docMk/>
          <pc:sldMk cId="2471284568" sldId="2088"/>
        </pc:sldMkLst>
      </pc:sldChg>
      <pc:sldChg chg="modSp add mod">
        <pc:chgData name="Thijs Hauspie" userId="c5aa01d0-0751-4207-a587-d7124c844d8f" providerId="ADAL" clId="{DA38665A-D2EF-4503-AD33-27E99CB462D0}" dt="2023-11-29T11:53:53.583" v="4078" actId="5793"/>
        <pc:sldMkLst>
          <pc:docMk/>
          <pc:sldMk cId="2570228691" sldId="2089"/>
        </pc:sldMkLst>
      </pc:sldChg>
      <pc:sldChg chg="add del">
        <pc:chgData name="Thijs Hauspie" userId="c5aa01d0-0751-4207-a587-d7124c844d8f" providerId="ADAL" clId="{DA38665A-D2EF-4503-AD33-27E99CB462D0}" dt="2023-11-29T10:26:06.629" v="3510" actId="47"/>
        <pc:sldMkLst>
          <pc:docMk/>
          <pc:sldMk cId="1645104940" sldId="2090"/>
        </pc:sldMkLst>
      </pc:sldChg>
      <pc:sldChg chg="add del">
        <pc:chgData name="Thijs Hauspie" userId="c5aa01d0-0751-4207-a587-d7124c844d8f" providerId="ADAL" clId="{DA38665A-D2EF-4503-AD33-27E99CB462D0}" dt="2023-11-29T10:26:05.191" v="3509" actId="47"/>
        <pc:sldMkLst>
          <pc:docMk/>
          <pc:sldMk cId="1163850265" sldId="2091"/>
        </pc:sldMkLst>
      </pc:sldChg>
      <pc:sldChg chg="modSp add mod">
        <pc:chgData name="Thijs Hauspie" userId="c5aa01d0-0751-4207-a587-d7124c844d8f" providerId="ADAL" clId="{DA38665A-D2EF-4503-AD33-27E99CB462D0}" dt="2023-11-29T10:31:18.001" v="3554" actId="313"/>
        <pc:sldMkLst>
          <pc:docMk/>
          <pc:sldMk cId="3161705986" sldId="2092"/>
        </pc:sldMkLst>
      </pc:sldChg>
      <pc:sldChg chg="modSp add del mod">
        <pc:chgData name="Thijs Hauspie" userId="c5aa01d0-0751-4207-a587-d7124c844d8f" providerId="ADAL" clId="{DA38665A-D2EF-4503-AD33-27E99CB462D0}" dt="2023-11-29T10:41:06.641" v="3796" actId="47"/>
        <pc:sldMkLst>
          <pc:docMk/>
          <pc:sldMk cId="2700869319" sldId="2093"/>
        </pc:sldMkLst>
      </pc:sldChg>
      <pc:sldChg chg="addSp delSp modSp add mod">
        <pc:chgData name="Thijs Hauspie" userId="c5aa01d0-0751-4207-a587-d7124c844d8f" providerId="ADAL" clId="{DA38665A-D2EF-4503-AD33-27E99CB462D0}" dt="2023-11-29T11:58:08.636" v="4099" actId="14100"/>
        <pc:sldMkLst>
          <pc:docMk/>
          <pc:sldMk cId="1189862602" sldId="2094"/>
        </pc:sldMkLst>
      </pc:sldChg>
      <pc:sldChg chg="addSp delSp modSp add mod">
        <pc:chgData name="Thijs Hauspie" userId="c5aa01d0-0751-4207-a587-d7124c844d8f" providerId="ADAL" clId="{DA38665A-D2EF-4503-AD33-27E99CB462D0}" dt="2023-11-29T12:00:36.866" v="4126" actId="1076"/>
        <pc:sldMkLst>
          <pc:docMk/>
          <pc:sldMk cId="3480759879" sldId="2095"/>
        </pc:sldMkLst>
      </pc:sldChg>
      <pc:sldChg chg="modSp add del mod">
        <pc:chgData name="Thijs Hauspie" userId="c5aa01d0-0751-4207-a587-d7124c844d8f" providerId="ADAL" clId="{DA38665A-D2EF-4503-AD33-27E99CB462D0}" dt="2023-11-29T12:00:45.250" v="4127" actId="47"/>
        <pc:sldMkLst>
          <pc:docMk/>
          <pc:sldMk cId="1047456117" sldId="2096"/>
        </pc:sldMkLst>
      </pc:sldChg>
      <pc:sldChg chg="modSp add mod">
        <pc:chgData name="Thijs Hauspie" userId="c5aa01d0-0751-4207-a587-d7124c844d8f" providerId="ADAL" clId="{DA38665A-D2EF-4503-AD33-27E99CB462D0}" dt="2023-11-29T12:30:22.994" v="4341" actId="20577"/>
        <pc:sldMkLst>
          <pc:docMk/>
          <pc:sldMk cId="505707930" sldId="2097"/>
        </pc:sldMkLst>
      </pc:sldChg>
      <pc:sldChg chg="modSp add del mod">
        <pc:chgData name="Thijs Hauspie" userId="c5aa01d0-0751-4207-a587-d7124c844d8f" providerId="ADAL" clId="{DA38665A-D2EF-4503-AD33-27E99CB462D0}" dt="2023-11-29T12:29:59.331" v="4328" actId="47"/>
        <pc:sldMkLst>
          <pc:docMk/>
          <pc:sldMk cId="1795300333" sldId="2098"/>
        </pc:sldMkLst>
      </pc:sldChg>
      <pc:sldChg chg="addSp delSp modSp add mod">
        <pc:chgData name="Thijs Hauspie" userId="c5aa01d0-0751-4207-a587-d7124c844d8f" providerId="ADAL" clId="{DA38665A-D2EF-4503-AD33-27E99CB462D0}" dt="2023-11-29T12:38:01.324" v="4536" actId="1076"/>
        <pc:sldMkLst>
          <pc:docMk/>
          <pc:sldMk cId="1059903898" sldId="2099"/>
        </pc:sldMkLst>
      </pc:sldChg>
      <pc:sldChg chg="addSp delSp modSp add mod">
        <pc:chgData name="Thijs Hauspie" userId="c5aa01d0-0751-4207-a587-d7124c844d8f" providerId="ADAL" clId="{DA38665A-D2EF-4503-AD33-27E99CB462D0}" dt="2023-11-29T12:41:35.850" v="4547" actId="14826"/>
        <pc:sldMkLst>
          <pc:docMk/>
          <pc:sldMk cId="1557829280" sldId="2100"/>
        </pc:sldMkLst>
      </pc:sldChg>
      <pc:sldChg chg="modSp add mod">
        <pc:chgData name="Thijs Hauspie" userId="c5aa01d0-0751-4207-a587-d7124c844d8f" providerId="ADAL" clId="{DA38665A-D2EF-4503-AD33-27E99CB462D0}" dt="2023-11-29T10:31:23.979" v="3563" actId="313"/>
        <pc:sldMkLst>
          <pc:docMk/>
          <pc:sldMk cId="2183057823" sldId="2101"/>
        </pc:sldMkLst>
      </pc:sldChg>
      <pc:sldChg chg="modSp add mod">
        <pc:chgData name="Thijs Hauspie" userId="c5aa01d0-0751-4207-a587-d7124c844d8f" providerId="ADAL" clId="{DA38665A-D2EF-4503-AD33-27E99CB462D0}" dt="2023-11-29T12:43:01.145" v="4653" actId="27636"/>
        <pc:sldMkLst>
          <pc:docMk/>
          <pc:sldMk cId="3402246794" sldId="2102"/>
        </pc:sldMkLst>
      </pc:sldChg>
      <pc:sldChg chg="modSp add mod">
        <pc:chgData name="Thijs Hauspie" userId="c5aa01d0-0751-4207-a587-d7124c844d8f" providerId="ADAL" clId="{DA38665A-D2EF-4503-AD33-27E99CB462D0}" dt="2023-11-29T10:31:24.775" v="3565" actId="313"/>
        <pc:sldMkLst>
          <pc:docMk/>
          <pc:sldMk cId="1179046416" sldId="2103"/>
        </pc:sldMkLst>
      </pc:sldChg>
      <pc:sldChg chg="modSp add mod">
        <pc:chgData name="Thijs Hauspie" userId="c5aa01d0-0751-4207-a587-d7124c844d8f" providerId="ADAL" clId="{DA38665A-D2EF-4503-AD33-27E99CB462D0}" dt="2023-11-29T12:45:41.143" v="4780" actId="20577"/>
        <pc:sldMkLst>
          <pc:docMk/>
          <pc:sldMk cId="2151426404" sldId="2104"/>
        </pc:sldMkLst>
      </pc:sldChg>
      <pc:sldChg chg="modSp add mod">
        <pc:chgData name="Thijs Hauspie" userId="c5aa01d0-0751-4207-a587-d7124c844d8f" providerId="ADAL" clId="{DA38665A-D2EF-4503-AD33-27E99CB462D0}" dt="2023-11-29T10:31:25.720" v="3567" actId="313"/>
        <pc:sldMkLst>
          <pc:docMk/>
          <pc:sldMk cId="3983074212" sldId="2105"/>
        </pc:sldMkLst>
      </pc:sldChg>
      <pc:sldChg chg="modSp add mod">
        <pc:chgData name="Thijs Hauspie" userId="c5aa01d0-0751-4207-a587-d7124c844d8f" providerId="ADAL" clId="{DA38665A-D2EF-4503-AD33-27E99CB462D0}" dt="2023-11-29T12:46:57.608" v="4797" actId="1076"/>
        <pc:sldMkLst>
          <pc:docMk/>
          <pc:sldMk cId="541422629" sldId="2106"/>
        </pc:sldMkLst>
      </pc:sldChg>
      <pc:sldChg chg="modSp add del mod">
        <pc:chgData name="Thijs Hauspie" userId="c5aa01d0-0751-4207-a587-d7124c844d8f" providerId="ADAL" clId="{DA38665A-D2EF-4503-AD33-27E99CB462D0}" dt="2023-11-29T13:05:53.244" v="4805" actId="47"/>
        <pc:sldMkLst>
          <pc:docMk/>
          <pc:sldMk cId="2642457868" sldId="2107"/>
        </pc:sldMkLst>
      </pc:sldChg>
      <pc:sldChg chg="delSp modSp add mod">
        <pc:chgData name="Thijs Hauspie" userId="c5aa01d0-0751-4207-a587-d7124c844d8f" providerId="ADAL" clId="{DA38665A-D2EF-4503-AD33-27E99CB462D0}" dt="2023-11-29T13:08:03.519" v="4823" actId="478"/>
        <pc:sldMkLst>
          <pc:docMk/>
          <pc:sldMk cId="198987579" sldId="2108"/>
        </pc:sldMkLst>
      </pc:sldChg>
      <pc:sldChg chg="delSp modSp add del mod">
        <pc:chgData name="Thijs Hauspie" userId="c5aa01d0-0751-4207-a587-d7124c844d8f" providerId="ADAL" clId="{DA38665A-D2EF-4503-AD33-27E99CB462D0}" dt="2023-11-29T13:17:08.723" v="5116" actId="47"/>
        <pc:sldMkLst>
          <pc:docMk/>
          <pc:sldMk cId="2492748086" sldId="2109"/>
        </pc:sldMkLst>
      </pc:sldChg>
      <pc:sldChg chg="modSp add mod">
        <pc:chgData name="Thijs Hauspie" userId="c5aa01d0-0751-4207-a587-d7124c844d8f" providerId="ADAL" clId="{DA38665A-D2EF-4503-AD33-27E99CB462D0}" dt="2023-11-29T13:22:36.983" v="5342" actId="20577"/>
        <pc:sldMkLst>
          <pc:docMk/>
          <pc:sldMk cId="3771763127" sldId="2110"/>
        </pc:sldMkLst>
      </pc:sldChg>
      <pc:sldChg chg="modSp add del">
        <pc:chgData name="Thijs Hauspie" userId="c5aa01d0-0751-4207-a587-d7124c844d8f" providerId="ADAL" clId="{DA38665A-D2EF-4503-AD33-27E99CB462D0}" dt="2023-11-29T10:32:29.868" v="3576" actId="47"/>
        <pc:sldMkLst>
          <pc:docMk/>
          <pc:sldMk cId="1773464526" sldId="2111"/>
        </pc:sldMkLst>
      </pc:sldChg>
      <pc:sldChg chg="add del">
        <pc:chgData name="Thijs Hauspie" userId="c5aa01d0-0751-4207-a587-d7124c844d8f" providerId="ADAL" clId="{DA38665A-D2EF-4503-AD33-27E99CB462D0}" dt="2023-11-29T10:32:26.212" v="3574"/>
        <pc:sldMkLst>
          <pc:docMk/>
          <pc:sldMk cId="640567176" sldId="2112"/>
        </pc:sldMkLst>
      </pc:sldChg>
      <pc:sldChg chg="delSp modSp add mod delAnim">
        <pc:chgData name="Thijs Hauspie" userId="c5aa01d0-0751-4207-a587-d7124c844d8f" providerId="ADAL" clId="{DA38665A-D2EF-4503-AD33-27E99CB462D0}" dt="2023-11-29T10:32:42.691" v="3579" actId="478"/>
        <pc:sldMkLst>
          <pc:docMk/>
          <pc:sldMk cId="2527448114" sldId="2112"/>
        </pc:sldMkLst>
      </pc:sldChg>
      <pc:sldChg chg="add">
        <pc:chgData name="Thijs Hauspie" userId="c5aa01d0-0751-4207-a587-d7124c844d8f" providerId="ADAL" clId="{DA38665A-D2EF-4503-AD33-27E99CB462D0}" dt="2023-11-29T10:32:39.056" v="3578" actId="2890"/>
        <pc:sldMkLst>
          <pc:docMk/>
          <pc:sldMk cId="3384114157" sldId="2113"/>
        </pc:sldMkLst>
      </pc:sldChg>
      <pc:sldChg chg="delSp add del mod">
        <pc:chgData name="Thijs Hauspie" userId="c5aa01d0-0751-4207-a587-d7124c844d8f" providerId="ADAL" clId="{DA38665A-D2EF-4503-AD33-27E99CB462D0}" dt="2023-11-29T11:58:23.027" v="4103" actId="47"/>
        <pc:sldMkLst>
          <pc:docMk/>
          <pc:sldMk cId="3309814051" sldId="2114"/>
        </pc:sldMkLst>
      </pc:sldChg>
      <pc:sldChg chg="modSp add mod">
        <pc:chgData name="Thijs Hauspie" userId="c5aa01d0-0751-4207-a587-d7124c844d8f" providerId="ADAL" clId="{DA38665A-D2EF-4503-AD33-27E99CB462D0}" dt="2023-11-29T13:46:27.664" v="5369"/>
        <pc:sldMkLst>
          <pc:docMk/>
          <pc:sldMk cId="129236034" sldId="2115"/>
        </pc:sldMkLst>
      </pc:sldChg>
      <pc:sldChg chg="modSp add mod">
        <pc:chgData name="Thijs Hauspie" userId="c5aa01d0-0751-4207-a587-d7124c844d8f" providerId="ADAL" clId="{DA38665A-D2EF-4503-AD33-27E99CB462D0}" dt="2023-11-29T13:46:23.474" v="5368"/>
        <pc:sldMkLst>
          <pc:docMk/>
          <pc:sldMk cId="138418379" sldId="2116"/>
        </pc:sldMkLst>
      </pc:sldChg>
      <pc:sldChg chg="addSp modSp add mod">
        <pc:chgData name="Thijs Hauspie" userId="c5aa01d0-0751-4207-a587-d7124c844d8f" providerId="ADAL" clId="{DA38665A-D2EF-4503-AD33-27E99CB462D0}" dt="2023-11-29T13:46:16.922" v="5367" actId="20577"/>
        <pc:sldMkLst>
          <pc:docMk/>
          <pc:sldMk cId="2303368641" sldId="2117"/>
        </pc:sldMkLst>
      </pc:sldChg>
      <pc:sldChg chg="addSp modSp add mod">
        <pc:chgData name="Thijs Hauspie" userId="c5aa01d0-0751-4207-a587-d7124c844d8f" providerId="ADAL" clId="{DA38665A-D2EF-4503-AD33-27E99CB462D0}" dt="2023-11-29T11:58:38.738" v="4105" actId="14100"/>
        <pc:sldMkLst>
          <pc:docMk/>
          <pc:sldMk cId="2830790975" sldId="2118"/>
        </pc:sldMkLst>
      </pc:sldChg>
      <pc:sldChg chg="modSp add mod">
        <pc:chgData name="Thijs Hauspie" userId="c5aa01d0-0751-4207-a587-d7124c844d8f" providerId="ADAL" clId="{DA38665A-D2EF-4503-AD33-27E99CB462D0}" dt="2023-11-29T12:30:49.323" v="4344" actId="20577"/>
        <pc:sldMkLst>
          <pc:docMk/>
          <pc:sldMk cId="71035075" sldId="2119"/>
        </pc:sldMkLst>
      </pc:sldChg>
      <pc:sldChg chg="addSp delSp modSp add mod">
        <pc:chgData name="Thijs Hauspie" userId="c5aa01d0-0751-4207-a587-d7124c844d8f" providerId="ADAL" clId="{DA38665A-D2EF-4503-AD33-27E99CB462D0}" dt="2023-11-29T13:28:08.954" v="5347" actId="478"/>
        <pc:sldMkLst>
          <pc:docMk/>
          <pc:sldMk cId="3621719763" sldId="2120"/>
        </pc:sldMkLst>
      </pc:sldChg>
      <pc:sldChg chg="delSp modSp add mod">
        <pc:chgData name="Thijs Hauspie" userId="c5aa01d0-0751-4207-a587-d7124c844d8f" providerId="ADAL" clId="{DA38665A-D2EF-4503-AD33-27E99CB462D0}" dt="2023-11-29T13:17:19.275" v="5117"/>
        <pc:sldMkLst>
          <pc:docMk/>
          <pc:sldMk cId="575660556" sldId="2121"/>
        </pc:sldMkLst>
      </pc:sldChg>
      <pc:sldChg chg="modSp add mod">
        <pc:chgData name="Thijs Hauspie" userId="c5aa01d0-0751-4207-a587-d7124c844d8f" providerId="ADAL" clId="{DA38665A-D2EF-4503-AD33-27E99CB462D0}" dt="2023-11-29T13:17:21.206" v="5118"/>
        <pc:sldMkLst>
          <pc:docMk/>
          <pc:sldMk cId="1269675570" sldId="212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62FC35-6E1B-4E70-B4A8-2E17764112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83509-45F4-4A33-B377-E4DC335B00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31CA1-EEC8-4E8D-8F53-590E0F5759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6E2CA-99BE-4DC0-9A95-E0C0A0CA930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6104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80C0C-85DF-417F-8238-DB0D15743621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A0A48-EDB1-4AFE-B1B7-10CE2A41649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0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887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464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320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161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b="1" dirty="0">
              <a:highlight>
                <a:srgbClr val="00FF00"/>
              </a:highlight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091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081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6666-2849-3D4E-8DCF-07EBDCF6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ED30535-91BC-4562-B24C-CDAB3165D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83FC93C-1000-8918-655E-BD1C8565F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F79868C-97A5-AD1E-3BEA-596DD3A9C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712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EE2E3-B570-1124-B903-EE5CB89B6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2672254-AD15-E139-75D3-DFC39CE21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407AF64-5094-EC5B-51A3-2128E9351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B335539-F9C6-F88A-1F02-CE5863193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681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0212E-0FD9-B8E2-1949-53F709904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BE46C66-4B94-908F-6E14-51DCE5297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CB3D8E4-D634-879F-9A65-99DB89D8C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B81C3E9-78E1-4EE8-362E-E1D4F95F7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043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C17DD-2305-D7A5-F5FF-6849010E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2E4A542-7E20-7FB8-8485-DB46AB4FE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A11E4CF-3652-1CCE-2A8F-EF4BE7C42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Interpretatie van </a:t>
            </a:r>
            <a:r>
              <a:rPr lang="nl-B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</a:t>
            </a:r>
            <a:r>
              <a:rPr lang="nl-B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(B) = 1,041 voor werksatisfactie van moeders:</a:t>
            </a:r>
            <a:br>
              <a:rPr lang="nl-B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l-B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Wanneer de werksatisfactie van moeders met 1 eenheid toeneemt, neemt de kans om </a:t>
            </a:r>
            <a:r>
              <a:rPr lang="nl-B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meer dan één kind te hebben</a:t>
            </a:r>
            <a:r>
              <a:rPr lang="nl-B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versus </a:t>
            </a:r>
            <a:r>
              <a:rPr lang="nl-B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één of geen kind</a:t>
            </a:r>
            <a:r>
              <a:rPr lang="nl-B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toe met een factor 1,041. Met andere woorden: hogere werksatisfactie gaat licht gepaard met een hogere kans op meer dan één kind, </a:t>
            </a:r>
            <a:r>
              <a:rPr lang="nl-B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maar het effect is niet statistisch significant</a:t>
            </a:r>
            <a:r>
              <a:rPr lang="nl-B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B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Opmerking over het betrouwbaarheidsinterval (BI) voor </a:t>
            </a:r>
            <a:r>
              <a:rPr lang="nl-B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</a:t>
            </a:r>
            <a:r>
              <a:rPr lang="nl-B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(B)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1612208-D068-295F-D21F-AA01A426A6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874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A9744-4BF4-4711-5067-3EAAB324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79173EB-A794-716E-7ABD-239F87292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00BA622-3E8A-8A2D-9F91-91B321467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412D6FA-FF00-F984-0250-B46CD27E5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044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F84-246C-4657-8172-1E2969D0F603}" type="datetime1">
              <a:rPr lang="en-GB" smtClean="0"/>
              <a:t>30/09/2025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‹nr.›</a:t>
            </a:fld>
            <a:endParaRPr lang="en-GB"/>
          </a:p>
        </p:txBody>
      </p:sp>
      <p:pic>
        <p:nvPicPr>
          <p:cNvPr id="6" name="Logo Large 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747" y="2283675"/>
            <a:ext cx="4800610" cy="41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3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295684"/>
            <a:ext cx="17338675" cy="56027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12340" y="2298145"/>
            <a:ext cx="12742426" cy="2359800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4400" b="1" u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414" y="6874716"/>
            <a:ext cx="15191026" cy="583200"/>
          </a:xfrm>
        </p:spPr>
        <p:txBody>
          <a:bodyPr>
            <a:normAutofit/>
          </a:bodyPr>
          <a:lstStyle>
            <a:lvl1pPr marL="0" indent="0" algn="l">
              <a:lnSpc>
                <a:spcPts val="3600"/>
              </a:lnSpc>
              <a:buNone/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50184" indent="0" algn="ctr">
              <a:buNone/>
              <a:defRPr sz="2844"/>
            </a:lvl2pPr>
            <a:lvl3pPr marL="1300368" indent="0" algn="ctr">
              <a:buNone/>
              <a:defRPr sz="2560"/>
            </a:lvl3pPr>
            <a:lvl4pPr marL="1950552" indent="0" algn="ctr">
              <a:buNone/>
              <a:defRPr sz="2275"/>
            </a:lvl4pPr>
            <a:lvl5pPr marL="2600736" indent="0" algn="ctr">
              <a:buNone/>
              <a:defRPr sz="2275"/>
            </a:lvl5pPr>
            <a:lvl6pPr marL="3250921" indent="0" algn="ctr">
              <a:buNone/>
              <a:defRPr sz="2275"/>
            </a:lvl6pPr>
            <a:lvl7pPr marL="3901105" indent="0" algn="ctr">
              <a:buNone/>
              <a:defRPr sz="2275"/>
            </a:lvl7pPr>
            <a:lvl8pPr marL="4551289" indent="0" algn="ctr">
              <a:buNone/>
              <a:defRPr sz="2275"/>
            </a:lvl8pPr>
            <a:lvl9pPr marL="5201473" indent="0" algn="ctr">
              <a:buNone/>
              <a:defRPr sz="2275"/>
            </a:lvl9pPr>
          </a:lstStyle>
          <a:p>
            <a:r>
              <a:rPr lang="en-GB" noProof="0" dirty="0"/>
              <a:t>Click to add subtitle / presenter / date [</a:t>
            </a:r>
            <a:r>
              <a:rPr lang="en-GB" noProof="0" dirty="0" err="1"/>
              <a:t>dd</a:t>
            </a:r>
            <a:r>
              <a:rPr lang="en-GB" noProof="0" dirty="0"/>
              <a:t>-mm-</a:t>
            </a:r>
            <a:r>
              <a:rPr lang="en-GB" noProof="0" dirty="0" err="1"/>
              <a:t>yyyy</a:t>
            </a:r>
            <a:r>
              <a:rPr lang="en-GB" noProof="0" dirty="0"/>
              <a:t>]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6408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ranisation Placeholder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4108537" y="350729"/>
            <a:ext cx="12841549" cy="671961"/>
          </a:xfrm>
        </p:spPr>
        <p:txBody>
          <a:bodyPr anchor="b" anchorCtr="0">
            <a:normAutofit/>
          </a:bodyPr>
          <a:lstStyle>
            <a:lvl1pPr>
              <a:lnSpc>
                <a:spcPts val="1700"/>
              </a:lnSpc>
              <a:defRPr sz="3400" b="1" i="0" u="sng" cap="small" baseline="0">
                <a:solidFill>
                  <a:srgbClr val="003366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ts val="1700"/>
              </a:lnSpc>
              <a:buNone/>
              <a:defRPr sz="1400" cap="all" baseline="0">
                <a:solidFill>
                  <a:srgbClr val="1E64C8"/>
                </a:solidFill>
              </a:defRPr>
            </a:lvl2pPr>
          </a:lstStyle>
          <a:p>
            <a:pPr lvl="0"/>
            <a:r>
              <a:rPr lang="en-GB" noProof="0" dirty="0"/>
              <a:t>Click to edit organisation styles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871DE22-9699-4EAF-9087-24565B509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" y="-1248325"/>
            <a:ext cx="3312270" cy="467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1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324612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 dirty="0"/>
              <a:t>Click to add chapter title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7344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947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B8233FCF-C78E-47A1-9466-4CB05FC00861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2" name="Logo Large EN">
            <a:extLst>
              <a:ext uri="{FF2B5EF4-FFF2-40B4-BE49-F238E27FC236}">
                <a16:creationId xmlns:a16="http://schemas.microsoft.com/office/drawing/2014/main" id="{DD11DB78-BA8F-4D35-9786-54E14B77F9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6864264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331721" y="8981161"/>
            <a:ext cx="13722366" cy="475989"/>
          </a:xfrm>
        </p:spPr>
        <p:txBody>
          <a:bodyPr>
            <a:normAutofit/>
          </a:bodyPr>
          <a:lstStyle>
            <a:lvl1pPr marL="86400" indent="0" defTabSz="457200">
              <a:lnSpc>
                <a:spcPct val="120000"/>
              </a:lnSpc>
              <a:buFont typeface="Wingdings" panose="05000000000000000000" pitchFamily="2" charset="2"/>
              <a:buNone/>
              <a:defRPr sz="1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>
            <a:cxnSpLocks/>
          </p:cNvCxnSpPr>
          <p:nvPr userDrawn="1"/>
        </p:nvCxnSpPr>
        <p:spPr>
          <a:xfrm>
            <a:off x="327069" y="1445550"/>
            <a:ext cx="167417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fbeelding 7">
            <a:extLst>
              <a:ext uri="{FF2B5EF4-FFF2-40B4-BE49-F238E27FC236}">
                <a16:creationId xmlns:a16="http://schemas.microsoft.com/office/drawing/2014/main" id="{9811080D-4FB2-4915-B4B2-1D8BF0E329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7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1541393E-7C09-4F12-9A9E-C6211FF6E487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69" y="1816273"/>
            <a:ext cx="16960241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/>
          <p:nvPr userDrawn="1"/>
        </p:nvCxnSpPr>
        <p:spPr>
          <a:xfrm>
            <a:off x="225469" y="1445550"/>
            <a:ext cx="168433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DAFB28A-E25C-4EFF-86F3-CD019B10E7E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984111" y="5790327"/>
            <a:ext cx="11201599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7DEC767-42CA-4CD2-93FA-ED79D87A32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  <p:pic>
        <p:nvPicPr>
          <p:cNvPr id="12" name="Logo Large EN">
            <a:extLst>
              <a:ext uri="{FF2B5EF4-FFF2-40B4-BE49-F238E27FC236}">
                <a16:creationId xmlns:a16="http://schemas.microsoft.com/office/drawing/2014/main" id="{5277E93A-7FD9-4EF3-905C-6DF250A26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5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7FFFB7AB-BA76-46AF-8C93-349C899E640D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4" name="Logo Large EN">
            <a:extLst>
              <a:ext uri="{FF2B5EF4-FFF2-40B4-BE49-F238E27FC236}">
                <a16:creationId xmlns:a16="http://schemas.microsoft.com/office/drawing/2014/main" id="{493A8D34-0286-4693-9124-6D5814F04F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900" y="136025"/>
            <a:ext cx="15323820" cy="1062772"/>
          </a:xfrm>
        </p:spPr>
        <p:txBody>
          <a:bodyPr/>
          <a:lstStyle>
            <a:lvl1pPr>
              <a:defRPr sz="3400" b="1" u="none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ADBF0-A618-4E69-83BB-0C41E08702AA}" type="datetime1">
              <a:rPr lang="en-GB" noProof="0" smtClean="0"/>
              <a:t>30/09/2025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0618004" y="1741118"/>
            <a:ext cx="6300000" cy="64509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84888" y="1791222"/>
            <a:ext cx="9498148" cy="6412292"/>
          </a:xfrm>
        </p:spPr>
        <p:txBody>
          <a:bodyPr>
            <a:normAutofit/>
          </a:bodyPr>
          <a:lstStyle>
            <a:lvl1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7E4AD1-092F-4246-B8DF-50863AA501DE}"/>
              </a:ext>
            </a:extLst>
          </p:cNvPr>
          <p:cNvCxnSpPr/>
          <p:nvPr userDrawn="1"/>
        </p:nvCxnSpPr>
        <p:spPr>
          <a:xfrm>
            <a:off x="225469" y="1422400"/>
            <a:ext cx="16843331" cy="0"/>
          </a:xfrm>
          <a:prstGeom prst="line">
            <a:avLst/>
          </a:prstGeom>
          <a:ln w="317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67956E7-09EC-49DF-8978-D863564898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8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C3CC51D8-D8AC-457C-9F02-366E63E6A03C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9" name="Logo Large EN">
            <a:extLst>
              <a:ext uri="{FF2B5EF4-FFF2-40B4-BE49-F238E27FC236}">
                <a16:creationId xmlns:a16="http://schemas.microsoft.com/office/drawing/2014/main" id="{5641CB9D-E30E-4DBA-83E7-A4B3DBE607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43E58-CDC3-4782-B82C-4D381C795B98}" type="datetime1">
              <a:rPr lang="en-GB" noProof="0" smtClean="0"/>
              <a:t>30/09/2025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52038" y="1371600"/>
            <a:ext cx="15480000" cy="6501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745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5D1-804F-429B-83CD-3EFA8410E123}" type="datetime1">
              <a:rPr lang="en-GB" smtClean="0"/>
              <a:t>30/09/2025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vering Background"/>
          <p:cNvSpPr/>
          <p:nvPr userDrawn="1"/>
        </p:nvSpPr>
        <p:spPr>
          <a:xfrm>
            <a:off x="-1" y="0"/>
            <a:ext cx="17337600" cy="9753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7337600" cy="9753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4941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1743240"/>
            <a:ext cx="15183366" cy="5769600"/>
          </a:xfrm>
        </p:spPr>
        <p:txBody>
          <a:bodyPr anchor="t" anchorCtr="0">
            <a:noAutofit/>
          </a:bodyPr>
          <a:lstStyle>
            <a:lvl1pPr algn="l">
              <a:lnSpc>
                <a:spcPts val="3500"/>
              </a:lnSpc>
              <a:defRPr sz="2500" u="none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</a:defRPr>
            </a:lvl1pPr>
          </a:lstStyle>
          <a:p>
            <a:r>
              <a:rPr lang="en-GB" noProof="0" dirty="0"/>
              <a:t>Click to add presenters contact data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1828800"/>
            <a:ext cx="15012000" cy="59997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215999" y="3095999"/>
            <a:ext cx="7257600" cy="1717969"/>
          </a:xfrm>
        </p:spPr>
        <p:txBody>
          <a:bodyPr>
            <a:normAutofit/>
          </a:bodyPr>
          <a:lstStyle>
            <a:lvl1pPr>
              <a:lnSpc>
                <a:spcPts val="35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add social media names</a:t>
            </a:r>
            <a:endParaRPr lang="nl-NL" dirty="0"/>
          </a:p>
        </p:txBody>
      </p:sp>
      <p:pic>
        <p:nvPicPr>
          <p:cNvPr id="16" name="Afbeelding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3714979" cy="13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857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0118" y="136025"/>
            <a:ext cx="15705282" cy="86369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825" y="1194364"/>
            <a:ext cx="15699575" cy="669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72394" y="8948703"/>
            <a:ext cx="229792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BA3CA-1064-434F-B179-AB3B0298C0D6}" type="datetime1">
              <a:rPr lang="en-GB" noProof="0" smtClean="0"/>
              <a:t>30/09/2025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236" y="8994423"/>
            <a:ext cx="8353564" cy="43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7" name="Title positioning box" hidden="1"/>
          <p:cNvSpPr/>
          <p:nvPr/>
        </p:nvSpPr>
        <p:spPr>
          <a:xfrm>
            <a:off x="927265" y="367200"/>
            <a:ext cx="15480000" cy="463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ositoning box" hidden="1"/>
          <p:cNvSpPr/>
          <p:nvPr/>
        </p:nvSpPr>
        <p:spPr>
          <a:xfrm>
            <a:off x="927265" y="1584000"/>
            <a:ext cx="82296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ogo positioning box" hidden="1"/>
          <p:cNvSpPr/>
          <p:nvPr/>
        </p:nvSpPr>
        <p:spPr>
          <a:xfrm flipV="1">
            <a:off x="928800" y="7878842"/>
            <a:ext cx="15478465" cy="14163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ositoning box" hidden="1"/>
          <p:cNvSpPr/>
          <p:nvPr/>
        </p:nvSpPr>
        <p:spPr>
          <a:xfrm>
            <a:off x="9172105" y="1584000"/>
            <a:ext cx="9144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ositoning box" hidden="1"/>
          <p:cNvSpPr/>
          <p:nvPr/>
        </p:nvSpPr>
        <p:spPr>
          <a:xfrm>
            <a:off x="10099369" y="1356360"/>
            <a:ext cx="6307895" cy="6527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Logo EN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909180"/>
            <a:ext cx="2307600" cy="18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62" r:id="rId4"/>
    <p:sldLayoutId id="2147483678" r:id="rId5"/>
    <p:sldLayoutId id="2147483674" r:id="rId6"/>
    <p:sldLayoutId id="2147483666" r:id="rId7"/>
    <p:sldLayoutId id="2147483675" r:id="rId8"/>
    <p:sldLayoutId id="2147483676" r:id="rId9"/>
  </p:sldLayoutIdLst>
  <p:hf hdr="0" ftr="0" dt="0"/>
  <p:txStyles>
    <p:titleStyle>
      <a:lvl1pPr algn="l" defTabSz="1300368" rtl="0" eaLnBrk="1" latinLnBrk="0" hangingPunct="1">
        <a:lnSpc>
          <a:spcPct val="90000"/>
        </a:lnSpc>
        <a:spcBef>
          <a:spcPct val="0"/>
        </a:spcBef>
        <a:buNone/>
        <a:defRPr sz="5400" u="sng" kern="1200" cap="all" baseline="0">
          <a:solidFill>
            <a:srgbClr val="1E64C8"/>
          </a:solidFill>
          <a:uFill>
            <a:solidFill>
              <a:srgbClr val="1E64C8"/>
            </a:solidFill>
          </a:uFill>
          <a:latin typeface="+mj-lt"/>
          <a:ea typeface="+mj-ea"/>
          <a:cs typeface="+mj-cs"/>
        </a:defRPr>
      </a:lvl1pPr>
    </p:titleStyle>
    <p:bodyStyle>
      <a:lvl1pPr marL="0" indent="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360000" algn="l" defTabSz="4572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tabLst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45878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1450" indent="-54133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indent="-1158875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013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197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381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565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84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68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52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36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21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05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289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473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134" y="3289819"/>
            <a:ext cx="16023586" cy="2359800"/>
          </a:xfrm>
        </p:spPr>
        <p:txBody>
          <a:bodyPr/>
          <a:lstStyle/>
          <a:p>
            <a:r>
              <a:rPr lang="nl-BE" dirty="0" err="1"/>
              <a:t>Spss</a:t>
            </a:r>
            <a:r>
              <a:rPr lang="nl-BE" dirty="0"/>
              <a:t>-werkcollege 7 (21/11) </a:t>
            </a:r>
            <a:br>
              <a:rPr lang="nl-BE" dirty="0"/>
            </a:br>
            <a:endParaRPr lang="nl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E6360-0905-4150-BEDD-4BF877AD2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Assistent Fauve Duprez						AJ 2025-2026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Toegepaste data-analyse en rapportage</a:t>
            </a:r>
          </a:p>
        </p:txBody>
      </p:sp>
    </p:spTree>
    <p:extLst>
      <p:ext uri="{BB962C8B-B14F-4D97-AF65-F5344CB8AC3E}">
        <p14:creationId xmlns:p14="http://schemas.microsoft.com/office/powerpoint/2010/main" val="416250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Logistische regressie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7</a:t>
            </a:r>
          </a:p>
        </p:txBody>
      </p:sp>
    </p:spTree>
    <p:extLst>
      <p:ext uri="{BB962C8B-B14F-4D97-AF65-F5344CB8AC3E}">
        <p14:creationId xmlns:p14="http://schemas.microsoft.com/office/powerpoint/2010/main" val="402157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8D65-A914-4402-A352-96BB3BEED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6FEFCA-C727-4CBC-62F4-E565AF7B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200" dirty="0"/>
              <a:t>Doel logistische regressie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1916A2A-78F5-C23C-1F61-95669491E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	</a:t>
            </a:r>
          </a:p>
          <a:p>
            <a:r>
              <a:rPr lang="nl-NL" dirty="0"/>
              <a:t>Voorspellen van een </a:t>
            </a:r>
            <a:r>
              <a:rPr lang="nl-NL" b="1" dirty="0"/>
              <a:t>binaire uitkomstvariabele</a:t>
            </a:r>
          </a:p>
          <a:p>
            <a:endParaRPr lang="nl-NL" b="1" dirty="0"/>
          </a:p>
          <a:p>
            <a:r>
              <a:rPr lang="nl-NL" dirty="0"/>
              <a:t>Verschil met lineaire regressie: de uitkomst is categorisch, niet continu. Lineaire regressie voorspelt getallen, logistische regressie voorspelt kansen</a:t>
            </a:r>
          </a:p>
          <a:p>
            <a:endParaRPr lang="nl-NL" dirty="0"/>
          </a:p>
          <a:p>
            <a:r>
              <a:rPr lang="nl-NL" dirty="0"/>
              <a:t>In plaats van een lineaire relatie tussen X en Y, geeft logistische regressie </a:t>
            </a:r>
            <a:r>
              <a:rPr lang="nl-NL" b="1" dirty="0" err="1"/>
              <a:t>odds</a:t>
            </a:r>
            <a:r>
              <a:rPr lang="nl-NL" b="1" dirty="0"/>
              <a:t>-ratio’s (</a:t>
            </a:r>
            <a:r>
              <a:rPr lang="nl-NL" b="1" dirty="0" err="1"/>
              <a:t>Exp</a:t>
            </a:r>
            <a:r>
              <a:rPr lang="nl-NL" b="1" dirty="0"/>
              <a:t>(B))</a:t>
            </a:r>
            <a:r>
              <a:rPr lang="nl-NL" dirty="0"/>
              <a:t> die de kans op het wel/niet optreden van een uitkomst laten zien</a:t>
            </a:r>
          </a:p>
          <a:p>
            <a:endParaRPr lang="nl-NL" dirty="0"/>
          </a:p>
          <a:p>
            <a:r>
              <a:rPr lang="nl-NL" dirty="0" err="1"/>
              <a:t>Wald</a:t>
            </a:r>
            <a:r>
              <a:rPr lang="nl-NL" dirty="0"/>
              <a:t>-statistiek en p-waarde bepalen of een predictor significant bijdraagt aan de kans op de uitkomst</a:t>
            </a:r>
          </a:p>
          <a:p>
            <a:pPr marL="86400" indent="0">
              <a:buNone/>
            </a:pPr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1C2F9D1-C274-3DE1-918F-110FE263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46934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Opgave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7</a:t>
            </a:r>
          </a:p>
        </p:txBody>
      </p:sp>
    </p:spTree>
    <p:extLst>
      <p:ext uri="{BB962C8B-B14F-4D97-AF65-F5344CB8AC3E}">
        <p14:creationId xmlns:p14="http://schemas.microsoft.com/office/powerpoint/2010/main" val="2357406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	</a:t>
            </a:r>
          </a:p>
          <a:p>
            <a:r>
              <a:rPr lang="nl-BE" dirty="0"/>
              <a:t>Open ‘DATA_WAVE3_CenW.sav’. In welke mate hangt de werksatisfactie (W3_M_W_SATISF) van moeders samen met de kans dat zij meer dan één kind (W3_M_meerkind) hebben?</a:t>
            </a:r>
            <a:endParaRPr lang="en-GB" dirty="0"/>
          </a:p>
          <a:p>
            <a:pPr marL="86400" indent="0">
              <a:buNone/>
            </a:pPr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7808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	</a:t>
            </a:r>
          </a:p>
          <a:p>
            <a:r>
              <a:rPr lang="nl-BE" dirty="0"/>
              <a:t>Open ‘DATA_WAVE3_CenW.sav’. In welke mate hangt de werksatisfactie (W3_M_W_SATISF) van moeders samen met de kans dat zij meer dan één kind (W3_M_meerkind) hebben?</a:t>
            </a:r>
          </a:p>
          <a:p>
            <a:endParaRPr lang="en-GB" dirty="0"/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  <a:endParaRPr lang="en-GB" dirty="0"/>
          </a:p>
          <a:p>
            <a:pPr lvl="1"/>
            <a:r>
              <a:rPr lang="nl-BE" dirty="0"/>
              <a:t>Als de afhankelijke variabele</a:t>
            </a:r>
            <a:r>
              <a:rPr lang="nl-BE" b="1" dirty="0"/>
              <a:t> </a:t>
            </a:r>
            <a:r>
              <a:rPr lang="nl-BE" dirty="0"/>
              <a:t>een dichotome variabele is, voer je een logistische regressie analyse uit.</a:t>
            </a:r>
          </a:p>
          <a:p>
            <a:pPr lvl="1"/>
            <a:r>
              <a:rPr lang="nl-BE" dirty="0"/>
              <a:t>Een gewone lineaire regressie zal een onjuiste schatting opleveren omdat een aantal belangrijke assumpties geschonden zijn zoals de assumptie van normaliteit en </a:t>
            </a:r>
            <a:r>
              <a:rPr lang="nl-BE" dirty="0" err="1"/>
              <a:t>homoscedasticiteit</a:t>
            </a:r>
            <a:r>
              <a:rPr lang="nl-BE" dirty="0"/>
              <a:t>.  </a:t>
            </a:r>
            <a:endParaRPr lang="en-GB" dirty="0"/>
          </a:p>
          <a:p>
            <a:pPr lvl="1"/>
            <a:endParaRPr lang="en-GB" dirty="0"/>
          </a:p>
          <a:p>
            <a:pPr marL="86400" indent="0">
              <a:buNone/>
            </a:pPr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</a:t>
            </a:fld>
            <a:endParaRPr lang="en-GB" noProof="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DD0D850-D798-61A1-105D-CF1FBA1E0AC9}"/>
              </a:ext>
            </a:extLst>
          </p:cNvPr>
          <p:cNvSpPr txBox="1">
            <a:spLocks/>
          </p:cNvSpPr>
          <p:nvPr/>
        </p:nvSpPr>
        <p:spPr>
          <a:xfrm>
            <a:off x="2212695" y="275899"/>
            <a:ext cx="14951312" cy="94956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130036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 cap="small" baseline="0">
                <a:solidFill>
                  <a:srgbClr val="002060"/>
                </a:solidFill>
                <a:uFill>
                  <a:solidFill>
                    <a:srgbClr val="1E64C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</p:spTree>
    <p:extLst>
      <p:ext uri="{BB962C8B-B14F-4D97-AF65-F5344CB8AC3E}">
        <p14:creationId xmlns:p14="http://schemas.microsoft.com/office/powerpoint/2010/main" val="1423928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4C154ABB-1536-2A7F-168C-857F2FB5EC8F}"/>
              </a:ext>
            </a:extLst>
          </p:cNvPr>
          <p:cNvSpPr txBox="1">
            <a:spLocks/>
          </p:cNvSpPr>
          <p:nvPr/>
        </p:nvSpPr>
        <p:spPr>
          <a:xfrm>
            <a:off x="2212695" y="275899"/>
            <a:ext cx="14951312" cy="94956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130036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 cap="small" baseline="0">
                <a:solidFill>
                  <a:srgbClr val="002060"/>
                </a:solidFill>
                <a:uFill>
                  <a:solidFill>
                    <a:srgbClr val="1E64C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</p:spTree>
    <p:extLst>
      <p:ext uri="{BB962C8B-B14F-4D97-AF65-F5344CB8AC3E}">
        <p14:creationId xmlns:p14="http://schemas.microsoft.com/office/powerpoint/2010/main" val="2635594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B6EF394-649C-BFE1-03AD-6FA4D7892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40" y="4153028"/>
            <a:ext cx="7257908" cy="219075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1558F1BD-B682-7016-DC3E-559150BA9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518" y="1663303"/>
            <a:ext cx="9209088" cy="6426993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9CC0CA23-2527-9631-7E0C-F1F14300C271}"/>
              </a:ext>
            </a:extLst>
          </p:cNvPr>
          <p:cNvSpPr txBox="1">
            <a:spLocks/>
          </p:cNvSpPr>
          <p:nvPr/>
        </p:nvSpPr>
        <p:spPr>
          <a:xfrm>
            <a:off x="2212695" y="275899"/>
            <a:ext cx="14951312" cy="94956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130036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 cap="small" baseline="0">
                <a:solidFill>
                  <a:srgbClr val="002060"/>
                </a:solidFill>
                <a:uFill>
                  <a:solidFill>
                    <a:srgbClr val="1E64C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</p:spTree>
    <p:extLst>
      <p:ext uri="{BB962C8B-B14F-4D97-AF65-F5344CB8AC3E}">
        <p14:creationId xmlns:p14="http://schemas.microsoft.com/office/powerpoint/2010/main" val="3133762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1CF29-072D-E24F-F449-34E2BBF6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B0D19-DD79-CD6D-33FE-2BB3AE18F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B4729-501E-F65F-388A-F6EA04DC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B0D46C4-54CE-21BD-8D0D-6899AB3CD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40" y="4153028"/>
            <a:ext cx="7257908" cy="219075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F606F38E-3007-1A8B-F662-9539E1013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2518" y="1663303"/>
            <a:ext cx="9209088" cy="6426993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434DE640-8BD5-5C58-22AF-1739E21B13F1}"/>
              </a:ext>
            </a:extLst>
          </p:cNvPr>
          <p:cNvSpPr/>
          <p:nvPr/>
        </p:nvSpPr>
        <p:spPr>
          <a:xfrm>
            <a:off x="2251951" y="8243266"/>
            <a:ext cx="12834772" cy="1200329"/>
          </a:xfrm>
          <a:prstGeom prst="rect">
            <a:avLst/>
          </a:prstGeom>
          <a:solidFill>
            <a:srgbClr val="80C0E0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Probleem: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Veel </a:t>
            </a:r>
            <a:r>
              <a:rPr lang="nl-BE" sz="2400" dirty="0" err="1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missings</a:t>
            </a: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</a:p>
          <a:p>
            <a:pPr marL="993084" lvl="1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Enkel moeders met een job hebben de vraag ingevuld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54704F4F-C60A-3CFF-5D87-8BF75B0C5F4E}"/>
              </a:ext>
            </a:extLst>
          </p:cNvPr>
          <p:cNvSpPr txBox="1">
            <a:spLocks/>
          </p:cNvSpPr>
          <p:nvPr/>
        </p:nvSpPr>
        <p:spPr>
          <a:xfrm>
            <a:off x="2212695" y="275899"/>
            <a:ext cx="14951312" cy="94956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130036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 cap="small" baseline="0">
                <a:solidFill>
                  <a:srgbClr val="002060"/>
                </a:solidFill>
                <a:uFill>
                  <a:solidFill>
                    <a:srgbClr val="1E64C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</p:spTree>
    <p:extLst>
      <p:ext uri="{BB962C8B-B14F-4D97-AF65-F5344CB8AC3E}">
        <p14:creationId xmlns:p14="http://schemas.microsoft.com/office/powerpoint/2010/main" val="3076337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lvl="2"/>
            <a:r>
              <a:rPr lang="nl-BE" dirty="0"/>
              <a:t>De afhankelijke variabele  moet binair of dichotoom zijn</a:t>
            </a:r>
          </a:p>
          <a:p>
            <a:pPr lvl="2"/>
            <a:r>
              <a:rPr lang="nl-BE" dirty="0"/>
              <a:t>De onafhankelijke variabele </a:t>
            </a:r>
            <a:r>
              <a:rPr lang="nl-BE"/>
              <a:t>is categorisch of continu</a:t>
            </a:r>
            <a:endParaRPr lang="nl-BE" dirty="0"/>
          </a:p>
          <a:p>
            <a:pPr lvl="2"/>
            <a:endParaRPr lang="nl-BE" dirty="0"/>
          </a:p>
          <a:p>
            <a:pPr marL="2393550" lvl="3" indent="-514350"/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D575C73-58D7-7079-5C3E-CDF9E30A4D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130036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 cap="small" baseline="0">
                <a:solidFill>
                  <a:srgbClr val="002060"/>
                </a:solidFill>
                <a:uFill>
                  <a:solidFill>
                    <a:srgbClr val="1E64C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</p:spTree>
    <p:extLst>
      <p:ext uri="{BB962C8B-B14F-4D97-AF65-F5344CB8AC3E}">
        <p14:creationId xmlns:p14="http://schemas.microsoft.com/office/powerpoint/2010/main" val="2003147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3: </a:t>
            </a:r>
            <a:r>
              <a:rPr lang="nl-BE" dirty="0"/>
              <a:t>Hypothesen formuleren</a:t>
            </a:r>
          </a:p>
          <a:p>
            <a:pPr marL="720000" lvl="1" indent="0">
              <a:buNone/>
            </a:pPr>
            <a:endParaRPr lang="nl-BE" i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B4DCD33-628C-2952-26C8-0331F783A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488777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3: </a:t>
            </a:r>
            <a:r>
              <a:rPr lang="nl-BE" dirty="0"/>
              <a:t>Hypothesen formuleren</a:t>
            </a:r>
          </a:p>
          <a:p>
            <a:pPr lvl="1"/>
            <a:r>
              <a:rPr lang="nl-BE" dirty="0"/>
              <a:t>Best tweezijdig toetsen</a:t>
            </a:r>
          </a:p>
          <a:p>
            <a:pPr lvl="1"/>
            <a:endParaRPr lang="nl-BE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0</a:t>
            </a:r>
            <a:r>
              <a:rPr lang="nl-BE" b="1" dirty="0"/>
              <a:t>:	</a:t>
            </a:r>
            <a:r>
              <a:rPr lang="nl-NL" dirty="0"/>
              <a:t>Er is geen samenhang tussen de werksatisfactie van moeders en het hebben van 			meer dan één kind: de correlatie tussen deze twee variabelen is nul.</a:t>
            </a:r>
            <a:br>
              <a:rPr lang="nl-BE" i="1" dirty="0"/>
            </a:br>
            <a:endParaRPr lang="nl-BE" b="1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A</a:t>
            </a:r>
            <a:r>
              <a:rPr lang="nl-BE" b="1" dirty="0"/>
              <a:t>:	</a:t>
            </a:r>
            <a:r>
              <a:rPr lang="nl-NL" dirty="0"/>
              <a:t>De werksatisfactie van moeders en het hebben van meer dan één kind hangen 				samen: de correlatie tussen deze twee variabelen is groter of kleiner dan nul.</a:t>
            </a:r>
            <a:endParaRPr lang="nl-BE" i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94B4104-0307-6731-CECF-C40C72EC7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932671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4: </a:t>
            </a:r>
            <a:r>
              <a:rPr lang="nl-BE" dirty="0"/>
              <a:t>Significantieniveau bepalen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b="1" dirty="0"/>
              <a:t>Stap 5</a:t>
            </a:r>
            <a:r>
              <a:rPr lang="nl-BE" dirty="0"/>
              <a:t>: Toetsingsgrootheid en p-waarde berekenen</a:t>
            </a:r>
          </a:p>
          <a:p>
            <a:endParaRPr lang="nl-BE" dirty="0"/>
          </a:p>
          <a:p>
            <a:pPr lvl="1"/>
            <a:endParaRPr lang="nl-BE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</p:spTree>
    <p:extLst>
      <p:ext uri="{BB962C8B-B14F-4D97-AF65-F5344CB8AC3E}">
        <p14:creationId xmlns:p14="http://schemas.microsoft.com/office/powerpoint/2010/main" val="12897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11522-9118-40C3-A09B-F25B95FAB7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b="1" dirty="0"/>
                  <a:t>Stap 4: </a:t>
                </a:r>
                <a:r>
                  <a:rPr lang="nl-BE" dirty="0"/>
                  <a:t>Significantieniveau bepalen</a:t>
                </a:r>
              </a:p>
              <a:p>
                <a:pPr lvl="1"/>
                <a:r>
                  <a:rPr lang="nl-BE" dirty="0"/>
                  <a:t>Minimaal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.05</a:t>
                </a:r>
              </a:p>
              <a:p>
                <a:pPr lvl="1"/>
                <a:r>
                  <a:rPr lang="nl-BE" dirty="0"/>
                  <a:t>Wanneer n &gt; 400: beter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.01</a:t>
                </a:r>
              </a:p>
              <a:p>
                <a:pPr lvl="2"/>
                <a:r>
                  <a:rPr lang="nl-BE" dirty="0"/>
                  <a:t>n = 798, </a:t>
                </a:r>
                <a:r>
                  <a:rPr lang="nl-BE" b="1" dirty="0"/>
                  <a:t>dus hanteer .01</a:t>
                </a:r>
              </a:p>
              <a:p>
                <a:pPr lvl="2"/>
                <a:endParaRPr lang="nl-BE" b="1" dirty="0"/>
              </a:p>
              <a:p>
                <a:r>
                  <a:rPr lang="nl-BE" b="1" dirty="0"/>
                  <a:t>Stap 5</a:t>
                </a:r>
                <a:r>
                  <a:rPr lang="nl-BE" dirty="0"/>
                  <a:t>: Toetsingsgrootheid en p-waarde berekenen</a:t>
                </a:r>
              </a:p>
              <a:p>
                <a:pPr lvl="1"/>
                <a:r>
                  <a:rPr lang="nl-BE" dirty="0"/>
                  <a:t>Ook maat van effectgrootte!</a:t>
                </a:r>
              </a:p>
              <a:p>
                <a:pPr marL="1306800" lvl="2" indent="0">
                  <a:buNone/>
                </a:pPr>
                <a:r>
                  <a:rPr lang="en-GB" sz="2400" b="1" dirty="0"/>
                  <a:t>1. Wald-</a:t>
                </a:r>
                <a:r>
                  <a:rPr lang="en-GB" sz="2400" b="1" dirty="0" err="1"/>
                  <a:t>toets</a:t>
                </a:r>
                <a:endParaRPr lang="en-GB" sz="2400" b="1" dirty="0"/>
              </a:p>
              <a:p>
                <a:pPr marL="1306800" lvl="2" indent="0">
                  <a:buNone/>
                </a:pPr>
                <a:r>
                  <a:rPr lang="en-GB" sz="2400" b="1" dirty="0"/>
                  <a:t>2. Likelihood ratio test (LR-test)</a:t>
                </a:r>
              </a:p>
              <a:p>
                <a:pPr marL="1306800" lvl="2" indent="0">
                  <a:buNone/>
                </a:pPr>
                <a:r>
                  <a:rPr lang="en-GB" sz="2400" b="1" dirty="0"/>
                  <a:t>3. Pseudo-R²</a:t>
                </a:r>
              </a:p>
              <a:p>
                <a:pPr marL="1306800" lvl="2" indent="0">
                  <a:buNone/>
                </a:pPr>
                <a:endParaRPr lang="nl-BE" b="1" dirty="0"/>
              </a:p>
              <a:p>
                <a:pPr lvl="1"/>
                <a:endParaRPr lang="nl-BE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11522-9118-40C3-A09B-F25B95FAB7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" t="-5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A1A4FFD-1273-ABFA-92B0-7A451B218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762118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dirty="0"/>
              <a:t>Spearman rangcorrelatietoets in SPSS: </a:t>
            </a:r>
            <a:br>
              <a:rPr lang="nl-BE" b="1" dirty="0"/>
            </a:br>
            <a:r>
              <a:rPr lang="nl-BE" i="1" dirty="0" err="1">
                <a:sym typeface="Wingdings" panose="05000000000000000000" pitchFamily="2" charset="2"/>
              </a:rPr>
              <a:t>Analyze</a:t>
            </a:r>
            <a:r>
              <a:rPr lang="nl-BE" i="1" dirty="0"/>
              <a:t> ›› </a:t>
            </a:r>
            <a:r>
              <a:rPr lang="nl-BE" i="1" dirty="0" err="1"/>
              <a:t>Regression</a:t>
            </a:r>
            <a:r>
              <a:rPr lang="nl-BE" i="1" dirty="0"/>
              <a:t> ›› </a:t>
            </a:r>
            <a:r>
              <a:rPr lang="nl-BE" i="1" dirty="0" err="1"/>
              <a:t>Binary</a:t>
            </a:r>
            <a:r>
              <a:rPr lang="nl-BE" i="1" dirty="0"/>
              <a:t> </a:t>
            </a:r>
            <a:r>
              <a:rPr lang="nl-BE" i="1" dirty="0" err="1"/>
              <a:t>Logistic</a:t>
            </a:r>
            <a:r>
              <a:rPr lang="nl-BE" i="1" dirty="0"/>
              <a:t>…</a:t>
            </a:r>
          </a:p>
        </p:txBody>
      </p:sp>
      <p:sp>
        <p:nvSpPr>
          <p:cNvPr id="31" name="Tijdelijke aanduiding voor dianummer 3">
            <a:extLst>
              <a:ext uri="{FF2B5EF4-FFF2-40B4-BE49-F238E27FC236}">
                <a16:creationId xmlns:a16="http://schemas.microsoft.com/office/drawing/2014/main" id="{A3471519-90BA-4B30-B687-61F2BBF3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B4BD3689-7A1B-A951-EEDB-F4EB5654F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466" y="2925739"/>
            <a:ext cx="9877742" cy="655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54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FE504-D180-DB1D-EF96-BAF1F8EE0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A586055-C9C0-02DB-7B4D-DE86D08B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4E7DED6-D3A8-C8BB-BB5E-296310F6C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dirty="0"/>
              <a:t>Spearman rangcorrelatietoets in SPSS: </a:t>
            </a:r>
            <a:br>
              <a:rPr lang="nl-BE" b="1" dirty="0"/>
            </a:br>
            <a:r>
              <a:rPr lang="nl-BE" i="1" dirty="0" err="1">
                <a:sym typeface="Wingdings" panose="05000000000000000000" pitchFamily="2" charset="2"/>
              </a:rPr>
              <a:t>Analyze</a:t>
            </a:r>
            <a:r>
              <a:rPr lang="nl-BE" i="1" dirty="0"/>
              <a:t> ›› </a:t>
            </a:r>
            <a:r>
              <a:rPr lang="nl-BE" i="1" dirty="0" err="1"/>
              <a:t>Regression</a:t>
            </a:r>
            <a:r>
              <a:rPr lang="nl-BE" i="1" dirty="0"/>
              <a:t> ›› </a:t>
            </a:r>
            <a:r>
              <a:rPr lang="nl-BE" i="1" dirty="0" err="1"/>
              <a:t>Binary</a:t>
            </a:r>
            <a:r>
              <a:rPr lang="nl-BE" i="1" dirty="0"/>
              <a:t> </a:t>
            </a:r>
            <a:r>
              <a:rPr lang="nl-BE" i="1" dirty="0" err="1"/>
              <a:t>Logistic</a:t>
            </a:r>
            <a:r>
              <a:rPr lang="nl-BE" i="1" dirty="0"/>
              <a:t>…</a:t>
            </a:r>
          </a:p>
        </p:txBody>
      </p:sp>
      <p:sp>
        <p:nvSpPr>
          <p:cNvPr id="31" name="Tijdelijke aanduiding voor dianummer 3">
            <a:extLst>
              <a:ext uri="{FF2B5EF4-FFF2-40B4-BE49-F238E27FC236}">
                <a16:creationId xmlns:a16="http://schemas.microsoft.com/office/drawing/2014/main" id="{74806168-5E6D-4DAF-836C-FF25B134C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42E170B-12AE-0558-A622-EFA15356B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694" y="3398627"/>
            <a:ext cx="7426643" cy="5820527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EFE44F77-8170-CB53-CE79-22950E525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707" y="3394670"/>
            <a:ext cx="7483285" cy="5828439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FE829B8A-855B-0393-C076-8F116B858B84}"/>
              </a:ext>
            </a:extLst>
          </p:cNvPr>
          <p:cNvSpPr/>
          <p:nvPr/>
        </p:nvSpPr>
        <p:spPr>
          <a:xfrm>
            <a:off x="7358063" y="4876800"/>
            <a:ext cx="1185862" cy="2952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194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8073685"/>
          </a:xfrm>
        </p:spPr>
        <p:txBody>
          <a:bodyPr>
            <a:normAutofit/>
          </a:bodyPr>
          <a:lstStyle/>
          <a:p>
            <a:r>
              <a:rPr lang="nl-BE" b="1" i="1" dirty="0">
                <a:solidFill>
                  <a:srgbClr val="002060"/>
                </a:solidFill>
              </a:rPr>
              <a:t>Syntax </a:t>
            </a:r>
            <a:r>
              <a:rPr lang="nl-BE" b="1" dirty="0">
                <a:solidFill>
                  <a:srgbClr val="002060"/>
                </a:solidFill>
              </a:rPr>
              <a:t>en output</a:t>
            </a:r>
            <a:r>
              <a:rPr lang="nl-BE" b="1" dirty="0"/>
              <a:t>:</a:t>
            </a:r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pPr marL="86400" indent="0">
              <a:buNone/>
            </a:pPr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pPr lvl="0"/>
            <a:r>
              <a:rPr lang="nl-BE" b="1" dirty="0"/>
              <a:t>687 cases (86,1%)</a:t>
            </a:r>
            <a:r>
              <a:rPr lang="nl-BE" dirty="0"/>
              <a:t> daadwerkelijk meegenomen in de analyse</a:t>
            </a:r>
            <a:endParaRPr lang="en-GB" dirty="0"/>
          </a:p>
          <a:p>
            <a:pPr lvl="0"/>
            <a:r>
              <a:rPr lang="nl-BE" b="1" dirty="0"/>
              <a:t>111 cases (13,9%)</a:t>
            </a:r>
            <a:r>
              <a:rPr lang="nl-BE" dirty="0"/>
              <a:t> niet meegenomen vanwege missende waarden op de gebruikte variabelen</a:t>
            </a:r>
            <a:endParaRPr lang="en-GB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17</a:t>
            </a:fld>
            <a:endParaRPr lang="en-GB" noProof="0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C06EF8CC-AD48-BDF6-9089-E81D37859B37}"/>
              </a:ext>
            </a:extLst>
          </p:cNvPr>
          <p:cNvSpPr txBox="1"/>
          <p:nvPr/>
        </p:nvSpPr>
        <p:spPr>
          <a:xfrm>
            <a:off x="714376" y="2308361"/>
            <a:ext cx="7072312" cy="2050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002060"/>
                </a:solidFill>
              </a:rPr>
              <a:t>LOGISTIC REGRESSION </a:t>
            </a:r>
            <a:r>
              <a:rPr lang="en-GB" sz="2000" dirty="0">
                <a:solidFill>
                  <a:srgbClr val="C00000"/>
                </a:solidFill>
              </a:rPr>
              <a:t>VARIABLES</a:t>
            </a:r>
            <a:r>
              <a:rPr lang="en-GB" sz="2000" dirty="0"/>
              <a:t> W3_M_meerkind</a:t>
            </a:r>
          </a:p>
          <a:p>
            <a:r>
              <a:rPr lang="en-GB" sz="2000" dirty="0"/>
              <a:t>  </a:t>
            </a:r>
            <a:r>
              <a:rPr lang="en-GB" sz="2000" dirty="0">
                <a:solidFill>
                  <a:srgbClr val="00B050"/>
                </a:solidFill>
              </a:rPr>
              <a:t>/METHOD</a:t>
            </a:r>
            <a:r>
              <a:rPr lang="en-GB" sz="2000" dirty="0"/>
              <a:t>=</a:t>
            </a:r>
            <a:r>
              <a:rPr lang="en-GB" sz="2000" dirty="0">
                <a:solidFill>
                  <a:srgbClr val="C00000"/>
                </a:solidFill>
              </a:rPr>
              <a:t>ENTER</a:t>
            </a:r>
            <a:r>
              <a:rPr lang="en-GB" sz="2000" dirty="0"/>
              <a:t> W3_M_W_SATISF </a:t>
            </a:r>
          </a:p>
          <a:p>
            <a:r>
              <a:rPr lang="en-GB" sz="2000" dirty="0">
                <a:solidFill>
                  <a:srgbClr val="00B050"/>
                </a:solidFill>
              </a:rPr>
              <a:t>  /CLASSPLOT</a:t>
            </a:r>
          </a:p>
          <a:p>
            <a:r>
              <a:rPr lang="en-GB" sz="2000" dirty="0">
                <a:solidFill>
                  <a:srgbClr val="00B050"/>
                </a:solidFill>
              </a:rPr>
              <a:t>  /PRINT</a:t>
            </a:r>
            <a:r>
              <a:rPr lang="en-GB" sz="2000" dirty="0"/>
              <a:t>=</a:t>
            </a:r>
            <a:r>
              <a:rPr lang="en-GB" sz="2000" dirty="0">
                <a:solidFill>
                  <a:srgbClr val="C00000"/>
                </a:solidFill>
              </a:rPr>
              <a:t>GOODFIT ITER</a:t>
            </a:r>
            <a:r>
              <a:rPr lang="en-GB" sz="2000" dirty="0"/>
              <a:t>(1) CI(95)</a:t>
            </a:r>
          </a:p>
          <a:p>
            <a:r>
              <a:rPr lang="en-GB" sz="2000" dirty="0">
                <a:solidFill>
                  <a:srgbClr val="00B050"/>
                </a:solidFill>
              </a:rPr>
              <a:t>  /CRITERIA</a:t>
            </a:r>
            <a:r>
              <a:rPr lang="en-GB" sz="2000" dirty="0"/>
              <a:t>=</a:t>
            </a:r>
            <a:r>
              <a:rPr lang="en-GB" sz="2000" dirty="0">
                <a:solidFill>
                  <a:srgbClr val="C00000"/>
                </a:solidFill>
              </a:rPr>
              <a:t>PIN</a:t>
            </a:r>
            <a:r>
              <a:rPr lang="en-GB" sz="2000" dirty="0"/>
              <a:t>(0.05) </a:t>
            </a:r>
            <a:r>
              <a:rPr lang="en-GB" sz="2000" dirty="0">
                <a:solidFill>
                  <a:srgbClr val="C00000"/>
                </a:solidFill>
              </a:rPr>
              <a:t>POUT</a:t>
            </a:r>
            <a:r>
              <a:rPr lang="en-GB" sz="2000" dirty="0"/>
              <a:t>(0.10) </a:t>
            </a:r>
            <a:r>
              <a:rPr lang="en-GB" sz="2000" dirty="0">
                <a:solidFill>
                  <a:srgbClr val="C00000"/>
                </a:solidFill>
              </a:rPr>
              <a:t>ITERATE</a:t>
            </a:r>
            <a:r>
              <a:rPr lang="en-GB" sz="2000" dirty="0"/>
              <a:t>(20) </a:t>
            </a:r>
            <a:r>
              <a:rPr lang="en-GB" sz="2000" dirty="0">
                <a:solidFill>
                  <a:srgbClr val="C00000"/>
                </a:solidFill>
              </a:rPr>
              <a:t>CUT</a:t>
            </a:r>
            <a:r>
              <a:rPr lang="en-GB" sz="2000" dirty="0"/>
              <a:t>(0.5).</a:t>
            </a:r>
          </a:p>
          <a:p>
            <a:pPr>
              <a:lnSpc>
                <a:spcPct val="120000"/>
              </a:lnSpc>
            </a:pPr>
            <a:endParaRPr lang="en-GB" sz="250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56CF80B0-6437-5410-8D86-81E49E308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995" y="1816272"/>
            <a:ext cx="8299912" cy="430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80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20E52-19D2-BB4B-86DC-CEAA8D132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8F462E9B-C9C7-2312-BC5E-F217E4ABB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5DC42356-DD1B-E687-2E27-85C6CDA3F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8073685"/>
          </a:xfrm>
        </p:spPr>
        <p:txBody>
          <a:bodyPr>
            <a:normAutofit/>
          </a:bodyPr>
          <a:lstStyle/>
          <a:p>
            <a:r>
              <a:rPr lang="nl-BE" b="1" i="1" dirty="0">
                <a:solidFill>
                  <a:srgbClr val="002060"/>
                </a:solidFill>
              </a:rPr>
              <a:t>Syntax </a:t>
            </a:r>
            <a:r>
              <a:rPr lang="nl-BE" b="1" dirty="0">
                <a:solidFill>
                  <a:srgbClr val="002060"/>
                </a:solidFill>
              </a:rPr>
              <a:t>en output: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Blok 0</a:t>
            </a:r>
          </a:p>
          <a:p>
            <a:pPr lvl="1"/>
            <a:r>
              <a:rPr lang="nl-BE" sz="3200" b="1" dirty="0">
                <a:solidFill>
                  <a:srgbClr val="002060"/>
                </a:solidFill>
              </a:rPr>
              <a:t>Accuraatheid: </a:t>
            </a:r>
            <a:r>
              <a:rPr lang="nl-BE" b="1" dirty="0"/>
              <a:t>62,3%</a:t>
            </a:r>
            <a:endParaRPr lang="nl-BE" sz="3200" b="1" dirty="0"/>
          </a:p>
          <a:p>
            <a:endParaRPr lang="nl-BE" b="1" dirty="0"/>
          </a:p>
          <a:p>
            <a:pPr marL="86400" indent="0">
              <a:buNone/>
            </a:pPr>
            <a:endParaRPr lang="nl-BE" b="1" dirty="0"/>
          </a:p>
          <a:p>
            <a:pPr marL="86400" indent="0">
              <a:buNone/>
            </a:pPr>
            <a:endParaRPr lang="nl-BE" b="1" dirty="0"/>
          </a:p>
          <a:p>
            <a:r>
              <a:rPr lang="en-GB" b="1" dirty="0"/>
              <a:t>Observed (</a:t>
            </a:r>
            <a:r>
              <a:rPr lang="en-GB" b="1" dirty="0" err="1"/>
              <a:t>rijen</a:t>
            </a:r>
            <a:r>
              <a:rPr lang="en-GB" b="1" dirty="0"/>
              <a:t>)</a:t>
            </a:r>
          </a:p>
          <a:p>
            <a:pPr lvl="1"/>
            <a:r>
              <a:rPr lang="en-GB" b="1" dirty="0"/>
              <a:t>259 </a:t>
            </a:r>
            <a:r>
              <a:rPr lang="en-GB" b="1" dirty="0" err="1"/>
              <a:t>moeders</a:t>
            </a:r>
            <a:r>
              <a:rPr lang="en-GB" dirty="0"/>
              <a:t> </a:t>
            </a:r>
            <a:r>
              <a:rPr lang="en-GB" dirty="0" err="1"/>
              <a:t>hebben</a:t>
            </a:r>
            <a:r>
              <a:rPr lang="en-GB" dirty="0"/>
              <a:t> </a:t>
            </a:r>
            <a:r>
              <a:rPr lang="en-GB" b="1" dirty="0" err="1"/>
              <a:t>één</a:t>
            </a:r>
            <a:r>
              <a:rPr lang="en-GB" b="1" dirty="0"/>
              <a:t> kind (0)</a:t>
            </a:r>
            <a:endParaRPr lang="en-GB" dirty="0"/>
          </a:p>
          <a:p>
            <a:pPr lvl="1"/>
            <a:r>
              <a:rPr lang="nl-BE" b="1" dirty="0"/>
              <a:t>428 moeders</a:t>
            </a:r>
            <a:r>
              <a:rPr lang="nl-BE" dirty="0"/>
              <a:t> hebben </a:t>
            </a:r>
            <a:r>
              <a:rPr lang="nl-BE" b="1" dirty="0"/>
              <a:t>meer dan één kind (1)</a:t>
            </a:r>
            <a:endParaRPr lang="nl-BE" dirty="0"/>
          </a:p>
          <a:p>
            <a:pPr marL="720000" lvl="1" indent="0">
              <a:buNone/>
            </a:pPr>
            <a:endParaRPr lang="nl-BE" dirty="0"/>
          </a:p>
          <a:p>
            <a:r>
              <a:rPr lang="nl-BE" b="1" dirty="0" err="1"/>
              <a:t>Predicted</a:t>
            </a:r>
            <a:r>
              <a:rPr lang="nl-BE" b="1" dirty="0"/>
              <a:t> (kolommen)</a:t>
            </a:r>
            <a:endParaRPr lang="en-GB" dirty="0"/>
          </a:p>
          <a:p>
            <a:pPr lvl="1"/>
            <a:r>
              <a:rPr lang="nl-BE" dirty="0"/>
              <a:t>Voor de 428 moeders met </a:t>
            </a:r>
            <a:r>
              <a:rPr lang="nl-BE" b="1" dirty="0"/>
              <a:t>meer dan één kind</a:t>
            </a:r>
            <a:r>
              <a:rPr lang="nl-BE" dirty="0"/>
              <a:t> is dit een correcte voorspelling</a:t>
            </a:r>
            <a:endParaRPr lang="en-GB" dirty="0"/>
          </a:p>
          <a:p>
            <a:pPr lvl="1"/>
            <a:r>
              <a:rPr lang="nl-BE" dirty="0"/>
              <a:t>Voor de 259 moeders met </a:t>
            </a:r>
            <a:r>
              <a:rPr lang="nl-BE" b="1" dirty="0"/>
              <a:t>één kind</a:t>
            </a:r>
            <a:r>
              <a:rPr lang="nl-BE" dirty="0"/>
              <a:t> is dit een foute voorspelling</a:t>
            </a:r>
            <a:endParaRPr lang="en-GB" dirty="0"/>
          </a:p>
          <a:p>
            <a:pPr lvl="1"/>
            <a:endParaRPr lang="en-GB" dirty="0"/>
          </a:p>
          <a:p>
            <a:pPr marL="86400" indent="0">
              <a:buNone/>
            </a:pPr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7DDA949B-7FFC-FC00-3DBC-3A751700B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18</a:t>
            </a:fld>
            <a:endParaRPr lang="en-GB" noProof="0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F3FED2F0-1CA6-9CCD-9CAE-B463C4D67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1687684"/>
            <a:ext cx="10210756" cy="372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03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2A67F-C89B-0AF1-F6AF-B43C9D99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2AB86B0-2ED0-2542-E683-3AA86DB04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551496C-31BF-A65D-D4D1-3591109BB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8073685"/>
          </a:xfrm>
        </p:spPr>
        <p:txBody>
          <a:bodyPr>
            <a:normAutofit/>
          </a:bodyPr>
          <a:lstStyle/>
          <a:p>
            <a:r>
              <a:rPr lang="nl-BE" b="1" i="1" dirty="0">
                <a:solidFill>
                  <a:srgbClr val="002060"/>
                </a:solidFill>
              </a:rPr>
              <a:t>Syntax </a:t>
            </a:r>
            <a:r>
              <a:rPr lang="nl-BE" b="1" dirty="0">
                <a:solidFill>
                  <a:srgbClr val="002060"/>
                </a:solidFill>
              </a:rPr>
              <a:t>en output: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Blok 1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720000" lvl="1" indent="0">
              <a:buNone/>
            </a:pPr>
            <a:endParaRPr lang="en-GB" dirty="0"/>
          </a:p>
          <a:p>
            <a:pPr lvl="1"/>
            <a:r>
              <a:rPr lang="en-GB" dirty="0"/>
              <a:t>P-</a:t>
            </a:r>
            <a:r>
              <a:rPr lang="en-GB" dirty="0" err="1"/>
              <a:t>waarde</a:t>
            </a:r>
            <a:r>
              <a:rPr lang="en-GB" dirty="0"/>
              <a:t> (.482) is </a:t>
            </a:r>
            <a:r>
              <a:rPr lang="en-GB" dirty="0" err="1"/>
              <a:t>groter</a:t>
            </a:r>
            <a:r>
              <a:rPr lang="en-GB" dirty="0"/>
              <a:t> dan 0.5 -&gt; </a:t>
            </a:r>
            <a:r>
              <a:rPr lang="nl-BE" i="1" dirty="0"/>
              <a:t>werksatisfactie moeder</a:t>
            </a:r>
            <a:r>
              <a:rPr lang="nl-BE" dirty="0"/>
              <a:t> voorspelt </a:t>
            </a:r>
            <a:r>
              <a:rPr lang="nl-BE" b="1" dirty="0"/>
              <a:t>niet significant beter</a:t>
            </a:r>
            <a:r>
              <a:rPr lang="nl-BE" dirty="0"/>
              <a:t> het lege model</a:t>
            </a:r>
          </a:p>
          <a:p>
            <a:pPr lvl="1"/>
            <a:r>
              <a:rPr lang="nl-BE" dirty="0"/>
              <a:t>0.001 ligt heel dicht bij 0 -&gt; </a:t>
            </a:r>
            <a:r>
              <a:rPr lang="nl-BE" i="1" dirty="0"/>
              <a:t>werksatisfactie van de moeder</a:t>
            </a:r>
            <a:r>
              <a:rPr lang="nl-BE" dirty="0"/>
              <a:t> als voorspeller verklaart </a:t>
            </a:r>
            <a:r>
              <a:rPr lang="nl-BE" b="1" dirty="0"/>
              <a:t>nauwelijks extra </a:t>
            </a:r>
            <a:r>
              <a:rPr lang="nl-BE" dirty="0"/>
              <a:t>waarom moeders één of meer kinderen hebben</a:t>
            </a:r>
            <a:endParaRPr lang="en-GB" dirty="0"/>
          </a:p>
          <a:p>
            <a:pPr lvl="1"/>
            <a:endParaRPr lang="en-GB" dirty="0"/>
          </a:p>
          <a:p>
            <a:pPr marL="86400" indent="0">
              <a:buNone/>
            </a:pPr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C2ECC98E-8C70-6BFF-2E6B-1C3E29553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19</a:t>
            </a:fld>
            <a:endParaRPr lang="en-GB" noProof="0" dirty="0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F6FC24BA-2CE4-8025-780E-668B14792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09" y="3325984"/>
            <a:ext cx="7686580" cy="2784303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5D35B7E6-E9AB-D130-A15E-7E286C0D0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7592" y="2029083"/>
            <a:ext cx="7214014" cy="259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415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F3F6A-9D8D-1DD9-3212-5537FE17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27F75D5-EB65-D696-C60F-A4BFADAFD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7382040-3EC2-F683-A502-D23B702B5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8073685"/>
          </a:xfrm>
        </p:spPr>
        <p:txBody>
          <a:bodyPr>
            <a:normAutofit/>
          </a:bodyPr>
          <a:lstStyle/>
          <a:p>
            <a:r>
              <a:rPr lang="nl-BE" b="1" i="1" dirty="0">
                <a:solidFill>
                  <a:srgbClr val="002060"/>
                </a:solidFill>
              </a:rPr>
              <a:t>Syntax </a:t>
            </a:r>
            <a:r>
              <a:rPr lang="nl-BE" b="1" dirty="0">
                <a:solidFill>
                  <a:srgbClr val="002060"/>
                </a:solidFill>
              </a:rPr>
              <a:t>en output:</a:t>
            </a:r>
          </a:p>
          <a:p>
            <a:pPr marL="72000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720000" lvl="1" indent="0">
              <a:buNone/>
            </a:pPr>
            <a:endParaRPr lang="en-GB" dirty="0"/>
          </a:p>
          <a:p>
            <a:pPr lvl="1"/>
            <a:r>
              <a:rPr lang="nl-BE" dirty="0"/>
              <a:t>P-waarde groter dan .05 betekent dat het model niet significant verschilt met de geobserveerde data </a:t>
            </a:r>
          </a:p>
          <a:p>
            <a:pPr lvl="1"/>
            <a:r>
              <a:rPr lang="nl-BE" dirty="0"/>
              <a:t>Hier is de p-waarde (.449) groter dan .05 -&gt; model past goed bij de data</a:t>
            </a:r>
            <a:endParaRPr lang="en-GB" dirty="0"/>
          </a:p>
          <a:p>
            <a:pPr lvl="1"/>
            <a:endParaRPr lang="en-GB" dirty="0"/>
          </a:p>
          <a:p>
            <a:pPr marL="86400" indent="0">
              <a:buNone/>
            </a:pPr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FB812B6B-92F4-D529-CC20-4BB8E13A5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20</a:t>
            </a:fld>
            <a:endParaRPr lang="en-GB" noProof="0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5A24A903-E38A-6196-7CA4-B45C0D687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246" y="2643187"/>
            <a:ext cx="7948182" cy="223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43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2585-E350-38D5-0BA8-3407ED978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A28E9F6-2505-06B5-3BEE-FBBACE93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E6331B5-487F-6308-22B2-B63C23DDE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8073685"/>
          </a:xfrm>
        </p:spPr>
        <p:txBody>
          <a:bodyPr>
            <a:normAutofit/>
          </a:bodyPr>
          <a:lstStyle/>
          <a:p>
            <a:r>
              <a:rPr lang="nl-BE" b="1" i="1" dirty="0">
                <a:solidFill>
                  <a:srgbClr val="002060"/>
                </a:solidFill>
              </a:rPr>
              <a:t>Syntax </a:t>
            </a:r>
            <a:r>
              <a:rPr lang="nl-BE" b="1" dirty="0">
                <a:solidFill>
                  <a:srgbClr val="002060"/>
                </a:solidFill>
              </a:rPr>
              <a:t>en output:</a:t>
            </a:r>
          </a:p>
          <a:p>
            <a:pPr marL="72000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720000" lvl="1" indent="0">
              <a:buNone/>
            </a:pPr>
            <a:endParaRPr lang="en-GB" dirty="0"/>
          </a:p>
          <a:p>
            <a:pPr lvl="1"/>
            <a:endParaRPr lang="nl-BE" dirty="0"/>
          </a:p>
          <a:p>
            <a:pPr lvl="1"/>
            <a:r>
              <a:rPr lang="nl-BE" dirty="0"/>
              <a:t>Geen significant verband tussen </a:t>
            </a:r>
            <a:r>
              <a:rPr lang="nl-BE" dirty="0" err="1"/>
              <a:t>werksatificatie</a:t>
            </a:r>
            <a:r>
              <a:rPr lang="nl-BE" dirty="0"/>
              <a:t> moeder en kans op meer dan één kind</a:t>
            </a:r>
          </a:p>
          <a:p>
            <a:pPr lvl="2"/>
            <a:r>
              <a:rPr lang="nl-BE" dirty="0" err="1"/>
              <a:t>Wald</a:t>
            </a:r>
            <a:r>
              <a:rPr lang="nl-BE" dirty="0"/>
              <a:t>-statistiek is .496 met p-waarde van .481, wat groter is dan .05</a:t>
            </a:r>
          </a:p>
          <a:p>
            <a:pPr lvl="2"/>
            <a:r>
              <a:rPr lang="en-GB" dirty="0"/>
              <a:t>De odds-ratio is 1.041 -&gt; </a:t>
            </a:r>
            <a:r>
              <a:rPr lang="en-GB" dirty="0" err="1"/>
              <a:t>hoge</a:t>
            </a:r>
            <a:r>
              <a:rPr lang="en-GB" dirty="0"/>
              <a:t> </a:t>
            </a:r>
            <a:r>
              <a:rPr lang="en-GB" dirty="0" err="1"/>
              <a:t>werksatificatie</a:t>
            </a:r>
            <a:r>
              <a:rPr lang="en-GB" dirty="0"/>
              <a:t> </a:t>
            </a:r>
            <a:r>
              <a:rPr lang="en-GB" dirty="0" err="1"/>
              <a:t>hangt</a:t>
            </a:r>
            <a:r>
              <a:rPr lang="en-GB" dirty="0"/>
              <a:t> </a:t>
            </a:r>
            <a:r>
              <a:rPr lang="en-GB" dirty="0" err="1"/>
              <a:t>licht</a:t>
            </a:r>
            <a:r>
              <a:rPr lang="en-GB" dirty="0"/>
              <a:t> </a:t>
            </a:r>
            <a:r>
              <a:rPr lang="en-GB" dirty="0" err="1"/>
              <a:t>samen</a:t>
            </a:r>
            <a:r>
              <a:rPr lang="en-GB" dirty="0"/>
              <a:t> met </a:t>
            </a:r>
            <a:r>
              <a:rPr lang="en-GB" dirty="0" err="1"/>
              <a:t>hoge</a:t>
            </a:r>
            <a:r>
              <a:rPr lang="en-GB" dirty="0"/>
              <a:t> </a:t>
            </a:r>
            <a:r>
              <a:rPr lang="en-GB" dirty="0" err="1"/>
              <a:t>kans</a:t>
            </a:r>
            <a:r>
              <a:rPr lang="en-GB" dirty="0"/>
              <a:t> op </a:t>
            </a:r>
            <a:r>
              <a:rPr lang="en-GB" dirty="0" err="1"/>
              <a:t>meer</a:t>
            </a:r>
            <a:r>
              <a:rPr lang="en-GB" dirty="0"/>
              <a:t> dan </a:t>
            </a:r>
            <a:r>
              <a:rPr lang="en-GB" dirty="0" err="1"/>
              <a:t>één</a:t>
            </a:r>
            <a:r>
              <a:rPr lang="en-GB" dirty="0"/>
              <a:t> kind, maar </a:t>
            </a:r>
            <a:r>
              <a:rPr lang="en-GB" dirty="0" err="1"/>
              <a:t>dit</a:t>
            </a:r>
            <a:r>
              <a:rPr lang="en-GB" dirty="0"/>
              <a:t> effect is </a:t>
            </a:r>
            <a:r>
              <a:rPr lang="en-GB" dirty="0" err="1"/>
              <a:t>niet</a:t>
            </a:r>
            <a:r>
              <a:rPr lang="en-GB" dirty="0"/>
              <a:t> significant</a:t>
            </a:r>
          </a:p>
          <a:p>
            <a:pPr lvl="2"/>
            <a:r>
              <a:rPr lang="en-GB" dirty="0"/>
              <a:t>Het </a:t>
            </a:r>
            <a:r>
              <a:rPr lang="en-GB" dirty="0" err="1"/>
              <a:t>betrouwbaarheidsinterval</a:t>
            </a:r>
            <a:r>
              <a:rPr lang="en-GB" dirty="0"/>
              <a:t> </a:t>
            </a:r>
            <a:r>
              <a:rPr lang="en-GB" dirty="0" err="1"/>
              <a:t>bevat</a:t>
            </a:r>
            <a:r>
              <a:rPr lang="en-GB" dirty="0"/>
              <a:t> de </a:t>
            </a:r>
            <a:r>
              <a:rPr lang="en-GB" dirty="0" err="1"/>
              <a:t>waarde</a:t>
            </a:r>
            <a:r>
              <a:rPr lang="en-GB" dirty="0"/>
              <a:t> 1 -&gt; </a:t>
            </a:r>
            <a:r>
              <a:rPr lang="en-GB" dirty="0" err="1"/>
              <a:t>geen</a:t>
            </a:r>
            <a:r>
              <a:rPr lang="en-GB" dirty="0"/>
              <a:t> </a:t>
            </a:r>
            <a:r>
              <a:rPr lang="en-GB" dirty="0" err="1"/>
              <a:t>betrouwbaar</a:t>
            </a:r>
            <a:r>
              <a:rPr lang="en-GB" dirty="0"/>
              <a:t> effect</a:t>
            </a:r>
          </a:p>
          <a:p>
            <a:pPr marL="86400" indent="0">
              <a:buNone/>
            </a:pPr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2DC97A02-B127-AA97-50F4-4B7B818B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21</a:t>
            </a:fld>
            <a:endParaRPr lang="en-GB" noProof="0" dirty="0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8D41314B-C5A5-0DB3-7604-34FA41943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505" y="2553657"/>
            <a:ext cx="12271767" cy="355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08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259453" cy="6864264"/>
          </a:xfrm>
        </p:spPr>
        <p:txBody>
          <a:bodyPr>
            <a:normAutofit/>
          </a:bodyPr>
          <a:lstStyle/>
          <a:p>
            <a:r>
              <a:rPr lang="nl-BE" b="1" dirty="0"/>
              <a:t>Stap 6: </a:t>
            </a:r>
            <a:r>
              <a:rPr lang="nl-BE" dirty="0"/>
              <a:t>Conclusie en rapportering</a:t>
            </a:r>
            <a:endParaRPr lang="nl-NL" sz="2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lang="nl-NL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/>
            <a:r>
              <a:rPr lang="nl-BE" dirty="0"/>
              <a:t>“</a:t>
            </a:r>
            <a:r>
              <a:rPr lang="nl-BE" b="1" dirty="0"/>
              <a:t>Het toevoegen van de onafhankelijke variabele (</a:t>
            </a:r>
            <a:r>
              <a:rPr lang="nl-BE" b="1" i="1" dirty="0"/>
              <a:t>werksatisfactie moeder</a:t>
            </a:r>
            <a:r>
              <a:rPr lang="nl-BE" b="1" dirty="0"/>
              <a:t>) verhoogt de voorspellende kracht van het model niet. Er worden niet méér respondenten correct geclassificeerd dan bij het lege model.”</a:t>
            </a:r>
            <a:endParaRPr lang="nl-NL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srgbClr val="1E64C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707" b="0" i="0" u="none" strike="noStrike" kern="1200" cap="none" spc="0" normalizeH="0" baseline="0" noProof="0" dirty="0">
              <a:ln>
                <a:noFill/>
              </a:ln>
              <a:solidFill>
                <a:srgbClr val="1E64C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sz="3200" dirty="0"/>
              <a:t>Opgave 1: Verband </a:t>
            </a:r>
            <a:r>
              <a:rPr lang="nl-BE" sz="3200" dirty="0" err="1"/>
              <a:t>Werksatificatie</a:t>
            </a:r>
            <a:r>
              <a:rPr lang="nl-BE" sz="3200" dirty="0"/>
              <a:t> moeder x meer dan één kind</a:t>
            </a:r>
          </a:p>
        </p:txBody>
      </p:sp>
    </p:spTree>
    <p:extLst>
      <p:ext uri="{BB962C8B-B14F-4D97-AF65-F5344CB8AC3E}">
        <p14:creationId xmlns:p14="http://schemas.microsoft.com/office/powerpoint/2010/main" val="231776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3209E-4593-5D2A-6E54-168C2AABB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1CBD-DCA0-4B1B-2602-224CDE40F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Opgave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ED5CE-155B-9683-7F19-F76F9C5BAF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7</a:t>
            </a:r>
          </a:p>
        </p:txBody>
      </p:sp>
    </p:spTree>
    <p:extLst>
      <p:ext uri="{BB962C8B-B14F-4D97-AF65-F5344CB8AC3E}">
        <p14:creationId xmlns:p14="http://schemas.microsoft.com/office/powerpoint/2010/main" val="2763055840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_UGent_EN_P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versiteit G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rgbClr val="1E64C8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1E64C8"/>
          </a:solidFill>
          <a:headEnd type="triangle" w="lg" len="lg"/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2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-UK-LW_1_0_13.potx" id="{3201E771-F791-46B7-8648-80514AB81F54}" vid="{1858D3B1-E83B-4AD4-AB74-FC64152F8D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43D96E506A014DBE714040E5AF9AEC" ma:contentTypeVersion="14" ma:contentTypeDescription="Een nieuw document maken." ma:contentTypeScope="" ma:versionID="4db89dd7ed044dc385e9181649206e88">
  <xsd:schema xmlns:xsd="http://www.w3.org/2001/XMLSchema" xmlns:xs="http://www.w3.org/2001/XMLSchema" xmlns:p="http://schemas.microsoft.com/office/2006/metadata/properties" xmlns:ns3="8f55a228-4e6a-4e20-9588-cb37277e13ee" xmlns:ns4="6f55e950-31a6-446f-893a-ec17b70e2fc0" targetNamespace="http://schemas.microsoft.com/office/2006/metadata/properties" ma:root="true" ma:fieldsID="73c8890e8e488906fdb084e1f109c950" ns3:_="" ns4:_="">
    <xsd:import namespace="8f55a228-4e6a-4e20-9588-cb37277e13ee"/>
    <xsd:import namespace="6f55e950-31a6-446f-893a-ec17b70e2fc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5a228-4e6a-4e20-9588-cb37277e13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55e950-31a6-446f-893a-ec17b70e2fc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35687-23C4-4A0C-B05E-C4FB348DC452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  <ds:schemaRef ds:uri="6f55e950-31a6-446f-893a-ec17b70e2fc0"/>
    <ds:schemaRef ds:uri="http://schemas.microsoft.com/office/infopath/2007/PartnerControls"/>
    <ds:schemaRef ds:uri="8f55a228-4e6a-4e20-9588-cb37277e13e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038F6D0-C956-4627-8011-D89B0CC117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55a228-4e6a-4e20-9588-cb37277e13ee"/>
    <ds:schemaRef ds:uri="6f55e950-31a6-446f-893a-ec17b70e2f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AA655A-7503-4B9C-B60F-332B9CF45D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Powerpoint_UGent_EN_PS</Template>
  <TotalTime>17369</TotalTime>
  <Words>1135</Words>
  <Application>Microsoft Office PowerPoint</Application>
  <PresentationFormat>Aangepast</PresentationFormat>
  <Paragraphs>176</Paragraphs>
  <Slides>23</Slides>
  <Notes>11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 Math</vt:lpstr>
      <vt:lpstr>Verdana</vt:lpstr>
      <vt:lpstr>Wingdings</vt:lpstr>
      <vt:lpstr>Powerpoint_UGent_EN_PS</vt:lpstr>
      <vt:lpstr>Spss-werkcollege 7 (21/11)  </vt:lpstr>
      <vt:lpstr>Logistische regressie</vt:lpstr>
      <vt:lpstr>Doel logistische regressie</vt:lpstr>
      <vt:lpstr>Opgave 1</vt:lpstr>
      <vt:lpstr>Opgave 1: Verband werksatificatie moeder x meer dan één kind</vt:lpstr>
      <vt:lpstr>PowerPoint-presentatie</vt:lpstr>
      <vt:lpstr>PowerPoint-presentatie</vt:lpstr>
      <vt:lpstr>PowerPoint-presentatie</vt:lpstr>
      <vt:lpstr>PowerPoint-presentatie</vt:lpstr>
      <vt:lpstr>Opgave 1: Verband werksatificatie moeder x meer dan één kind</vt:lpstr>
      <vt:lpstr>Opgave 1: Verband werksatificatie moeder x meer dan één kind</vt:lpstr>
      <vt:lpstr>Opgave 1: Verband werksatificatie moeder x meer dan één kind</vt:lpstr>
      <vt:lpstr>Opgave 1: Verband werksatificatie moeder x meer dan één kind</vt:lpstr>
      <vt:lpstr>Opgave 1: Verband werksatificatie moeder x meer dan één kind</vt:lpstr>
      <vt:lpstr>Opgave 1: Verband werksatificatie moeder x meer dan één kind</vt:lpstr>
      <vt:lpstr>Opgave 1: Verband werksatificatie moeder x meer dan één kind</vt:lpstr>
      <vt:lpstr>Opgave 1: Verband werksatificatie moeder x meer dan één kind</vt:lpstr>
      <vt:lpstr>Opgave 1: Verband werksatificatie moeder x meer dan één kind</vt:lpstr>
      <vt:lpstr>Opgave 1: Verband werksatificatie moeder x meer dan één kind</vt:lpstr>
      <vt:lpstr>Opgave 1: Verband werksatificatie moeder x meer dan één kind</vt:lpstr>
      <vt:lpstr>Opgave 1: Verband Werksatificatie moeder x meer dan één kind</vt:lpstr>
      <vt:lpstr>Opgave 1: Verband Werksatificatie moeder x meer dan één kind</vt:lpstr>
      <vt:lpstr>Opgave 2</vt:lpstr>
    </vt:vector>
  </TitlesOfParts>
  <Company>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Ponnet</dc:creator>
  <cp:lastModifiedBy>Fauve Duprez</cp:lastModifiedBy>
  <cp:revision>484</cp:revision>
  <cp:lastPrinted>2022-09-25T19:30:31Z</cp:lastPrinted>
  <dcterms:created xsi:type="dcterms:W3CDTF">2016-09-23T07:15:13Z</dcterms:created>
  <dcterms:modified xsi:type="dcterms:W3CDTF">2025-09-30T14:52:52Z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d to">
    <vt:lpwstr>Ghent University</vt:lpwstr>
  </property>
  <property fmtid="{D5CDD505-2E9C-101B-9397-08002B2CF9AE}" pid="3" name="Version">
    <vt:lpwstr>1.0</vt:lpwstr>
  </property>
  <property fmtid="{D5CDD505-2E9C-101B-9397-08002B2CF9AE}" pid="4" name="Date">
    <vt:filetime>2016-09-20T22:00:00Z</vt:filetime>
  </property>
  <property fmtid="{D5CDD505-2E9C-101B-9397-08002B2CF9AE}" pid="5" name="Build">
    <vt:i4>13</vt:i4>
  </property>
  <property fmtid="{D5CDD505-2E9C-101B-9397-08002B2CF9AE}" pid="6" name="Cmt 1">
    <vt:lpwstr>create</vt:lpwstr>
  </property>
  <property fmtid="{D5CDD505-2E9C-101B-9397-08002B2CF9AE}" pid="7" name="Cmt 2">
    <vt:lpwstr>1st draft</vt:lpwstr>
  </property>
  <property fmtid="{D5CDD505-2E9C-101B-9397-08002B2CF9AE}" pid="8" name="Cmt 3">
    <vt:lpwstr>Corporate splitt off</vt:lpwstr>
  </property>
  <property fmtid="{D5CDD505-2E9C-101B-9397-08002B2CF9AE}" pid="9" name="Cmt 4">
    <vt:lpwstr>2nd draft</vt:lpwstr>
  </property>
  <property fmtid="{D5CDD505-2E9C-101B-9397-08002B2CF9AE}" pid="10" name="Cmt 5">
    <vt:lpwstr>set text box and shape defaults</vt:lpwstr>
  </property>
  <property fmtid="{D5CDD505-2E9C-101B-9397-08002B2CF9AE}" pid="11" name="Cmt 6">
    <vt:lpwstr>end slide text acc. to letter</vt:lpwstr>
  </property>
  <property fmtid="{D5CDD505-2E9C-101B-9397-08002B2CF9AE}" pid="12" name="Cmt 7">
    <vt:lpwstr>logo opening slide sharpened</vt:lpwstr>
  </property>
  <property fmtid="{D5CDD505-2E9C-101B-9397-08002B2CF9AE}" pid="13" name="Cmt 8-9">
    <vt:lpwstr>comments 19-9-2016</vt:lpwstr>
  </property>
  <property fmtid="{D5CDD505-2E9C-101B-9397-08002B2CF9AE}" pid="14" name="Cmt 10">
    <vt:lpwstr>social media data redesigned</vt:lpwstr>
  </property>
  <property fmtid="{D5CDD505-2E9C-101B-9397-08002B2CF9AE}" pid="15" name="Cmt 11">
    <vt:lpwstr>Title Slide renamed to TitleSlide</vt:lpwstr>
  </property>
  <property fmtid="{D5CDD505-2E9C-101B-9397-08002B2CF9AE}" pid="16" name="Cmt 12">
    <vt:lpwstr>Title and text size</vt:lpwstr>
  </property>
  <property fmtid="{D5CDD505-2E9C-101B-9397-08002B2CF9AE}" pid="17" name="Cmt 13">
    <vt:lpwstr>socmed pictos &gt; normal view</vt:lpwstr>
  </property>
  <property fmtid="{D5CDD505-2E9C-101B-9397-08002B2CF9AE}" pid="18" name="ContentTypeId">
    <vt:lpwstr>0x0101003A43D96E506A014DBE714040E5AF9AEC</vt:lpwstr>
  </property>
</Properties>
</file>