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679" r:id="rId5"/>
  </p:sldMasterIdLst>
  <p:notesMasterIdLst>
    <p:notesMasterId r:id="rId89"/>
  </p:notesMasterIdLst>
  <p:handoutMasterIdLst>
    <p:handoutMasterId r:id="rId90"/>
  </p:handoutMasterIdLst>
  <p:sldIdLst>
    <p:sldId id="259" r:id="rId6"/>
    <p:sldId id="1696" r:id="rId7"/>
    <p:sldId id="1722" r:id="rId8"/>
    <p:sldId id="1721" r:id="rId9"/>
    <p:sldId id="1766" r:id="rId10"/>
    <p:sldId id="1746" r:id="rId11"/>
    <p:sldId id="1769" r:id="rId12"/>
    <p:sldId id="1824" r:id="rId13"/>
    <p:sldId id="1825" r:id="rId14"/>
    <p:sldId id="1826" r:id="rId15"/>
    <p:sldId id="1401" r:id="rId16"/>
    <p:sldId id="1827" r:id="rId17"/>
    <p:sldId id="1750" r:id="rId18"/>
    <p:sldId id="1749" r:id="rId19"/>
    <p:sldId id="1752" r:id="rId20"/>
    <p:sldId id="1751" r:id="rId21"/>
    <p:sldId id="1683" r:id="rId22"/>
    <p:sldId id="1753" r:id="rId23"/>
    <p:sldId id="1754" r:id="rId24"/>
    <p:sldId id="1755" r:id="rId25"/>
    <p:sldId id="1684" r:id="rId26"/>
    <p:sldId id="1763" r:id="rId27"/>
    <p:sldId id="1828" r:id="rId28"/>
    <p:sldId id="1757" r:id="rId29"/>
    <p:sldId id="1830" r:id="rId30"/>
    <p:sldId id="1829" r:id="rId31"/>
    <p:sldId id="1758" r:id="rId32"/>
    <p:sldId id="1685" r:id="rId33"/>
    <p:sldId id="1759" r:id="rId34"/>
    <p:sldId id="1760" r:id="rId35"/>
    <p:sldId id="1761" r:id="rId36"/>
    <p:sldId id="1831" r:id="rId37"/>
    <p:sldId id="1832" r:id="rId38"/>
    <p:sldId id="1833" r:id="rId39"/>
    <p:sldId id="1689" r:id="rId40"/>
    <p:sldId id="1770" r:id="rId41"/>
    <p:sldId id="1767" r:id="rId42"/>
    <p:sldId id="1719" r:id="rId43"/>
    <p:sldId id="1781" r:id="rId44"/>
    <p:sldId id="1782" r:id="rId45"/>
    <p:sldId id="1783" r:id="rId46"/>
    <p:sldId id="1771" r:id="rId47"/>
    <p:sldId id="1772" r:id="rId48"/>
    <p:sldId id="1707" r:id="rId49"/>
    <p:sldId id="1784" r:id="rId50"/>
    <p:sldId id="1788" r:id="rId51"/>
    <p:sldId id="1786" r:id="rId52"/>
    <p:sldId id="1789" r:id="rId53"/>
    <p:sldId id="1790" r:id="rId54"/>
    <p:sldId id="1709" r:id="rId55"/>
    <p:sldId id="1791" r:id="rId56"/>
    <p:sldId id="1720" r:id="rId57"/>
    <p:sldId id="1713" r:id="rId58"/>
    <p:sldId id="1716" r:id="rId59"/>
    <p:sldId id="1779" r:id="rId60"/>
    <p:sldId id="1794" r:id="rId61"/>
    <p:sldId id="1795" r:id="rId62"/>
    <p:sldId id="1796" r:id="rId63"/>
    <p:sldId id="1797" r:id="rId64"/>
    <p:sldId id="1798" r:id="rId65"/>
    <p:sldId id="1799" r:id="rId66"/>
    <p:sldId id="1815" r:id="rId67"/>
    <p:sldId id="1801" r:id="rId68"/>
    <p:sldId id="1802" r:id="rId69"/>
    <p:sldId id="1804" r:id="rId70"/>
    <p:sldId id="1805" r:id="rId71"/>
    <p:sldId id="1816" r:id="rId72"/>
    <p:sldId id="1807" r:id="rId73"/>
    <p:sldId id="1808" r:id="rId74"/>
    <p:sldId id="1809" r:id="rId75"/>
    <p:sldId id="1810" r:id="rId76"/>
    <p:sldId id="1817" r:id="rId77"/>
    <p:sldId id="1822" r:id="rId78"/>
    <p:sldId id="1814" r:id="rId79"/>
    <p:sldId id="1793" r:id="rId80"/>
    <p:sldId id="1744" r:id="rId81"/>
    <p:sldId id="1773" r:id="rId82"/>
    <p:sldId id="1774" r:id="rId83"/>
    <p:sldId id="1775" r:id="rId84"/>
    <p:sldId id="1776" r:id="rId85"/>
    <p:sldId id="1777" r:id="rId86"/>
    <p:sldId id="1778" r:id="rId87"/>
    <p:sldId id="1614" r:id="rId88"/>
  </p:sldIdLst>
  <p:sldSz cx="17338675" cy="9753600"/>
  <p:notesSz cx="6797675" cy="9926638"/>
  <p:defaultTex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72" userDrawn="1">
          <p15:clr>
            <a:srgbClr val="A4A3A4"/>
          </p15:clr>
        </p15:guide>
        <p15:guide id="2" pos="54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D2ED5F-A5E0-77FD-249A-9FC48669DA58}" name="Fauve Duprez" initials="FD" userId="S::Fauve.Duprez@UGent.be::59fdc1fb-507d-4cdb-a31c-e3fd651e0ac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hijs Hauspie" initials="TH" lastIdx="2" clrIdx="0">
    <p:extLst>
      <p:ext uri="{19B8F6BF-5375-455C-9EA6-DF929625EA0E}">
        <p15:presenceInfo xmlns:p15="http://schemas.microsoft.com/office/powerpoint/2012/main" userId="S-1-5-21-4030456262-320625612-449655040-28156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84CB"/>
    <a:srgbClr val="5D9CC7"/>
    <a:srgbClr val="D6780A"/>
    <a:srgbClr val="003366"/>
    <a:srgbClr val="80C0E0"/>
    <a:srgbClr val="44C6E0"/>
    <a:srgbClr val="DF9742"/>
    <a:srgbClr val="008000"/>
    <a:srgbClr val="006600"/>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6" autoAdjust="0"/>
    <p:restoredTop sz="94796" autoAdjust="0"/>
  </p:normalViewPr>
  <p:slideViewPr>
    <p:cSldViewPr snapToGrid="0" showGuides="1">
      <p:cViewPr varScale="1">
        <p:scale>
          <a:sx n="58" d="100"/>
          <a:sy n="58" d="100"/>
        </p:scale>
        <p:origin x="917" y="106"/>
      </p:cViewPr>
      <p:guideLst>
        <p:guide orient="horz" pos="3072"/>
        <p:guide pos="5461"/>
      </p:guideLst>
    </p:cSldViewPr>
  </p:slideViewPr>
  <p:notesTextViewPr>
    <p:cViewPr>
      <p:scale>
        <a:sx n="1" d="1"/>
        <a:sy n="1" d="1"/>
      </p:scale>
      <p:origin x="0" y="0"/>
    </p:cViewPr>
  </p:notesTextViewPr>
  <p:notesViewPr>
    <p:cSldViewPr snapToGrid="0">
      <p:cViewPr varScale="1">
        <p:scale>
          <a:sx n="67" d="100"/>
          <a:sy n="67" d="100"/>
        </p:scale>
        <p:origin x="3029" y="5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notesMaster" Target="notesMasters/notesMaster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handoutMaster" Target="handoutMasters/handoutMaster1.xml"/><Relationship Id="rId95" Type="http://schemas.openxmlformats.org/officeDocument/2006/relationships/tableStyles" Target="tableStyle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commentAuthors" Target="commentAuthors.xml"/><Relationship Id="rId9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microsoft.com/office/2018/10/relationships/authors" Target="author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js Hauspie" userId="c5aa01d0-0751-4207-a587-d7124c844d8f" providerId="ADAL" clId="{C3A52D76-391A-43F8-B16D-AC801EA5CAA9}"/>
    <pc:docChg chg="undo redo custSel addSld delSld modSld sldOrd">
      <pc:chgData name="Thijs Hauspie" userId="c5aa01d0-0751-4207-a587-d7124c844d8f" providerId="ADAL" clId="{C3A52D76-391A-43F8-B16D-AC801EA5CAA9}" dt="2023-11-10T11:10:10.671" v="5698" actId="20577"/>
      <pc:docMkLst>
        <pc:docMk/>
      </pc:docMkLst>
      <pc:sldChg chg="addSp delSp modSp add mod modClrScheme chgLayout">
        <pc:chgData name="Thijs Hauspie" userId="c5aa01d0-0751-4207-a587-d7124c844d8f" providerId="ADAL" clId="{C3A52D76-391A-43F8-B16D-AC801EA5CAA9}" dt="2023-11-08T16:02:16.970" v="2545"/>
        <pc:sldMkLst>
          <pc:docMk/>
          <pc:sldMk cId="178933035" sldId="1401"/>
        </pc:sldMkLst>
        <pc:spChg chg="add del mod">
          <ac:chgData name="Thijs Hauspie" userId="c5aa01d0-0751-4207-a587-d7124c844d8f" providerId="ADAL" clId="{C3A52D76-391A-43F8-B16D-AC801EA5CAA9}" dt="2023-11-08T16:02:08.462" v="2535" actId="700"/>
          <ac:spMkLst>
            <pc:docMk/>
            <pc:sldMk cId="178933035" sldId="1401"/>
            <ac:spMk id="3" creationId="{56BE5D83-F58F-D779-CA26-F33CE1ABA04D}"/>
          </ac:spMkLst>
        </pc:spChg>
        <pc:spChg chg="del mod ord">
          <ac:chgData name="Thijs Hauspie" userId="c5aa01d0-0751-4207-a587-d7124c844d8f" providerId="ADAL" clId="{C3A52D76-391A-43F8-B16D-AC801EA5CAA9}" dt="2023-11-08T16:02:03.178" v="2534" actId="21"/>
          <ac:spMkLst>
            <pc:docMk/>
            <pc:sldMk cId="178933035" sldId="1401"/>
            <ac:spMk id="4" creationId="{4B964762-09BF-4771-95D5-61DE9B768E24}"/>
          </ac:spMkLst>
        </pc:spChg>
        <pc:spChg chg="add del mod ord">
          <ac:chgData name="Thijs Hauspie" userId="c5aa01d0-0751-4207-a587-d7124c844d8f" providerId="ADAL" clId="{C3A52D76-391A-43F8-B16D-AC801EA5CAA9}" dt="2023-11-08T16:02:10.189" v="2536" actId="478"/>
          <ac:spMkLst>
            <pc:docMk/>
            <pc:sldMk cId="178933035" sldId="1401"/>
            <ac:spMk id="5" creationId="{022F3452-5F93-FE53-F1DF-EA5C80B6FC18}"/>
          </ac:spMkLst>
        </pc:spChg>
        <pc:spChg chg="del">
          <ac:chgData name="Thijs Hauspie" userId="c5aa01d0-0751-4207-a587-d7124c844d8f" providerId="ADAL" clId="{C3A52D76-391A-43F8-B16D-AC801EA5CAA9}" dt="2023-11-08T16:02:03.178" v="2534" actId="21"/>
          <ac:spMkLst>
            <pc:docMk/>
            <pc:sldMk cId="178933035" sldId="1401"/>
            <ac:spMk id="6" creationId="{5081C82A-D336-47CA-AEFF-D561E49493D1}"/>
          </ac:spMkLst>
        </pc:spChg>
        <pc:spChg chg="del">
          <ac:chgData name="Thijs Hauspie" userId="c5aa01d0-0751-4207-a587-d7124c844d8f" providerId="ADAL" clId="{C3A52D76-391A-43F8-B16D-AC801EA5CAA9}" dt="2023-11-08T16:02:03.178" v="2534" actId="21"/>
          <ac:spMkLst>
            <pc:docMk/>
            <pc:sldMk cId="178933035" sldId="1401"/>
            <ac:spMk id="7" creationId="{5265D672-A626-415A-8295-202B4868868B}"/>
          </ac:spMkLst>
        </pc:spChg>
        <pc:spChg chg="del">
          <ac:chgData name="Thijs Hauspie" userId="c5aa01d0-0751-4207-a587-d7124c844d8f" providerId="ADAL" clId="{C3A52D76-391A-43F8-B16D-AC801EA5CAA9}" dt="2023-11-08T16:02:03.178" v="2534" actId="21"/>
          <ac:spMkLst>
            <pc:docMk/>
            <pc:sldMk cId="178933035" sldId="1401"/>
            <ac:spMk id="8" creationId="{8F4600DD-4393-466B-BEEB-882B3DA6D4B5}"/>
          </ac:spMkLst>
        </pc:spChg>
        <pc:spChg chg="del">
          <ac:chgData name="Thijs Hauspie" userId="c5aa01d0-0751-4207-a587-d7124c844d8f" providerId="ADAL" clId="{C3A52D76-391A-43F8-B16D-AC801EA5CAA9}" dt="2023-11-08T16:02:03.178" v="2534" actId="21"/>
          <ac:spMkLst>
            <pc:docMk/>
            <pc:sldMk cId="178933035" sldId="1401"/>
            <ac:spMk id="9" creationId="{5F1F5C02-EFE6-49F0-A75F-AE1104AC7DEC}"/>
          </ac:spMkLst>
        </pc:spChg>
        <pc:spChg chg="del">
          <ac:chgData name="Thijs Hauspie" userId="c5aa01d0-0751-4207-a587-d7124c844d8f" providerId="ADAL" clId="{C3A52D76-391A-43F8-B16D-AC801EA5CAA9}" dt="2023-11-08T16:02:03.178" v="2534" actId="21"/>
          <ac:spMkLst>
            <pc:docMk/>
            <pc:sldMk cId="178933035" sldId="1401"/>
            <ac:spMk id="10" creationId="{0CB43338-9162-4955-AC30-7E12E11A5188}"/>
          </ac:spMkLst>
        </pc:spChg>
        <pc:spChg chg="del">
          <ac:chgData name="Thijs Hauspie" userId="c5aa01d0-0751-4207-a587-d7124c844d8f" providerId="ADAL" clId="{C3A52D76-391A-43F8-B16D-AC801EA5CAA9}" dt="2023-11-08T16:02:03.178" v="2534" actId="21"/>
          <ac:spMkLst>
            <pc:docMk/>
            <pc:sldMk cId="178933035" sldId="1401"/>
            <ac:spMk id="11" creationId="{21C2167C-EB1A-40E1-A7AB-BDA76FE6C4E3}"/>
          </ac:spMkLst>
        </pc:spChg>
        <pc:spChg chg="del">
          <ac:chgData name="Thijs Hauspie" userId="c5aa01d0-0751-4207-a587-d7124c844d8f" providerId="ADAL" clId="{C3A52D76-391A-43F8-B16D-AC801EA5CAA9}" dt="2023-11-08T16:02:03.178" v="2534" actId="21"/>
          <ac:spMkLst>
            <pc:docMk/>
            <pc:sldMk cId="178933035" sldId="1401"/>
            <ac:spMk id="12" creationId="{9FE4E87F-DA61-4418-8711-7A2A8629B501}"/>
          </ac:spMkLst>
        </pc:spChg>
        <pc:spChg chg="del">
          <ac:chgData name="Thijs Hauspie" userId="c5aa01d0-0751-4207-a587-d7124c844d8f" providerId="ADAL" clId="{C3A52D76-391A-43F8-B16D-AC801EA5CAA9}" dt="2023-11-08T16:02:03.178" v="2534" actId="21"/>
          <ac:spMkLst>
            <pc:docMk/>
            <pc:sldMk cId="178933035" sldId="1401"/>
            <ac:spMk id="14" creationId="{E7869E0C-9730-4D00-8A96-446A9BDE609B}"/>
          </ac:spMkLst>
        </pc:spChg>
        <pc:spChg chg="del">
          <ac:chgData name="Thijs Hauspie" userId="c5aa01d0-0751-4207-a587-d7124c844d8f" providerId="ADAL" clId="{C3A52D76-391A-43F8-B16D-AC801EA5CAA9}" dt="2023-11-08T16:02:03.178" v="2534" actId="21"/>
          <ac:spMkLst>
            <pc:docMk/>
            <pc:sldMk cId="178933035" sldId="1401"/>
            <ac:spMk id="15" creationId="{C7DCBE10-8C56-4C40-978C-5BDC51E24E38}"/>
          </ac:spMkLst>
        </pc:spChg>
        <pc:spChg chg="del">
          <ac:chgData name="Thijs Hauspie" userId="c5aa01d0-0751-4207-a587-d7124c844d8f" providerId="ADAL" clId="{C3A52D76-391A-43F8-B16D-AC801EA5CAA9}" dt="2023-11-08T16:02:03.178" v="2534" actId="21"/>
          <ac:spMkLst>
            <pc:docMk/>
            <pc:sldMk cId="178933035" sldId="1401"/>
            <ac:spMk id="16" creationId="{5F750A0F-ABD9-4088-803D-8CBD899DC78A}"/>
          </ac:spMkLst>
        </pc:spChg>
        <pc:spChg chg="del">
          <ac:chgData name="Thijs Hauspie" userId="c5aa01d0-0751-4207-a587-d7124c844d8f" providerId="ADAL" clId="{C3A52D76-391A-43F8-B16D-AC801EA5CAA9}" dt="2023-11-08T16:02:03.178" v="2534" actId="21"/>
          <ac:spMkLst>
            <pc:docMk/>
            <pc:sldMk cId="178933035" sldId="1401"/>
            <ac:spMk id="17" creationId="{6CA60F3F-5936-4C21-A14E-DA2A5BFE407A}"/>
          </ac:spMkLst>
        </pc:spChg>
        <pc:spChg chg="del">
          <ac:chgData name="Thijs Hauspie" userId="c5aa01d0-0751-4207-a587-d7124c844d8f" providerId="ADAL" clId="{C3A52D76-391A-43F8-B16D-AC801EA5CAA9}" dt="2023-11-08T16:02:03.178" v="2534" actId="21"/>
          <ac:spMkLst>
            <pc:docMk/>
            <pc:sldMk cId="178933035" sldId="1401"/>
            <ac:spMk id="18" creationId="{FBEC190E-C820-4FFB-9E78-A5F4E73A160A}"/>
          </ac:spMkLst>
        </pc:spChg>
        <pc:spChg chg="del">
          <ac:chgData name="Thijs Hauspie" userId="c5aa01d0-0751-4207-a587-d7124c844d8f" providerId="ADAL" clId="{C3A52D76-391A-43F8-B16D-AC801EA5CAA9}" dt="2023-11-08T16:02:03.178" v="2534" actId="21"/>
          <ac:spMkLst>
            <pc:docMk/>
            <pc:sldMk cId="178933035" sldId="1401"/>
            <ac:spMk id="19" creationId="{B2BD1D95-F21A-46CF-A9AE-4A875C58E751}"/>
          </ac:spMkLst>
        </pc:spChg>
        <pc:spChg chg="del">
          <ac:chgData name="Thijs Hauspie" userId="c5aa01d0-0751-4207-a587-d7124c844d8f" providerId="ADAL" clId="{C3A52D76-391A-43F8-B16D-AC801EA5CAA9}" dt="2023-11-08T16:02:03.178" v="2534" actId="21"/>
          <ac:spMkLst>
            <pc:docMk/>
            <pc:sldMk cId="178933035" sldId="1401"/>
            <ac:spMk id="20" creationId="{E66F50B3-4367-436E-9098-123479F8703E}"/>
          </ac:spMkLst>
        </pc:spChg>
        <pc:spChg chg="del">
          <ac:chgData name="Thijs Hauspie" userId="c5aa01d0-0751-4207-a587-d7124c844d8f" providerId="ADAL" clId="{C3A52D76-391A-43F8-B16D-AC801EA5CAA9}" dt="2023-11-08T16:02:03.178" v="2534" actId="21"/>
          <ac:spMkLst>
            <pc:docMk/>
            <pc:sldMk cId="178933035" sldId="1401"/>
            <ac:spMk id="21" creationId="{9BFA3EFB-3D41-49A0-A600-D64D792FC957}"/>
          </ac:spMkLst>
        </pc:spChg>
        <pc:spChg chg="del">
          <ac:chgData name="Thijs Hauspie" userId="c5aa01d0-0751-4207-a587-d7124c844d8f" providerId="ADAL" clId="{C3A52D76-391A-43F8-B16D-AC801EA5CAA9}" dt="2023-11-08T16:02:03.178" v="2534" actId="21"/>
          <ac:spMkLst>
            <pc:docMk/>
            <pc:sldMk cId="178933035" sldId="1401"/>
            <ac:spMk id="22" creationId="{CC6625A1-59D8-4F00-8D49-9ACAE95D6E79}"/>
          </ac:spMkLst>
        </pc:spChg>
        <pc:spChg chg="del">
          <ac:chgData name="Thijs Hauspie" userId="c5aa01d0-0751-4207-a587-d7124c844d8f" providerId="ADAL" clId="{C3A52D76-391A-43F8-B16D-AC801EA5CAA9}" dt="2023-11-08T16:02:03.178" v="2534" actId="21"/>
          <ac:spMkLst>
            <pc:docMk/>
            <pc:sldMk cId="178933035" sldId="1401"/>
            <ac:spMk id="23" creationId="{3CEBAE4C-E952-4701-A588-0E506E9495CA}"/>
          </ac:spMkLst>
        </pc:spChg>
        <pc:spChg chg="del">
          <ac:chgData name="Thijs Hauspie" userId="c5aa01d0-0751-4207-a587-d7124c844d8f" providerId="ADAL" clId="{C3A52D76-391A-43F8-B16D-AC801EA5CAA9}" dt="2023-11-08T16:02:03.178" v="2534" actId="21"/>
          <ac:spMkLst>
            <pc:docMk/>
            <pc:sldMk cId="178933035" sldId="1401"/>
            <ac:spMk id="24" creationId="{93BFC2C9-0AC0-4CB1-8AC9-84CC4C9E8B05}"/>
          </ac:spMkLst>
        </pc:spChg>
        <pc:spChg chg="del">
          <ac:chgData name="Thijs Hauspie" userId="c5aa01d0-0751-4207-a587-d7124c844d8f" providerId="ADAL" clId="{C3A52D76-391A-43F8-B16D-AC801EA5CAA9}" dt="2023-11-08T16:02:03.178" v="2534" actId="21"/>
          <ac:spMkLst>
            <pc:docMk/>
            <pc:sldMk cId="178933035" sldId="1401"/>
            <ac:spMk id="25" creationId="{9146049E-5A0F-4129-980C-EAD1E577B984}"/>
          </ac:spMkLst>
        </pc:spChg>
        <pc:spChg chg="del">
          <ac:chgData name="Thijs Hauspie" userId="c5aa01d0-0751-4207-a587-d7124c844d8f" providerId="ADAL" clId="{C3A52D76-391A-43F8-B16D-AC801EA5CAA9}" dt="2023-11-08T16:02:03.178" v="2534" actId="21"/>
          <ac:spMkLst>
            <pc:docMk/>
            <pc:sldMk cId="178933035" sldId="1401"/>
            <ac:spMk id="44" creationId="{B38A2F61-0C6E-438B-A660-1DF73E421A5E}"/>
          </ac:spMkLst>
        </pc:spChg>
        <pc:spChg chg="del">
          <ac:chgData name="Thijs Hauspie" userId="c5aa01d0-0751-4207-a587-d7124c844d8f" providerId="ADAL" clId="{C3A52D76-391A-43F8-B16D-AC801EA5CAA9}" dt="2023-11-08T16:02:03.178" v="2534" actId="21"/>
          <ac:spMkLst>
            <pc:docMk/>
            <pc:sldMk cId="178933035" sldId="1401"/>
            <ac:spMk id="45" creationId="{38465FAD-3157-4A4E-BC35-645C9EFF3FDA}"/>
          </ac:spMkLst>
        </pc:spChg>
        <pc:spChg chg="del">
          <ac:chgData name="Thijs Hauspie" userId="c5aa01d0-0751-4207-a587-d7124c844d8f" providerId="ADAL" clId="{C3A52D76-391A-43F8-B16D-AC801EA5CAA9}" dt="2023-11-08T16:02:03.178" v="2534" actId="21"/>
          <ac:spMkLst>
            <pc:docMk/>
            <pc:sldMk cId="178933035" sldId="1401"/>
            <ac:spMk id="50" creationId="{B644422B-4DE1-4B41-83C5-420D4616A5F3}"/>
          </ac:spMkLst>
        </pc:spChg>
        <pc:spChg chg="del">
          <ac:chgData name="Thijs Hauspie" userId="c5aa01d0-0751-4207-a587-d7124c844d8f" providerId="ADAL" clId="{C3A52D76-391A-43F8-B16D-AC801EA5CAA9}" dt="2023-11-08T16:02:03.178" v="2534" actId="21"/>
          <ac:spMkLst>
            <pc:docMk/>
            <pc:sldMk cId="178933035" sldId="1401"/>
            <ac:spMk id="51" creationId="{901CED4F-99BB-48F7-B1B8-061CD3A87A9E}"/>
          </ac:spMkLst>
        </pc:spChg>
        <pc:spChg chg="del">
          <ac:chgData name="Thijs Hauspie" userId="c5aa01d0-0751-4207-a587-d7124c844d8f" providerId="ADAL" clId="{C3A52D76-391A-43F8-B16D-AC801EA5CAA9}" dt="2023-11-08T16:02:03.178" v="2534" actId="21"/>
          <ac:spMkLst>
            <pc:docMk/>
            <pc:sldMk cId="178933035" sldId="1401"/>
            <ac:spMk id="52" creationId="{56304230-45D0-421F-9D4B-125749E06719}"/>
          </ac:spMkLst>
        </pc:spChg>
        <pc:spChg chg="del">
          <ac:chgData name="Thijs Hauspie" userId="c5aa01d0-0751-4207-a587-d7124c844d8f" providerId="ADAL" clId="{C3A52D76-391A-43F8-B16D-AC801EA5CAA9}" dt="2023-11-08T16:02:03.178" v="2534" actId="21"/>
          <ac:spMkLst>
            <pc:docMk/>
            <pc:sldMk cId="178933035" sldId="1401"/>
            <ac:spMk id="53" creationId="{D9E503AC-43D0-43DB-81DE-2DEC6400219D}"/>
          </ac:spMkLst>
        </pc:spChg>
        <pc:spChg chg="del">
          <ac:chgData name="Thijs Hauspie" userId="c5aa01d0-0751-4207-a587-d7124c844d8f" providerId="ADAL" clId="{C3A52D76-391A-43F8-B16D-AC801EA5CAA9}" dt="2023-11-08T16:02:03.178" v="2534" actId="21"/>
          <ac:spMkLst>
            <pc:docMk/>
            <pc:sldMk cId="178933035" sldId="1401"/>
            <ac:spMk id="54" creationId="{E6E67EF0-09FA-4683-874C-9A78D0025965}"/>
          </ac:spMkLst>
        </pc:spChg>
        <pc:spChg chg="del">
          <ac:chgData name="Thijs Hauspie" userId="c5aa01d0-0751-4207-a587-d7124c844d8f" providerId="ADAL" clId="{C3A52D76-391A-43F8-B16D-AC801EA5CAA9}" dt="2023-11-08T16:02:03.178" v="2534" actId="21"/>
          <ac:spMkLst>
            <pc:docMk/>
            <pc:sldMk cId="178933035" sldId="1401"/>
            <ac:spMk id="55" creationId="{4B758496-3250-4ED5-9199-621003513B5E}"/>
          </ac:spMkLst>
        </pc:spChg>
        <pc:spChg chg="del">
          <ac:chgData name="Thijs Hauspie" userId="c5aa01d0-0751-4207-a587-d7124c844d8f" providerId="ADAL" clId="{C3A52D76-391A-43F8-B16D-AC801EA5CAA9}" dt="2023-11-08T16:02:03.178" v="2534" actId="21"/>
          <ac:spMkLst>
            <pc:docMk/>
            <pc:sldMk cId="178933035" sldId="1401"/>
            <ac:spMk id="56" creationId="{AD0DAF08-6CB0-4C8A-97D6-820FB378F2E4}"/>
          </ac:spMkLst>
        </pc:spChg>
        <pc:spChg chg="del">
          <ac:chgData name="Thijs Hauspie" userId="c5aa01d0-0751-4207-a587-d7124c844d8f" providerId="ADAL" clId="{C3A52D76-391A-43F8-B16D-AC801EA5CAA9}" dt="2023-11-08T16:02:03.178" v="2534" actId="21"/>
          <ac:spMkLst>
            <pc:docMk/>
            <pc:sldMk cId="178933035" sldId="1401"/>
            <ac:spMk id="57" creationId="{065975F4-B9A8-4F22-8575-2878AAD11B96}"/>
          </ac:spMkLst>
        </pc:spChg>
        <pc:spChg chg="del">
          <ac:chgData name="Thijs Hauspie" userId="c5aa01d0-0751-4207-a587-d7124c844d8f" providerId="ADAL" clId="{C3A52D76-391A-43F8-B16D-AC801EA5CAA9}" dt="2023-11-08T16:02:03.178" v="2534" actId="21"/>
          <ac:spMkLst>
            <pc:docMk/>
            <pc:sldMk cId="178933035" sldId="1401"/>
            <ac:spMk id="58" creationId="{308AF8A7-B7E9-4105-AA81-0F6A34F30C78}"/>
          </ac:spMkLst>
        </pc:spChg>
        <pc:spChg chg="del">
          <ac:chgData name="Thijs Hauspie" userId="c5aa01d0-0751-4207-a587-d7124c844d8f" providerId="ADAL" clId="{C3A52D76-391A-43F8-B16D-AC801EA5CAA9}" dt="2023-11-08T16:02:03.178" v="2534" actId="21"/>
          <ac:spMkLst>
            <pc:docMk/>
            <pc:sldMk cId="178933035" sldId="1401"/>
            <ac:spMk id="59" creationId="{6A53D3EF-F6D7-40F1-B395-AE09718ED3DA}"/>
          </ac:spMkLst>
        </pc:spChg>
        <pc:spChg chg="del">
          <ac:chgData name="Thijs Hauspie" userId="c5aa01d0-0751-4207-a587-d7124c844d8f" providerId="ADAL" clId="{C3A52D76-391A-43F8-B16D-AC801EA5CAA9}" dt="2023-11-08T16:02:03.178" v="2534" actId="21"/>
          <ac:spMkLst>
            <pc:docMk/>
            <pc:sldMk cId="178933035" sldId="1401"/>
            <ac:spMk id="60" creationId="{A5DEC92C-B0F5-4D8D-AA66-814F25F1631E}"/>
          </ac:spMkLst>
        </pc:spChg>
        <pc:spChg chg="del">
          <ac:chgData name="Thijs Hauspie" userId="c5aa01d0-0751-4207-a587-d7124c844d8f" providerId="ADAL" clId="{C3A52D76-391A-43F8-B16D-AC801EA5CAA9}" dt="2023-11-08T16:02:03.178" v="2534" actId="21"/>
          <ac:spMkLst>
            <pc:docMk/>
            <pc:sldMk cId="178933035" sldId="1401"/>
            <ac:spMk id="61" creationId="{71888385-8094-4CE8-8F15-3ED83454D2E5}"/>
          </ac:spMkLst>
        </pc:spChg>
        <pc:spChg chg="del">
          <ac:chgData name="Thijs Hauspie" userId="c5aa01d0-0751-4207-a587-d7124c844d8f" providerId="ADAL" clId="{C3A52D76-391A-43F8-B16D-AC801EA5CAA9}" dt="2023-11-08T16:02:03.178" v="2534" actId="21"/>
          <ac:spMkLst>
            <pc:docMk/>
            <pc:sldMk cId="178933035" sldId="1401"/>
            <ac:spMk id="62" creationId="{985B99EB-9C58-4B0B-A6FB-4E3192809F01}"/>
          </ac:spMkLst>
        </pc:spChg>
        <pc:spChg chg="del">
          <ac:chgData name="Thijs Hauspie" userId="c5aa01d0-0751-4207-a587-d7124c844d8f" providerId="ADAL" clId="{C3A52D76-391A-43F8-B16D-AC801EA5CAA9}" dt="2023-11-08T16:02:03.178" v="2534" actId="21"/>
          <ac:spMkLst>
            <pc:docMk/>
            <pc:sldMk cId="178933035" sldId="1401"/>
            <ac:spMk id="63" creationId="{AECB4626-384A-48FE-BE16-CD494A0DBF98}"/>
          </ac:spMkLst>
        </pc:spChg>
        <pc:spChg chg="del">
          <ac:chgData name="Thijs Hauspie" userId="c5aa01d0-0751-4207-a587-d7124c844d8f" providerId="ADAL" clId="{C3A52D76-391A-43F8-B16D-AC801EA5CAA9}" dt="2023-11-08T16:02:03.178" v="2534" actId="21"/>
          <ac:spMkLst>
            <pc:docMk/>
            <pc:sldMk cId="178933035" sldId="1401"/>
            <ac:spMk id="64" creationId="{B32DF11A-4006-4748-A297-404DE1F9CDA1}"/>
          </ac:spMkLst>
        </pc:spChg>
        <pc:spChg chg="del">
          <ac:chgData name="Thijs Hauspie" userId="c5aa01d0-0751-4207-a587-d7124c844d8f" providerId="ADAL" clId="{C3A52D76-391A-43F8-B16D-AC801EA5CAA9}" dt="2023-11-08T16:02:03.178" v="2534" actId="21"/>
          <ac:spMkLst>
            <pc:docMk/>
            <pc:sldMk cId="178933035" sldId="1401"/>
            <ac:spMk id="65" creationId="{D459D32C-AD1F-45CD-A89F-3695050BCFA1}"/>
          </ac:spMkLst>
        </pc:spChg>
        <pc:spChg chg="del">
          <ac:chgData name="Thijs Hauspie" userId="c5aa01d0-0751-4207-a587-d7124c844d8f" providerId="ADAL" clId="{C3A52D76-391A-43F8-B16D-AC801EA5CAA9}" dt="2023-11-08T16:02:03.178" v="2534" actId="21"/>
          <ac:spMkLst>
            <pc:docMk/>
            <pc:sldMk cId="178933035" sldId="1401"/>
            <ac:spMk id="66" creationId="{22A2FA60-BAA2-4C9E-9976-6276A1F5AF29}"/>
          </ac:spMkLst>
        </pc:spChg>
        <pc:spChg chg="del">
          <ac:chgData name="Thijs Hauspie" userId="c5aa01d0-0751-4207-a587-d7124c844d8f" providerId="ADAL" clId="{C3A52D76-391A-43F8-B16D-AC801EA5CAA9}" dt="2023-11-08T16:02:03.178" v="2534" actId="21"/>
          <ac:spMkLst>
            <pc:docMk/>
            <pc:sldMk cId="178933035" sldId="1401"/>
            <ac:spMk id="90" creationId="{8F08DB32-3106-4977-857B-5BD70495575B}"/>
          </ac:spMkLst>
        </pc:spChg>
        <pc:spChg chg="del">
          <ac:chgData name="Thijs Hauspie" userId="c5aa01d0-0751-4207-a587-d7124c844d8f" providerId="ADAL" clId="{C3A52D76-391A-43F8-B16D-AC801EA5CAA9}" dt="2023-11-08T16:02:03.178" v="2534" actId="21"/>
          <ac:spMkLst>
            <pc:docMk/>
            <pc:sldMk cId="178933035" sldId="1401"/>
            <ac:spMk id="92" creationId="{838DDEF0-43B8-4A92-A651-844BAF4F6F44}"/>
          </ac:spMkLst>
        </pc:spChg>
        <pc:spChg chg="del">
          <ac:chgData name="Thijs Hauspie" userId="c5aa01d0-0751-4207-a587-d7124c844d8f" providerId="ADAL" clId="{C3A52D76-391A-43F8-B16D-AC801EA5CAA9}" dt="2023-11-08T16:02:03.178" v="2534" actId="21"/>
          <ac:spMkLst>
            <pc:docMk/>
            <pc:sldMk cId="178933035" sldId="1401"/>
            <ac:spMk id="95" creationId="{9D1263EB-098B-4F10-98A9-2D8F062F9BC0}"/>
          </ac:spMkLst>
        </pc:spChg>
        <pc:spChg chg="del">
          <ac:chgData name="Thijs Hauspie" userId="c5aa01d0-0751-4207-a587-d7124c844d8f" providerId="ADAL" clId="{C3A52D76-391A-43F8-B16D-AC801EA5CAA9}" dt="2023-11-08T16:02:03.178" v="2534" actId="21"/>
          <ac:spMkLst>
            <pc:docMk/>
            <pc:sldMk cId="178933035" sldId="1401"/>
            <ac:spMk id="96" creationId="{D02737FE-3FD5-464C-BB3F-55B5B4DB6A72}"/>
          </ac:spMkLst>
        </pc:spChg>
        <pc:spChg chg="del">
          <ac:chgData name="Thijs Hauspie" userId="c5aa01d0-0751-4207-a587-d7124c844d8f" providerId="ADAL" clId="{C3A52D76-391A-43F8-B16D-AC801EA5CAA9}" dt="2023-11-08T16:02:03.178" v="2534" actId="21"/>
          <ac:spMkLst>
            <pc:docMk/>
            <pc:sldMk cId="178933035" sldId="1401"/>
            <ac:spMk id="97" creationId="{381A3B0D-05E4-4495-90AB-1889489EB642}"/>
          </ac:spMkLst>
        </pc:spChg>
        <pc:spChg chg="del">
          <ac:chgData name="Thijs Hauspie" userId="c5aa01d0-0751-4207-a587-d7124c844d8f" providerId="ADAL" clId="{C3A52D76-391A-43F8-B16D-AC801EA5CAA9}" dt="2023-11-08T16:02:03.178" v="2534" actId="21"/>
          <ac:spMkLst>
            <pc:docMk/>
            <pc:sldMk cId="178933035" sldId="1401"/>
            <ac:spMk id="98" creationId="{32A75EBA-D1CB-451D-85AE-E6E9C62FF447}"/>
          </ac:spMkLst>
        </pc:spChg>
        <pc:spChg chg="del">
          <ac:chgData name="Thijs Hauspie" userId="c5aa01d0-0751-4207-a587-d7124c844d8f" providerId="ADAL" clId="{C3A52D76-391A-43F8-B16D-AC801EA5CAA9}" dt="2023-11-08T16:02:03.178" v="2534" actId="21"/>
          <ac:spMkLst>
            <pc:docMk/>
            <pc:sldMk cId="178933035" sldId="1401"/>
            <ac:spMk id="99" creationId="{6C5A23B2-C377-4688-A096-FFAB11DD4FAA}"/>
          </ac:spMkLst>
        </pc:spChg>
        <pc:spChg chg="del">
          <ac:chgData name="Thijs Hauspie" userId="c5aa01d0-0751-4207-a587-d7124c844d8f" providerId="ADAL" clId="{C3A52D76-391A-43F8-B16D-AC801EA5CAA9}" dt="2023-11-08T16:02:03.178" v="2534" actId="21"/>
          <ac:spMkLst>
            <pc:docMk/>
            <pc:sldMk cId="178933035" sldId="1401"/>
            <ac:spMk id="100" creationId="{4C9A50EC-A00D-474D-A161-D9DB6AEAD1D1}"/>
          </ac:spMkLst>
        </pc:spChg>
        <pc:spChg chg="del">
          <ac:chgData name="Thijs Hauspie" userId="c5aa01d0-0751-4207-a587-d7124c844d8f" providerId="ADAL" clId="{C3A52D76-391A-43F8-B16D-AC801EA5CAA9}" dt="2023-11-08T16:02:03.178" v="2534" actId="21"/>
          <ac:spMkLst>
            <pc:docMk/>
            <pc:sldMk cId="178933035" sldId="1401"/>
            <ac:spMk id="101" creationId="{F65C5E7C-0172-4DA5-8502-7F770DEE2B7D}"/>
          </ac:spMkLst>
        </pc:spChg>
        <pc:spChg chg="del">
          <ac:chgData name="Thijs Hauspie" userId="c5aa01d0-0751-4207-a587-d7124c844d8f" providerId="ADAL" clId="{C3A52D76-391A-43F8-B16D-AC801EA5CAA9}" dt="2023-11-08T16:02:03.178" v="2534" actId="21"/>
          <ac:spMkLst>
            <pc:docMk/>
            <pc:sldMk cId="178933035" sldId="1401"/>
            <ac:spMk id="110" creationId="{ACE68A54-568D-4B4F-BA14-D3767B116102}"/>
          </ac:spMkLst>
        </pc:spChg>
        <pc:spChg chg="del">
          <ac:chgData name="Thijs Hauspie" userId="c5aa01d0-0751-4207-a587-d7124c844d8f" providerId="ADAL" clId="{C3A52D76-391A-43F8-B16D-AC801EA5CAA9}" dt="2023-11-08T16:02:03.178" v="2534" actId="21"/>
          <ac:spMkLst>
            <pc:docMk/>
            <pc:sldMk cId="178933035" sldId="1401"/>
            <ac:spMk id="111" creationId="{646262F7-32A7-4363-8867-A13C455DB1D1}"/>
          </ac:spMkLst>
        </pc:spChg>
        <pc:spChg chg="add del mod">
          <ac:chgData name="Thijs Hauspie" userId="c5aa01d0-0751-4207-a587-d7124c844d8f" providerId="ADAL" clId="{C3A52D76-391A-43F8-B16D-AC801EA5CAA9}" dt="2023-11-08T16:02:16.725" v="2544"/>
          <ac:spMkLst>
            <pc:docMk/>
            <pc:sldMk cId="178933035" sldId="1401"/>
            <ac:spMk id="117" creationId="{80F097AC-6CFC-4D51-C17F-3E5E619703E4}"/>
          </ac:spMkLst>
        </pc:spChg>
        <pc:spChg chg="add del mod">
          <ac:chgData name="Thijs Hauspie" userId="c5aa01d0-0751-4207-a587-d7124c844d8f" providerId="ADAL" clId="{C3A52D76-391A-43F8-B16D-AC801EA5CAA9}" dt="2023-11-08T16:02:16.725" v="2544"/>
          <ac:spMkLst>
            <pc:docMk/>
            <pc:sldMk cId="178933035" sldId="1401"/>
            <ac:spMk id="118" creationId="{146211DB-6029-DB59-B1BA-954E0F8AEFAF}"/>
          </ac:spMkLst>
        </pc:spChg>
        <pc:spChg chg="add del mod">
          <ac:chgData name="Thijs Hauspie" userId="c5aa01d0-0751-4207-a587-d7124c844d8f" providerId="ADAL" clId="{C3A52D76-391A-43F8-B16D-AC801EA5CAA9}" dt="2023-11-08T16:02:16.725" v="2544"/>
          <ac:spMkLst>
            <pc:docMk/>
            <pc:sldMk cId="178933035" sldId="1401"/>
            <ac:spMk id="119" creationId="{0596FDBE-C05C-8678-D01D-1E9495933E84}"/>
          </ac:spMkLst>
        </pc:spChg>
        <pc:spChg chg="add del mod">
          <ac:chgData name="Thijs Hauspie" userId="c5aa01d0-0751-4207-a587-d7124c844d8f" providerId="ADAL" clId="{C3A52D76-391A-43F8-B16D-AC801EA5CAA9}" dt="2023-11-08T16:02:16.725" v="2544"/>
          <ac:spMkLst>
            <pc:docMk/>
            <pc:sldMk cId="178933035" sldId="1401"/>
            <ac:spMk id="120" creationId="{5C675234-7455-450E-D4B4-B4A3D349E14A}"/>
          </ac:spMkLst>
        </pc:spChg>
        <pc:spChg chg="add del mod">
          <ac:chgData name="Thijs Hauspie" userId="c5aa01d0-0751-4207-a587-d7124c844d8f" providerId="ADAL" clId="{C3A52D76-391A-43F8-B16D-AC801EA5CAA9}" dt="2023-11-08T16:02:16.725" v="2544"/>
          <ac:spMkLst>
            <pc:docMk/>
            <pc:sldMk cId="178933035" sldId="1401"/>
            <ac:spMk id="121" creationId="{E7262D8D-ADD1-6C2E-76EB-AD284126E7B9}"/>
          </ac:spMkLst>
        </pc:spChg>
        <pc:spChg chg="add del mod">
          <ac:chgData name="Thijs Hauspie" userId="c5aa01d0-0751-4207-a587-d7124c844d8f" providerId="ADAL" clId="{C3A52D76-391A-43F8-B16D-AC801EA5CAA9}" dt="2023-11-08T16:02:16.725" v="2544"/>
          <ac:spMkLst>
            <pc:docMk/>
            <pc:sldMk cId="178933035" sldId="1401"/>
            <ac:spMk id="122" creationId="{D1D0C05B-B09B-F1AD-6F9A-CABDB8A9D188}"/>
          </ac:spMkLst>
        </pc:spChg>
        <pc:spChg chg="del">
          <ac:chgData name="Thijs Hauspie" userId="c5aa01d0-0751-4207-a587-d7124c844d8f" providerId="ADAL" clId="{C3A52D76-391A-43F8-B16D-AC801EA5CAA9}" dt="2023-11-08T16:02:03.178" v="2534" actId="21"/>
          <ac:spMkLst>
            <pc:docMk/>
            <pc:sldMk cId="178933035" sldId="1401"/>
            <ac:spMk id="123" creationId="{6843F54F-30B2-40AE-9E9A-0824B077C728}"/>
          </ac:spMkLst>
        </pc:spChg>
        <pc:spChg chg="del">
          <ac:chgData name="Thijs Hauspie" userId="c5aa01d0-0751-4207-a587-d7124c844d8f" providerId="ADAL" clId="{C3A52D76-391A-43F8-B16D-AC801EA5CAA9}" dt="2023-11-08T16:02:03.178" v="2534" actId="21"/>
          <ac:spMkLst>
            <pc:docMk/>
            <pc:sldMk cId="178933035" sldId="1401"/>
            <ac:spMk id="125" creationId="{103C826C-28D0-4687-9030-226058BFCD03}"/>
          </ac:spMkLst>
        </pc:spChg>
        <pc:spChg chg="add del mod">
          <ac:chgData name="Thijs Hauspie" userId="c5aa01d0-0751-4207-a587-d7124c844d8f" providerId="ADAL" clId="{C3A52D76-391A-43F8-B16D-AC801EA5CAA9}" dt="2023-11-08T16:02:16.725" v="2544"/>
          <ac:spMkLst>
            <pc:docMk/>
            <pc:sldMk cId="178933035" sldId="1401"/>
            <ac:spMk id="127" creationId="{2B342CAD-1B94-6C18-C7DE-7A75C7D386FE}"/>
          </ac:spMkLst>
        </pc:spChg>
        <pc:spChg chg="add del mod">
          <ac:chgData name="Thijs Hauspie" userId="c5aa01d0-0751-4207-a587-d7124c844d8f" providerId="ADAL" clId="{C3A52D76-391A-43F8-B16D-AC801EA5CAA9}" dt="2023-11-08T16:02:16.725" v="2544"/>
          <ac:spMkLst>
            <pc:docMk/>
            <pc:sldMk cId="178933035" sldId="1401"/>
            <ac:spMk id="128" creationId="{33379B56-DA61-2C77-3E10-76E6AC3A47F0}"/>
          </ac:spMkLst>
        </pc:spChg>
        <pc:spChg chg="add del mod">
          <ac:chgData name="Thijs Hauspie" userId="c5aa01d0-0751-4207-a587-d7124c844d8f" providerId="ADAL" clId="{C3A52D76-391A-43F8-B16D-AC801EA5CAA9}" dt="2023-11-08T16:02:16.725" v="2544"/>
          <ac:spMkLst>
            <pc:docMk/>
            <pc:sldMk cId="178933035" sldId="1401"/>
            <ac:spMk id="129" creationId="{B06A3773-3C06-4E38-BF22-B6492420263C}"/>
          </ac:spMkLst>
        </pc:spChg>
        <pc:spChg chg="add del mod">
          <ac:chgData name="Thijs Hauspie" userId="c5aa01d0-0751-4207-a587-d7124c844d8f" providerId="ADAL" clId="{C3A52D76-391A-43F8-B16D-AC801EA5CAA9}" dt="2023-11-08T16:02:16.725" v="2544"/>
          <ac:spMkLst>
            <pc:docMk/>
            <pc:sldMk cId="178933035" sldId="1401"/>
            <ac:spMk id="131" creationId="{CE95A9EA-3A61-C034-057B-EBB0D47B4D7D}"/>
          </ac:spMkLst>
        </pc:spChg>
        <pc:spChg chg="del">
          <ac:chgData name="Thijs Hauspie" userId="c5aa01d0-0751-4207-a587-d7124c844d8f" providerId="ADAL" clId="{C3A52D76-391A-43F8-B16D-AC801EA5CAA9}" dt="2023-11-08T16:02:03.178" v="2534" actId="21"/>
          <ac:spMkLst>
            <pc:docMk/>
            <pc:sldMk cId="178933035" sldId="1401"/>
            <ac:spMk id="133" creationId="{ABDFDD3A-FD55-4AD8-A07C-D32031676684}"/>
          </ac:spMkLst>
        </pc:spChg>
        <pc:spChg chg="add del mod">
          <ac:chgData name="Thijs Hauspie" userId="c5aa01d0-0751-4207-a587-d7124c844d8f" providerId="ADAL" clId="{C3A52D76-391A-43F8-B16D-AC801EA5CAA9}" dt="2023-11-08T16:02:16.725" v="2544"/>
          <ac:spMkLst>
            <pc:docMk/>
            <pc:sldMk cId="178933035" sldId="1401"/>
            <ac:spMk id="134" creationId="{DC62740C-53D5-FDF4-CA82-2D7854D19F45}"/>
          </ac:spMkLst>
        </pc:spChg>
        <pc:spChg chg="add del mod">
          <ac:chgData name="Thijs Hauspie" userId="c5aa01d0-0751-4207-a587-d7124c844d8f" providerId="ADAL" clId="{C3A52D76-391A-43F8-B16D-AC801EA5CAA9}" dt="2023-11-08T16:02:16.725" v="2544"/>
          <ac:spMkLst>
            <pc:docMk/>
            <pc:sldMk cId="178933035" sldId="1401"/>
            <ac:spMk id="135" creationId="{D19CA8B9-8EE2-19C0-B5F2-EE81036A32B9}"/>
          </ac:spMkLst>
        </pc:spChg>
        <pc:spChg chg="add del mod">
          <ac:chgData name="Thijs Hauspie" userId="c5aa01d0-0751-4207-a587-d7124c844d8f" providerId="ADAL" clId="{C3A52D76-391A-43F8-B16D-AC801EA5CAA9}" dt="2023-11-08T16:02:16.725" v="2544"/>
          <ac:spMkLst>
            <pc:docMk/>
            <pc:sldMk cId="178933035" sldId="1401"/>
            <ac:spMk id="136" creationId="{609292F8-2DC7-8A82-9794-0375B0820318}"/>
          </ac:spMkLst>
        </pc:spChg>
        <pc:spChg chg="add del mod">
          <ac:chgData name="Thijs Hauspie" userId="c5aa01d0-0751-4207-a587-d7124c844d8f" providerId="ADAL" clId="{C3A52D76-391A-43F8-B16D-AC801EA5CAA9}" dt="2023-11-08T16:02:16.725" v="2544"/>
          <ac:spMkLst>
            <pc:docMk/>
            <pc:sldMk cId="178933035" sldId="1401"/>
            <ac:spMk id="137" creationId="{D5E768C3-4637-7FFF-51A8-838EA1D98CD4}"/>
          </ac:spMkLst>
        </pc:spChg>
        <pc:spChg chg="add del mod">
          <ac:chgData name="Thijs Hauspie" userId="c5aa01d0-0751-4207-a587-d7124c844d8f" providerId="ADAL" clId="{C3A52D76-391A-43F8-B16D-AC801EA5CAA9}" dt="2023-11-08T16:02:16.725" v="2544"/>
          <ac:spMkLst>
            <pc:docMk/>
            <pc:sldMk cId="178933035" sldId="1401"/>
            <ac:spMk id="138" creationId="{94E0F29F-E42F-F3B0-190E-F3D8D9684E0D}"/>
          </ac:spMkLst>
        </pc:spChg>
        <pc:spChg chg="add del mod">
          <ac:chgData name="Thijs Hauspie" userId="c5aa01d0-0751-4207-a587-d7124c844d8f" providerId="ADAL" clId="{C3A52D76-391A-43F8-B16D-AC801EA5CAA9}" dt="2023-11-08T16:02:16.725" v="2544"/>
          <ac:spMkLst>
            <pc:docMk/>
            <pc:sldMk cId="178933035" sldId="1401"/>
            <ac:spMk id="139" creationId="{E3B514AD-F59C-6BF0-BF73-E0F3D7A10E20}"/>
          </ac:spMkLst>
        </pc:spChg>
        <pc:spChg chg="add del mod">
          <ac:chgData name="Thijs Hauspie" userId="c5aa01d0-0751-4207-a587-d7124c844d8f" providerId="ADAL" clId="{C3A52D76-391A-43F8-B16D-AC801EA5CAA9}" dt="2023-11-08T16:02:16.725" v="2544"/>
          <ac:spMkLst>
            <pc:docMk/>
            <pc:sldMk cId="178933035" sldId="1401"/>
            <ac:spMk id="140" creationId="{57BFB7D2-65DB-2800-A020-B4D710062BCB}"/>
          </ac:spMkLst>
        </pc:spChg>
        <pc:spChg chg="add del mod">
          <ac:chgData name="Thijs Hauspie" userId="c5aa01d0-0751-4207-a587-d7124c844d8f" providerId="ADAL" clId="{C3A52D76-391A-43F8-B16D-AC801EA5CAA9}" dt="2023-11-08T16:02:16.725" v="2544"/>
          <ac:spMkLst>
            <pc:docMk/>
            <pc:sldMk cId="178933035" sldId="1401"/>
            <ac:spMk id="141" creationId="{8764D95A-7D05-B63C-A4B8-A1AFFE6B0428}"/>
          </ac:spMkLst>
        </pc:spChg>
        <pc:spChg chg="add del mod">
          <ac:chgData name="Thijs Hauspie" userId="c5aa01d0-0751-4207-a587-d7124c844d8f" providerId="ADAL" clId="{C3A52D76-391A-43F8-B16D-AC801EA5CAA9}" dt="2023-11-08T16:02:16.725" v="2544"/>
          <ac:spMkLst>
            <pc:docMk/>
            <pc:sldMk cId="178933035" sldId="1401"/>
            <ac:spMk id="142" creationId="{A97879BD-40A8-567B-5AF8-5BBA83D5C75A}"/>
          </ac:spMkLst>
        </pc:spChg>
        <pc:spChg chg="add del mod">
          <ac:chgData name="Thijs Hauspie" userId="c5aa01d0-0751-4207-a587-d7124c844d8f" providerId="ADAL" clId="{C3A52D76-391A-43F8-B16D-AC801EA5CAA9}" dt="2023-11-08T16:02:16.725" v="2544"/>
          <ac:spMkLst>
            <pc:docMk/>
            <pc:sldMk cId="178933035" sldId="1401"/>
            <ac:spMk id="143" creationId="{BA9DA382-8607-5E8A-A0F4-13B07B4F3342}"/>
          </ac:spMkLst>
        </pc:spChg>
        <pc:spChg chg="del">
          <ac:chgData name="Thijs Hauspie" userId="c5aa01d0-0751-4207-a587-d7124c844d8f" providerId="ADAL" clId="{C3A52D76-391A-43F8-B16D-AC801EA5CAA9}" dt="2023-11-08T16:02:03.178" v="2534" actId="21"/>
          <ac:spMkLst>
            <pc:docMk/>
            <pc:sldMk cId="178933035" sldId="1401"/>
            <ac:spMk id="144" creationId="{D9AEFC00-DD16-44CB-810A-689CF89D2CBA}"/>
          </ac:spMkLst>
        </pc:spChg>
        <pc:spChg chg="add del mod">
          <ac:chgData name="Thijs Hauspie" userId="c5aa01d0-0751-4207-a587-d7124c844d8f" providerId="ADAL" clId="{C3A52D76-391A-43F8-B16D-AC801EA5CAA9}" dt="2023-11-08T16:02:16.725" v="2544"/>
          <ac:spMkLst>
            <pc:docMk/>
            <pc:sldMk cId="178933035" sldId="1401"/>
            <ac:spMk id="145" creationId="{B98017CA-07B9-2EEC-D05D-89120F042EFC}"/>
          </ac:spMkLst>
        </pc:spChg>
        <pc:spChg chg="add del mod">
          <ac:chgData name="Thijs Hauspie" userId="c5aa01d0-0751-4207-a587-d7124c844d8f" providerId="ADAL" clId="{C3A52D76-391A-43F8-B16D-AC801EA5CAA9}" dt="2023-11-08T16:02:16.725" v="2544"/>
          <ac:spMkLst>
            <pc:docMk/>
            <pc:sldMk cId="178933035" sldId="1401"/>
            <ac:spMk id="146" creationId="{8FFF2B16-F2E3-5359-5424-BD41B1864993}"/>
          </ac:spMkLst>
        </pc:spChg>
        <pc:spChg chg="add del mod">
          <ac:chgData name="Thijs Hauspie" userId="c5aa01d0-0751-4207-a587-d7124c844d8f" providerId="ADAL" clId="{C3A52D76-391A-43F8-B16D-AC801EA5CAA9}" dt="2023-11-08T16:02:16.725" v="2544"/>
          <ac:spMkLst>
            <pc:docMk/>
            <pc:sldMk cId="178933035" sldId="1401"/>
            <ac:spMk id="168" creationId="{EDF23342-552B-7A8C-EF88-6C6BD83C07D0}"/>
          </ac:spMkLst>
        </pc:spChg>
        <pc:spChg chg="add del mod">
          <ac:chgData name="Thijs Hauspie" userId="c5aa01d0-0751-4207-a587-d7124c844d8f" providerId="ADAL" clId="{C3A52D76-391A-43F8-B16D-AC801EA5CAA9}" dt="2023-11-08T16:02:16.725" v="2544"/>
          <ac:spMkLst>
            <pc:docMk/>
            <pc:sldMk cId="178933035" sldId="1401"/>
            <ac:spMk id="169" creationId="{4550C0A8-38B2-BC8F-D806-B41D8B497E46}"/>
          </ac:spMkLst>
        </pc:spChg>
        <pc:spChg chg="add del mod">
          <ac:chgData name="Thijs Hauspie" userId="c5aa01d0-0751-4207-a587-d7124c844d8f" providerId="ADAL" clId="{C3A52D76-391A-43F8-B16D-AC801EA5CAA9}" dt="2023-11-08T16:02:16.725" v="2544"/>
          <ac:spMkLst>
            <pc:docMk/>
            <pc:sldMk cId="178933035" sldId="1401"/>
            <ac:spMk id="174" creationId="{1D4872B8-19C6-7776-06DE-8E0321AB8338}"/>
          </ac:spMkLst>
        </pc:spChg>
        <pc:spChg chg="add del mod">
          <ac:chgData name="Thijs Hauspie" userId="c5aa01d0-0751-4207-a587-d7124c844d8f" providerId="ADAL" clId="{C3A52D76-391A-43F8-B16D-AC801EA5CAA9}" dt="2023-11-08T16:02:16.725" v="2544"/>
          <ac:spMkLst>
            <pc:docMk/>
            <pc:sldMk cId="178933035" sldId="1401"/>
            <ac:spMk id="175" creationId="{623C69F6-2374-253C-1EBE-F201EDC91B30}"/>
          </ac:spMkLst>
        </pc:spChg>
        <pc:spChg chg="add del mod">
          <ac:chgData name="Thijs Hauspie" userId="c5aa01d0-0751-4207-a587-d7124c844d8f" providerId="ADAL" clId="{C3A52D76-391A-43F8-B16D-AC801EA5CAA9}" dt="2023-11-08T16:02:16.725" v="2544"/>
          <ac:spMkLst>
            <pc:docMk/>
            <pc:sldMk cId="178933035" sldId="1401"/>
            <ac:spMk id="176" creationId="{8444E506-1414-B560-29C7-4F6B7DDF08F2}"/>
          </ac:spMkLst>
        </pc:spChg>
        <pc:spChg chg="add del mod">
          <ac:chgData name="Thijs Hauspie" userId="c5aa01d0-0751-4207-a587-d7124c844d8f" providerId="ADAL" clId="{C3A52D76-391A-43F8-B16D-AC801EA5CAA9}" dt="2023-11-08T16:02:16.725" v="2544"/>
          <ac:spMkLst>
            <pc:docMk/>
            <pc:sldMk cId="178933035" sldId="1401"/>
            <ac:spMk id="177" creationId="{4158EC97-4F54-8D76-BB82-03BB00137F55}"/>
          </ac:spMkLst>
        </pc:spChg>
        <pc:spChg chg="add del mod">
          <ac:chgData name="Thijs Hauspie" userId="c5aa01d0-0751-4207-a587-d7124c844d8f" providerId="ADAL" clId="{C3A52D76-391A-43F8-B16D-AC801EA5CAA9}" dt="2023-11-08T16:02:16.725" v="2544"/>
          <ac:spMkLst>
            <pc:docMk/>
            <pc:sldMk cId="178933035" sldId="1401"/>
            <ac:spMk id="178" creationId="{C226F21A-57F7-98D4-3C0B-E08B88165FC9}"/>
          </ac:spMkLst>
        </pc:spChg>
        <pc:spChg chg="add del mod">
          <ac:chgData name="Thijs Hauspie" userId="c5aa01d0-0751-4207-a587-d7124c844d8f" providerId="ADAL" clId="{C3A52D76-391A-43F8-B16D-AC801EA5CAA9}" dt="2023-11-08T16:02:16.725" v="2544"/>
          <ac:spMkLst>
            <pc:docMk/>
            <pc:sldMk cId="178933035" sldId="1401"/>
            <ac:spMk id="179" creationId="{58026870-3E45-1539-7719-2B66686F9D8A}"/>
          </ac:spMkLst>
        </pc:spChg>
        <pc:spChg chg="add del mod">
          <ac:chgData name="Thijs Hauspie" userId="c5aa01d0-0751-4207-a587-d7124c844d8f" providerId="ADAL" clId="{C3A52D76-391A-43F8-B16D-AC801EA5CAA9}" dt="2023-11-08T16:02:16.725" v="2544"/>
          <ac:spMkLst>
            <pc:docMk/>
            <pc:sldMk cId="178933035" sldId="1401"/>
            <ac:spMk id="180" creationId="{0386171E-530C-C8D9-B458-1EBC5460BDE1}"/>
          </ac:spMkLst>
        </pc:spChg>
        <pc:spChg chg="add del mod">
          <ac:chgData name="Thijs Hauspie" userId="c5aa01d0-0751-4207-a587-d7124c844d8f" providerId="ADAL" clId="{C3A52D76-391A-43F8-B16D-AC801EA5CAA9}" dt="2023-11-08T16:02:16.725" v="2544"/>
          <ac:spMkLst>
            <pc:docMk/>
            <pc:sldMk cId="178933035" sldId="1401"/>
            <ac:spMk id="181" creationId="{3AB62583-A3F0-F589-A556-702D5FE3C2C5}"/>
          </ac:spMkLst>
        </pc:spChg>
        <pc:spChg chg="add del mod">
          <ac:chgData name="Thijs Hauspie" userId="c5aa01d0-0751-4207-a587-d7124c844d8f" providerId="ADAL" clId="{C3A52D76-391A-43F8-B16D-AC801EA5CAA9}" dt="2023-11-08T16:02:16.725" v="2544"/>
          <ac:spMkLst>
            <pc:docMk/>
            <pc:sldMk cId="178933035" sldId="1401"/>
            <ac:spMk id="182" creationId="{6FA76FF5-CAB3-5412-9E4D-16A258915111}"/>
          </ac:spMkLst>
        </pc:spChg>
        <pc:spChg chg="add del mod">
          <ac:chgData name="Thijs Hauspie" userId="c5aa01d0-0751-4207-a587-d7124c844d8f" providerId="ADAL" clId="{C3A52D76-391A-43F8-B16D-AC801EA5CAA9}" dt="2023-11-08T16:02:16.725" v="2544"/>
          <ac:spMkLst>
            <pc:docMk/>
            <pc:sldMk cId="178933035" sldId="1401"/>
            <ac:spMk id="183" creationId="{5794ABD7-1167-E9FE-BFA5-CA9EBDEC3319}"/>
          </ac:spMkLst>
        </pc:spChg>
        <pc:spChg chg="add del mod">
          <ac:chgData name="Thijs Hauspie" userId="c5aa01d0-0751-4207-a587-d7124c844d8f" providerId="ADAL" clId="{C3A52D76-391A-43F8-B16D-AC801EA5CAA9}" dt="2023-11-08T16:02:16.725" v="2544"/>
          <ac:spMkLst>
            <pc:docMk/>
            <pc:sldMk cId="178933035" sldId="1401"/>
            <ac:spMk id="184" creationId="{116FB7F4-8BBF-F998-A59D-512593D7F205}"/>
          </ac:spMkLst>
        </pc:spChg>
        <pc:spChg chg="add del mod">
          <ac:chgData name="Thijs Hauspie" userId="c5aa01d0-0751-4207-a587-d7124c844d8f" providerId="ADAL" clId="{C3A52D76-391A-43F8-B16D-AC801EA5CAA9}" dt="2023-11-08T16:02:16.725" v="2544"/>
          <ac:spMkLst>
            <pc:docMk/>
            <pc:sldMk cId="178933035" sldId="1401"/>
            <ac:spMk id="185" creationId="{671FF765-A420-0771-E529-FC403E4E19D3}"/>
          </ac:spMkLst>
        </pc:spChg>
        <pc:spChg chg="add del mod">
          <ac:chgData name="Thijs Hauspie" userId="c5aa01d0-0751-4207-a587-d7124c844d8f" providerId="ADAL" clId="{C3A52D76-391A-43F8-B16D-AC801EA5CAA9}" dt="2023-11-08T16:02:16.725" v="2544"/>
          <ac:spMkLst>
            <pc:docMk/>
            <pc:sldMk cId="178933035" sldId="1401"/>
            <ac:spMk id="186" creationId="{27FCD53A-85A0-30A1-41CC-F23F87BF42B2}"/>
          </ac:spMkLst>
        </pc:spChg>
        <pc:spChg chg="add del mod">
          <ac:chgData name="Thijs Hauspie" userId="c5aa01d0-0751-4207-a587-d7124c844d8f" providerId="ADAL" clId="{C3A52D76-391A-43F8-B16D-AC801EA5CAA9}" dt="2023-11-08T16:02:16.725" v="2544"/>
          <ac:spMkLst>
            <pc:docMk/>
            <pc:sldMk cId="178933035" sldId="1401"/>
            <ac:spMk id="187" creationId="{A71EA690-3963-152D-2E69-6E26AAD039C3}"/>
          </ac:spMkLst>
        </pc:spChg>
        <pc:spChg chg="add del mod">
          <ac:chgData name="Thijs Hauspie" userId="c5aa01d0-0751-4207-a587-d7124c844d8f" providerId="ADAL" clId="{C3A52D76-391A-43F8-B16D-AC801EA5CAA9}" dt="2023-11-08T16:02:16.725" v="2544"/>
          <ac:spMkLst>
            <pc:docMk/>
            <pc:sldMk cId="178933035" sldId="1401"/>
            <ac:spMk id="188" creationId="{3831385F-E42D-C7DC-CCC3-6326ACBFA852}"/>
          </ac:spMkLst>
        </pc:spChg>
        <pc:spChg chg="add del mod">
          <ac:chgData name="Thijs Hauspie" userId="c5aa01d0-0751-4207-a587-d7124c844d8f" providerId="ADAL" clId="{C3A52D76-391A-43F8-B16D-AC801EA5CAA9}" dt="2023-11-08T16:02:16.725" v="2544"/>
          <ac:spMkLst>
            <pc:docMk/>
            <pc:sldMk cId="178933035" sldId="1401"/>
            <ac:spMk id="189" creationId="{6ED0A425-34A5-447A-4497-A66BDE5666FF}"/>
          </ac:spMkLst>
        </pc:spChg>
        <pc:spChg chg="add del mod">
          <ac:chgData name="Thijs Hauspie" userId="c5aa01d0-0751-4207-a587-d7124c844d8f" providerId="ADAL" clId="{C3A52D76-391A-43F8-B16D-AC801EA5CAA9}" dt="2023-11-08T16:02:16.725" v="2544"/>
          <ac:spMkLst>
            <pc:docMk/>
            <pc:sldMk cId="178933035" sldId="1401"/>
            <ac:spMk id="190" creationId="{1562AA19-5529-A842-C53E-CF07372F4682}"/>
          </ac:spMkLst>
        </pc:spChg>
        <pc:spChg chg="add del mod">
          <ac:chgData name="Thijs Hauspie" userId="c5aa01d0-0751-4207-a587-d7124c844d8f" providerId="ADAL" clId="{C3A52D76-391A-43F8-B16D-AC801EA5CAA9}" dt="2023-11-08T16:02:16.725" v="2544"/>
          <ac:spMkLst>
            <pc:docMk/>
            <pc:sldMk cId="178933035" sldId="1401"/>
            <ac:spMk id="215" creationId="{A297E1FF-77A4-6DDD-4605-CD0CBA850B3C}"/>
          </ac:spMkLst>
        </pc:spChg>
        <pc:spChg chg="add del mod">
          <ac:chgData name="Thijs Hauspie" userId="c5aa01d0-0751-4207-a587-d7124c844d8f" providerId="ADAL" clId="{C3A52D76-391A-43F8-B16D-AC801EA5CAA9}" dt="2023-11-08T16:02:16.725" v="2544"/>
          <ac:spMkLst>
            <pc:docMk/>
            <pc:sldMk cId="178933035" sldId="1401"/>
            <ac:spMk id="218" creationId="{3A6B0345-9F50-C417-62E0-7F946E849EE1}"/>
          </ac:spMkLst>
        </pc:spChg>
        <pc:spChg chg="add del mod">
          <ac:chgData name="Thijs Hauspie" userId="c5aa01d0-0751-4207-a587-d7124c844d8f" providerId="ADAL" clId="{C3A52D76-391A-43F8-B16D-AC801EA5CAA9}" dt="2023-11-08T16:02:16.725" v="2544"/>
          <ac:spMkLst>
            <pc:docMk/>
            <pc:sldMk cId="178933035" sldId="1401"/>
            <ac:spMk id="219" creationId="{738771EF-03F9-E1BB-6E87-299490325A9E}"/>
          </ac:spMkLst>
        </pc:spChg>
        <pc:spChg chg="add del mod">
          <ac:chgData name="Thijs Hauspie" userId="c5aa01d0-0751-4207-a587-d7124c844d8f" providerId="ADAL" clId="{C3A52D76-391A-43F8-B16D-AC801EA5CAA9}" dt="2023-11-08T16:02:16.725" v="2544"/>
          <ac:spMkLst>
            <pc:docMk/>
            <pc:sldMk cId="178933035" sldId="1401"/>
            <ac:spMk id="220" creationId="{3931CD8E-B90F-F580-26AF-20A505599D47}"/>
          </ac:spMkLst>
        </pc:spChg>
        <pc:spChg chg="add del mod">
          <ac:chgData name="Thijs Hauspie" userId="c5aa01d0-0751-4207-a587-d7124c844d8f" providerId="ADAL" clId="{C3A52D76-391A-43F8-B16D-AC801EA5CAA9}" dt="2023-11-08T16:02:16.725" v="2544"/>
          <ac:spMkLst>
            <pc:docMk/>
            <pc:sldMk cId="178933035" sldId="1401"/>
            <ac:spMk id="221" creationId="{DFD377F3-0E08-4A41-7AA3-C034038C73A4}"/>
          </ac:spMkLst>
        </pc:spChg>
        <pc:spChg chg="add del mod">
          <ac:chgData name="Thijs Hauspie" userId="c5aa01d0-0751-4207-a587-d7124c844d8f" providerId="ADAL" clId="{C3A52D76-391A-43F8-B16D-AC801EA5CAA9}" dt="2023-11-08T16:02:16.725" v="2544"/>
          <ac:spMkLst>
            <pc:docMk/>
            <pc:sldMk cId="178933035" sldId="1401"/>
            <ac:spMk id="222" creationId="{AA1685E1-F560-8551-C35C-28A4077057CC}"/>
          </ac:spMkLst>
        </pc:spChg>
        <pc:spChg chg="add del mod">
          <ac:chgData name="Thijs Hauspie" userId="c5aa01d0-0751-4207-a587-d7124c844d8f" providerId="ADAL" clId="{C3A52D76-391A-43F8-B16D-AC801EA5CAA9}" dt="2023-11-08T16:02:16.725" v="2544"/>
          <ac:spMkLst>
            <pc:docMk/>
            <pc:sldMk cId="178933035" sldId="1401"/>
            <ac:spMk id="223" creationId="{E6EFB19E-746F-2D67-1C30-26E2D131B897}"/>
          </ac:spMkLst>
        </pc:spChg>
        <pc:spChg chg="add del mod">
          <ac:chgData name="Thijs Hauspie" userId="c5aa01d0-0751-4207-a587-d7124c844d8f" providerId="ADAL" clId="{C3A52D76-391A-43F8-B16D-AC801EA5CAA9}" dt="2023-11-08T16:02:16.725" v="2544"/>
          <ac:spMkLst>
            <pc:docMk/>
            <pc:sldMk cId="178933035" sldId="1401"/>
            <ac:spMk id="224" creationId="{E77CF171-72D1-B6D9-6EB0-1CCE6F7807AD}"/>
          </ac:spMkLst>
        </pc:spChg>
        <pc:spChg chg="add del mod">
          <ac:chgData name="Thijs Hauspie" userId="c5aa01d0-0751-4207-a587-d7124c844d8f" providerId="ADAL" clId="{C3A52D76-391A-43F8-B16D-AC801EA5CAA9}" dt="2023-11-08T16:02:16.725" v="2544"/>
          <ac:spMkLst>
            <pc:docMk/>
            <pc:sldMk cId="178933035" sldId="1401"/>
            <ac:spMk id="233" creationId="{A19C7D98-AAD4-1F20-0DEA-7F51F879E43D}"/>
          </ac:spMkLst>
        </pc:spChg>
        <pc:spChg chg="add del mod">
          <ac:chgData name="Thijs Hauspie" userId="c5aa01d0-0751-4207-a587-d7124c844d8f" providerId="ADAL" clId="{C3A52D76-391A-43F8-B16D-AC801EA5CAA9}" dt="2023-11-08T16:02:16.725" v="2544"/>
          <ac:spMkLst>
            <pc:docMk/>
            <pc:sldMk cId="178933035" sldId="1401"/>
            <ac:spMk id="234" creationId="{2171296D-3455-8617-FB70-2F161D70C2B7}"/>
          </ac:spMkLst>
        </pc:spChg>
        <pc:spChg chg="add del mod">
          <ac:chgData name="Thijs Hauspie" userId="c5aa01d0-0751-4207-a587-d7124c844d8f" providerId="ADAL" clId="{C3A52D76-391A-43F8-B16D-AC801EA5CAA9}" dt="2023-11-08T16:02:16.725" v="2544"/>
          <ac:spMkLst>
            <pc:docMk/>
            <pc:sldMk cId="178933035" sldId="1401"/>
            <ac:spMk id="240" creationId="{4A24B825-D09B-62BF-5C48-E52E776F973F}"/>
          </ac:spMkLst>
        </pc:spChg>
        <pc:spChg chg="add del mod">
          <ac:chgData name="Thijs Hauspie" userId="c5aa01d0-0751-4207-a587-d7124c844d8f" providerId="ADAL" clId="{C3A52D76-391A-43F8-B16D-AC801EA5CAA9}" dt="2023-11-08T16:02:16.725" v="2544"/>
          <ac:spMkLst>
            <pc:docMk/>
            <pc:sldMk cId="178933035" sldId="1401"/>
            <ac:spMk id="241" creationId="{5A72A41C-6233-F07F-92C2-32BCF9A354C6}"/>
          </ac:spMkLst>
        </pc:spChg>
        <pc:spChg chg="del mod ord">
          <ac:chgData name="Thijs Hauspie" userId="c5aa01d0-0751-4207-a587-d7124c844d8f" providerId="ADAL" clId="{C3A52D76-391A-43F8-B16D-AC801EA5CAA9}" dt="2023-11-08T16:02:03.178" v="2534" actId="21"/>
          <ac:spMkLst>
            <pc:docMk/>
            <pc:sldMk cId="178933035" sldId="1401"/>
            <ac:spMk id="245" creationId="{18FC5625-A36C-4539-B58D-A6C810CAD8CC}"/>
          </ac:spMkLst>
        </pc:spChg>
        <pc:spChg chg="add del mod">
          <ac:chgData name="Thijs Hauspie" userId="c5aa01d0-0751-4207-a587-d7124c844d8f" providerId="ADAL" clId="{C3A52D76-391A-43F8-B16D-AC801EA5CAA9}" dt="2023-11-08T16:02:16.725" v="2544"/>
          <ac:spMkLst>
            <pc:docMk/>
            <pc:sldMk cId="178933035" sldId="1401"/>
            <ac:spMk id="246" creationId="{F7C9A3AD-291E-892E-D7DE-748712709197}"/>
          </ac:spMkLst>
        </pc:spChg>
        <pc:spChg chg="add del mod">
          <ac:chgData name="Thijs Hauspie" userId="c5aa01d0-0751-4207-a587-d7124c844d8f" providerId="ADAL" clId="{C3A52D76-391A-43F8-B16D-AC801EA5CAA9}" dt="2023-11-08T16:02:16.725" v="2544"/>
          <ac:spMkLst>
            <pc:docMk/>
            <pc:sldMk cId="178933035" sldId="1401"/>
            <ac:spMk id="249" creationId="{488E284C-D1A6-8EDE-75BC-9688F7E402AD}"/>
          </ac:spMkLst>
        </pc:spChg>
        <pc:graphicFrameChg chg="del">
          <ac:chgData name="Thijs Hauspie" userId="c5aa01d0-0751-4207-a587-d7124c844d8f" providerId="ADAL" clId="{C3A52D76-391A-43F8-B16D-AC801EA5CAA9}" dt="2023-11-08T16:02:03.178" v="2534" actId="21"/>
          <ac:graphicFrameMkLst>
            <pc:docMk/>
            <pc:sldMk cId="178933035" sldId="1401"/>
            <ac:graphicFrameMk id="91" creationId="{3CFB8AB4-FEFB-4A84-B384-AEC2F695BE45}"/>
          </ac:graphicFrameMkLst>
        </pc:graphicFrameChg>
        <pc:graphicFrameChg chg="add del mod">
          <ac:chgData name="Thijs Hauspie" userId="c5aa01d0-0751-4207-a587-d7124c844d8f" providerId="ADAL" clId="{C3A52D76-391A-43F8-B16D-AC801EA5CAA9}" dt="2023-11-08T16:02:16.725" v="2544"/>
          <ac:graphicFrameMkLst>
            <pc:docMk/>
            <pc:sldMk cId="178933035" sldId="1401"/>
            <ac:graphicFrameMk id="214" creationId="{165398FC-AE5A-6393-2D42-F13ED8B374DC}"/>
          </ac:graphicFrameMkLst>
        </pc:graphicFrameChg>
        <pc:picChg chg="add">
          <ac:chgData name="Thijs Hauspie" userId="c5aa01d0-0751-4207-a587-d7124c844d8f" providerId="ADAL" clId="{C3A52D76-391A-43F8-B16D-AC801EA5CAA9}" dt="2023-11-08T16:02:16.970" v="2545"/>
          <ac:picMkLst>
            <pc:docMk/>
            <pc:sldMk cId="178933035" sldId="1401"/>
            <ac:picMk id="250" creationId="{F27A35D4-BF18-08FD-EC88-473129AED80C}"/>
          </ac:picMkLst>
        </pc:picChg>
        <pc:cxnChg chg="del mod">
          <ac:chgData name="Thijs Hauspie" userId="c5aa01d0-0751-4207-a587-d7124c844d8f" providerId="ADAL" clId="{C3A52D76-391A-43F8-B16D-AC801EA5CAA9}" dt="2023-11-08T16:02:03.178" v="2534" actId="21"/>
          <ac:cxnSpMkLst>
            <pc:docMk/>
            <pc:sldMk cId="178933035" sldId="1401"/>
            <ac:cxnSpMk id="13" creationId="{B1FF0BF9-6799-4152-99E5-A549EC4FA225}"/>
          </ac:cxnSpMkLst>
        </pc:cxnChg>
        <pc:cxnChg chg="del mod">
          <ac:chgData name="Thijs Hauspie" userId="c5aa01d0-0751-4207-a587-d7124c844d8f" providerId="ADAL" clId="{C3A52D76-391A-43F8-B16D-AC801EA5CAA9}" dt="2023-11-08T16:02:03.178" v="2534" actId="21"/>
          <ac:cxnSpMkLst>
            <pc:docMk/>
            <pc:sldMk cId="178933035" sldId="1401"/>
            <ac:cxnSpMk id="26" creationId="{C2E40CDE-0509-4980-8ABC-D5E13B4D63EC}"/>
          </ac:cxnSpMkLst>
        </pc:cxnChg>
        <pc:cxnChg chg="del mod">
          <ac:chgData name="Thijs Hauspie" userId="c5aa01d0-0751-4207-a587-d7124c844d8f" providerId="ADAL" clId="{C3A52D76-391A-43F8-B16D-AC801EA5CAA9}" dt="2023-11-08T16:02:03.178" v="2534" actId="21"/>
          <ac:cxnSpMkLst>
            <pc:docMk/>
            <pc:sldMk cId="178933035" sldId="1401"/>
            <ac:cxnSpMk id="27" creationId="{63ED7FAA-3E92-40CF-B548-DAEC25B4DEE5}"/>
          </ac:cxnSpMkLst>
        </pc:cxnChg>
        <pc:cxnChg chg="del mod">
          <ac:chgData name="Thijs Hauspie" userId="c5aa01d0-0751-4207-a587-d7124c844d8f" providerId="ADAL" clId="{C3A52D76-391A-43F8-B16D-AC801EA5CAA9}" dt="2023-11-08T16:02:03.178" v="2534" actId="21"/>
          <ac:cxnSpMkLst>
            <pc:docMk/>
            <pc:sldMk cId="178933035" sldId="1401"/>
            <ac:cxnSpMk id="28" creationId="{C049D1A6-52D5-421E-ADBC-D406D68A1E03}"/>
          </ac:cxnSpMkLst>
        </pc:cxnChg>
        <pc:cxnChg chg="del mod">
          <ac:chgData name="Thijs Hauspie" userId="c5aa01d0-0751-4207-a587-d7124c844d8f" providerId="ADAL" clId="{C3A52D76-391A-43F8-B16D-AC801EA5CAA9}" dt="2023-11-08T16:02:03.178" v="2534" actId="21"/>
          <ac:cxnSpMkLst>
            <pc:docMk/>
            <pc:sldMk cId="178933035" sldId="1401"/>
            <ac:cxnSpMk id="29" creationId="{B48BBA74-0B02-4E1C-916A-3BF2D95B892A}"/>
          </ac:cxnSpMkLst>
        </pc:cxnChg>
        <pc:cxnChg chg="del mod">
          <ac:chgData name="Thijs Hauspie" userId="c5aa01d0-0751-4207-a587-d7124c844d8f" providerId="ADAL" clId="{C3A52D76-391A-43F8-B16D-AC801EA5CAA9}" dt="2023-11-08T16:02:03.178" v="2534" actId="21"/>
          <ac:cxnSpMkLst>
            <pc:docMk/>
            <pc:sldMk cId="178933035" sldId="1401"/>
            <ac:cxnSpMk id="30" creationId="{5F95BA9C-6341-4AF6-8E4E-20D71A502B91}"/>
          </ac:cxnSpMkLst>
        </pc:cxnChg>
        <pc:cxnChg chg="del mod">
          <ac:chgData name="Thijs Hauspie" userId="c5aa01d0-0751-4207-a587-d7124c844d8f" providerId="ADAL" clId="{C3A52D76-391A-43F8-B16D-AC801EA5CAA9}" dt="2023-11-08T16:02:03.178" v="2534" actId="21"/>
          <ac:cxnSpMkLst>
            <pc:docMk/>
            <pc:sldMk cId="178933035" sldId="1401"/>
            <ac:cxnSpMk id="31" creationId="{7F2DA6E5-A9D3-4BA4-B370-C8B749981BCA}"/>
          </ac:cxnSpMkLst>
        </pc:cxnChg>
        <pc:cxnChg chg="del mod">
          <ac:chgData name="Thijs Hauspie" userId="c5aa01d0-0751-4207-a587-d7124c844d8f" providerId="ADAL" clId="{C3A52D76-391A-43F8-B16D-AC801EA5CAA9}" dt="2023-11-08T16:02:03.178" v="2534" actId="21"/>
          <ac:cxnSpMkLst>
            <pc:docMk/>
            <pc:sldMk cId="178933035" sldId="1401"/>
            <ac:cxnSpMk id="32" creationId="{2AC0B029-CC19-4668-8F88-D219AD5CA9D4}"/>
          </ac:cxnSpMkLst>
        </pc:cxnChg>
        <pc:cxnChg chg="del mod">
          <ac:chgData name="Thijs Hauspie" userId="c5aa01d0-0751-4207-a587-d7124c844d8f" providerId="ADAL" clId="{C3A52D76-391A-43F8-B16D-AC801EA5CAA9}" dt="2023-11-08T16:02:03.178" v="2534" actId="21"/>
          <ac:cxnSpMkLst>
            <pc:docMk/>
            <pc:sldMk cId="178933035" sldId="1401"/>
            <ac:cxnSpMk id="33" creationId="{47D6A7D7-9301-4822-B0D1-672E58693E6C}"/>
          </ac:cxnSpMkLst>
        </pc:cxnChg>
        <pc:cxnChg chg="del mod">
          <ac:chgData name="Thijs Hauspie" userId="c5aa01d0-0751-4207-a587-d7124c844d8f" providerId="ADAL" clId="{C3A52D76-391A-43F8-B16D-AC801EA5CAA9}" dt="2023-11-08T16:02:03.178" v="2534" actId="21"/>
          <ac:cxnSpMkLst>
            <pc:docMk/>
            <pc:sldMk cId="178933035" sldId="1401"/>
            <ac:cxnSpMk id="34" creationId="{57E46F4F-9CE9-4193-A0A3-AC0BFB0153E3}"/>
          </ac:cxnSpMkLst>
        </pc:cxnChg>
        <pc:cxnChg chg="del mod">
          <ac:chgData name="Thijs Hauspie" userId="c5aa01d0-0751-4207-a587-d7124c844d8f" providerId="ADAL" clId="{C3A52D76-391A-43F8-B16D-AC801EA5CAA9}" dt="2023-11-08T16:02:03.178" v="2534" actId="21"/>
          <ac:cxnSpMkLst>
            <pc:docMk/>
            <pc:sldMk cId="178933035" sldId="1401"/>
            <ac:cxnSpMk id="35" creationId="{8C4F753A-C967-474B-B16D-3D797DCA47BC}"/>
          </ac:cxnSpMkLst>
        </pc:cxnChg>
        <pc:cxnChg chg="del mod">
          <ac:chgData name="Thijs Hauspie" userId="c5aa01d0-0751-4207-a587-d7124c844d8f" providerId="ADAL" clId="{C3A52D76-391A-43F8-B16D-AC801EA5CAA9}" dt="2023-11-08T16:02:03.178" v="2534" actId="21"/>
          <ac:cxnSpMkLst>
            <pc:docMk/>
            <pc:sldMk cId="178933035" sldId="1401"/>
            <ac:cxnSpMk id="36" creationId="{95271780-69D1-4B9A-AB0A-50671DFB34D0}"/>
          </ac:cxnSpMkLst>
        </pc:cxnChg>
        <pc:cxnChg chg="del mod">
          <ac:chgData name="Thijs Hauspie" userId="c5aa01d0-0751-4207-a587-d7124c844d8f" providerId="ADAL" clId="{C3A52D76-391A-43F8-B16D-AC801EA5CAA9}" dt="2023-11-08T16:02:03.178" v="2534" actId="21"/>
          <ac:cxnSpMkLst>
            <pc:docMk/>
            <pc:sldMk cId="178933035" sldId="1401"/>
            <ac:cxnSpMk id="37" creationId="{482698B3-52BB-489E-ACCD-55314AC2B672}"/>
          </ac:cxnSpMkLst>
        </pc:cxnChg>
        <pc:cxnChg chg="del mod">
          <ac:chgData name="Thijs Hauspie" userId="c5aa01d0-0751-4207-a587-d7124c844d8f" providerId="ADAL" clId="{C3A52D76-391A-43F8-B16D-AC801EA5CAA9}" dt="2023-11-08T16:02:03.178" v="2534" actId="21"/>
          <ac:cxnSpMkLst>
            <pc:docMk/>
            <pc:sldMk cId="178933035" sldId="1401"/>
            <ac:cxnSpMk id="38" creationId="{520539FF-C4AB-47F7-B74A-E8BEA15B37DD}"/>
          </ac:cxnSpMkLst>
        </pc:cxnChg>
        <pc:cxnChg chg="del mod">
          <ac:chgData name="Thijs Hauspie" userId="c5aa01d0-0751-4207-a587-d7124c844d8f" providerId="ADAL" clId="{C3A52D76-391A-43F8-B16D-AC801EA5CAA9}" dt="2023-11-08T16:02:03.178" v="2534" actId="21"/>
          <ac:cxnSpMkLst>
            <pc:docMk/>
            <pc:sldMk cId="178933035" sldId="1401"/>
            <ac:cxnSpMk id="39" creationId="{881E4FBB-500B-4A48-A435-26A60401AA8A}"/>
          </ac:cxnSpMkLst>
        </pc:cxnChg>
        <pc:cxnChg chg="del mod">
          <ac:chgData name="Thijs Hauspie" userId="c5aa01d0-0751-4207-a587-d7124c844d8f" providerId="ADAL" clId="{C3A52D76-391A-43F8-B16D-AC801EA5CAA9}" dt="2023-11-08T16:02:03.178" v="2534" actId="21"/>
          <ac:cxnSpMkLst>
            <pc:docMk/>
            <pc:sldMk cId="178933035" sldId="1401"/>
            <ac:cxnSpMk id="40" creationId="{9A5D1B40-1C0C-4650-98DC-E845DD7F7FCA}"/>
          </ac:cxnSpMkLst>
        </pc:cxnChg>
        <pc:cxnChg chg="del mod">
          <ac:chgData name="Thijs Hauspie" userId="c5aa01d0-0751-4207-a587-d7124c844d8f" providerId="ADAL" clId="{C3A52D76-391A-43F8-B16D-AC801EA5CAA9}" dt="2023-11-08T16:02:03.178" v="2534" actId="21"/>
          <ac:cxnSpMkLst>
            <pc:docMk/>
            <pc:sldMk cId="178933035" sldId="1401"/>
            <ac:cxnSpMk id="41" creationId="{DAFDF9B0-1199-451D-A3A8-280B50010582}"/>
          </ac:cxnSpMkLst>
        </pc:cxnChg>
        <pc:cxnChg chg="del mod">
          <ac:chgData name="Thijs Hauspie" userId="c5aa01d0-0751-4207-a587-d7124c844d8f" providerId="ADAL" clId="{C3A52D76-391A-43F8-B16D-AC801EA5CAA9}" dt="2023-11-08T16:02:03.178" v="2534" actId="21"/>
          <ac:cxnSpMkLst>
            <pc:docMk/>
            <pc:sldMk cId="178933035" sldId="1401"/>
            <ac:cxnSpMk id="42" creationId="{815DC919-FC68-4AC6-9C2D-F1F424E8B5D1}"/>
          </ac:cxnSpMkLst>
        </pc:cxnChg>
        <pc:cxnChg chg="del mod">
          <ac:chgData name="Thijs Hauspie" userId="c5aa01d0-0751-4207-a587-d7124c844d8f" providerId="ADAL" clId="{C3A52D76-391A-43F8-B16D-AC801EA5CAA9}" dt="2023-11-08T16:02:03.178" v="2534" actId="21"/>
          <ac:cxnSpMkLst>
            <pc:docMk/>
            <pc:sldMk cId="178933035" sldId="1401"/>
            <ac:cxnSpMk id="43" creationId="{1944AF4B-AFB3-47F3-AA7E-B48BB0E4812C}"/>
          </ac:cxnSpMkLst>
        </pc:cxnChg>
        <pc:cxnChg chg="del mod">
          <ac:chgData name="Thijs Hauspie" userId="c5aa01d0-0751-4207-a587-d7124c844d8f" providerId="ADAL" clId="{C3A52D76-391A-43F8-B16D-AC801EA5CAA9}" dt="2023-11-08T16:02:03.178" v="2534" actId="21"/>
          <ac:cxnSpMkLst>
            <pc:docMk/>
            <pc:sldMk cId="178933035" sldId="1401"/>
            <ac:cxnSpMk id="46" creationId="{B4169F39-ADC8-41DE-9507-5F0F4D0FC769}"/>
          </ac:cxnSpMkLst>
        </pc:cxnChg>
        <pc:cxnChg chg="del mod">
          <ac:chgData name="Thijs Hauspie" userId="c5aa01d0-0751-4207-a587-d7124c844d8f" providerId="ADAL" clId="{C3A52D76-391A-43F8-B16D-AC801EA5CAA9}" dt="2023-11-08T16:02:03.178" v="2534" actId="21"/>
          <ac:cxnSpMkLst>
            <pc:docMk/>
            <pc:sldMk cId="178933035" sldId="1401"/>
            <ac:cxnSpMk id="47" creationId="{D23A0FE4-A792-4EAA-AE89-2284D5597B64}"/>
          </ac:cxnSpMkLst>
        </pc:cxnChg>
        <pc:cxnChg chg="del mod">
          <ac:chgData name="Thijs Hauspie" userId="c5aa01d0-0751-4207-a587-d7124c844d8f" providerId="ADAL" clId="{C3A52D76-391A-43F8-B16D-AC801EA5CAA9}" dt="2023-11-08T16:02:03.178" v="2534" actId="21"/>
          <ac:cxnSpMkLst>
            <pc:docMk/>
            <pc:sldMk cId="178933035" sldId="1401"/>
            <ac:cxnSpMk id="48" creationId="{47105FBF-E393-4EF6-8B39-CA9B43410538}"/>
          </ac:cxnSpMkLst>
        </pc:cxnChg>
        <pc:cxnChg chg="del mod">
          <ac:chgData name="Thijs Hauspie" userId="c5aa01d0-0751-4207-a587-d7124c844d8f" providerId="ADAL" clId="{C3A52D76-391A-43F8-B16D-AC801EA5CAA9}" dt="2023-11-08T16:02:03.178" v="2534" actId="21"/>
          <ac:cxnSpMkLst>
            <pc:docMk/>
            <pc:sldMk cId="178933035" sldId="1401"/>
            <ac:cxnSpMk id="49" creationId="{622DC63D-5E25-4303-8371-36871A070E51}"/>
          </ac:cxnSpMkLst>
        </pc:cxnChg>
        <pc:cxnChg chg="del mod">
          <ac:chgData name="Thijs Hauspie" userId="c5aa01d0-0751-4207-a587-d7124c844d8f" providerId="ADAL" clId="{C3A52D76-391A-43F8-B16D-AC801EA5CAA9}" dt="2023-11-08T16:02:03.178" v="2534" actId="21"/>
          <ac:cxnSpMkLst>
            <pc:docMk/>
            <pc:sldMk cId="178933035" sldId="1401"/>
            <ac:cxnSpMk id="67" creationId="{F66BC1AC-DE00-4DB4-9FFF-BB24E0FC3388}"/>
          </ac:cxnSpMkLst>
        </pc:cxnChg>
        <pc:cxnChg chg="del mod">
          <ac:chgData name="Thijs Hauspie" userId="c5aa01d0-0751-4207-a587-d7124c844d8f" providerId="ADAL" clId="{C3A52D76-391A-43F8-B16D-AC801EA5CAA9}" dt="2023-11-08T16:02:03.178" v="2534" actId="21"/>
          <ac:cxnSpMkLst>
            <pc:docMk/>
            <pc:sldMk cId="178933035" sldId="1401"/>
            <ac:cxnSpMk id="68" creationId="{A458D58C-EBE9-457B-B5F1-162E5044909D}"/>
          </ac:cxnSpMkLst>
        </pc:cxnChg>
        <pc:cxnChg chg="del mod">
          <ac:chgData name="Thijs Hauspie" userId="c5aa01d0-0751-4207-a587-d7124c844d8f" providerId="ADAL" clId="{C3A52D76-391A-43F8-B16D-AC801EA5CAA9}" dt="2023-11-08T16:02:03.178" v="2534" actId="21"/>
          <ac:cxnSpMkLst>
            <pc:docMk/>
            <pc:sldMk cId="178933035" sldId="1401"/>
            <ac:cxnSpMk id="69" creationId="{8F7B5D1D-34FD-4376-BFF8-10E79A5F6573}"/>
          </ac:cxnSpMkLst>
        </pc:cxnChg>
        <pc:cxnChg chg="del mod">
          <ac:chgData name="Thijs Hauspie" userId="c5aa01d0-0751-4207-a587-d7124c844d8f" providerId="ADAL" clId="{C3A52D76-391A-43F8-B16D-AC801EA5CAA9}" dt="2023-11-08T16:02:03.178" v="2534" actId="21"/>
          <ac:cxnSpMkLst>
            <pc:docMk/>
            <pc:sldMk cId="178933035" sldId="1401"/>
            <ac:cxnSpMk id="70" creationId="{B46EC9F2-49F3-490B-8BE7-0CA667998221}"/>
          </ac:cxnSpMkLst>
        </pc:cxnChg>
        <pc:cxnChg chg="del mod">
          <ac:chgData name="Thijs Hauspie" userId="c5aa01d0-0751-4207-a587-d7124c844d8f" providerId="ADAL" clId="{C3A52D76-391A-43F8-B16D-AC801EA5CAA9}" dt="2023-11-08T16:02:03.178" v="2534" actId="21"/>
          <ac:cxnSpMkLst>
            <pc:docMk/>
            <pc:sldMk cId="178933035" sldId="1401"/>
            <ac:cxnSpMk id="71" creationId="{A7C30FC4-B666-447B-807F-F092B3346730}"/>
          </ac:cxnSpMkLst>
        </pc:cxnChg>
        <pc:cxnChg chg="del mod">
          <ac:chgData name="Thijs Hauspie" userId="c5aa01d0-0751-4207-a587-d7124c844d8f" providerId="ADAL" clId="{C3A52D76-391A-43F8-B16D-AC801EA5CAA9}" dt="2023-11-08T16:02:03.178" v="2534" actId="21"/>
          <ac:cxnSpMkLst>
            <pc:docMk/>
            <pc:sldMk cId="178933035" sldId="1401"/>
            <ac:cxnSpMk id="72" creationId="{054CC0C7-79EC-4399-8768-1A3C0AF1033D}"/>
          </ac:cxnSpMkLst>
        </pc:cxnChg>
        <pc:cxnChg chg="del mod">
          <ac:chgData name="Thijs Hauspie" userId="c5aa01d0-0751-4207-a587-d7124c844d8f" providerId="ADAL" clId="{C3A52D76-391A-43F8-B16D-AC801EA5CAA9}" dt="2023-11-08T16:02:03.178" v="2534" actId="21"/>
          <ac:cxnSpMkLst>
            <pc:docMk/>
            <pc:sldMk cId="178933035" sldId="1401"/>
            <ac:cxnSpMk id="73" creationId="{CA10B793-566D-4D20-B3EA-0B125063F0EB}"/>
          </ac:cxnSpMkLst>
        </pc:cxnChg>
        <pc:cxnChg chg="del mod">
          <ac:chgData name="Thijs Hauspie" userId="c5aa01d0-0751-4207-a587-d7124c844d8f" providerId="ADAL" clId="{C3A52D76-391A-43F8-B16D-AC801EA5CAA9}" dt="2023-11-08T16:02:03.178" v="2534" actId="21"/>
          <ac:cxnSpMkLst>
            <pc:docMk/>
            <pc:sldMk cId="178933035" sldId="1401"/>
            <ac:cxnSpMk id="74" creationId="{2EE34B8A-C17D-4215-BBCE-9ACB39DD17E1}"/>
          </ac:cxnSpMkLst>
        </pc:cxnChg>
        <pc:cxnChg chg="del mod">
          <ac:chgData name="Thijs Hauspie" userId="c5aa01d0-0751-4207-a587-d7124c844d8f" providerId="ADAL" clId="{C3A52D76-391A-43F8-B16D-AC801EA5CAA9}" dt="2023-11-08T16:02:03.178" v="2534" actId="21"/>
          <ac:cxnSpMkLst>
            <pc:docMk/>
            <pc:sldMk cId="178933035" sldId="1401"/>
            <ac:cxnSpMk id="75" creationId="{6AFBB4FD-D9D9-4DBC-8083-3E76128BDFD0}"/>
          </ac:cxnSpMkLst>
        </pc:cxnChg>
        <pc:cxnChg chg="del mod">
          <ac:chgData name="Thijs Hauspie" userId="c5aa01d0-0751-4207-a587-d7124c844d8f" providerId="ADAL" clId="{C3A52D76-391A-43F8-B16D-AC801EA5CAA9}" dt="2023-11-08T16:02:03.178" v="2534" actId="21"/>
          <ac:cxnSpMkLst>
            <pc:docMk/>
            <pc:sldMk cId="178933035" sldId="1401"/>
            <ac:cxnSpMk id="76" creationId="{19327863-622A-4D2D-958A-6A73E65828F5}"/>
          </ac:cxnSpMkLst>
        </pc:cxnChg>
        <pc:cxnChg chg="del mod">
          <ac:chgData name="Thijs Hauspie" userId="c5aa01d0-0751-4207-a587-d7124c844d8f" providerId="ADAL" clId="{C3A52D76-391A-43F8-B16D-AC801EA5CAA9}" dt="2023-11-08T16:02:03.178" v="2534" actId="21"/>
          <ac:cxnSpMkLst>
            <pc:docMk/>
            <pc:sldMk cId="178933035" sldId="1401"/>
            <ac:cxnSpMk id="77" creationId="{7C4BC1B0-8D09-4AEC-8FF9-2A8D210701B4}"/>
          </ac:cxnSpMkLst>
        </pc:cxnChg>
        <pc:cxnChg chg="del mod">
          <ac:chgData name="Thijs Hauspie" userId="c5aa01d0-0751-4207-a587-d7124c844d8f" providerId="ADAL" clId="{C3A52D76-391A-43F8-B16D-AC801EA5CAA9}" dt="2023-11-08T16:02:03.178" v="2534" actId="21"/>
          <ac:cxnSpMkLst>
            <pc:docMk/>
            <pc:sldMk cId="178933035" sldId="1401"/>
            <ac:cxnSpMk id="78" creationId="{39999253-11FB-4D85-8E57-6D112A29BC97}"/>
          </ac:cxnSpMkLst>
        </pc:cxnChg>
        <pc:cxnChg chg="del mod">
          <ac:chgData name="Thijs Hauspie" userId="c5aa01d0-0751-4207-a587-d7124c844d8f" providerId="ADAL" clId="{C3A52D76-391A-43F8-B16D-AC801EA5CAA9}" dt="2023-11-08T16:02:03.178" v="2534" actId="21"/>
          <ac:cxnSpMkLst>
            <pc:docMk/>
            <pc:sldMk cId="178933035" sldId="1401"/>
            <ac:cxnSpMk id="79" creationId="{EF3C6B94-58DE-4068-89D5-D62DDBB9AD4B}"/>
          </ac:cxnSpMkLst>
        </pc:cxnChg>
        <pc:cxnChg chg="del mod">
          <ac:chgData name="Thijs Hauspie" userId="c5aa01d0-0751-4207-a587-d7124c844d8f" providerId="ADAL" clId="{C3A52D76-391A-43F8-B16D-AC801EA5CAA9}" dt="2023-11-08T16:02:03.178" v="2534" actId="21"/>
          <ac:cxnSpMkLst>
            <pc:docMk/>
            <pc:sldMk cId="178933035" sldId="1401"/>
            <ac:cxnSpMk id="80" creationId="{5293EFDC-09C3-4C0C-AAC5-9C73BBD0EBC3}"/>
          </ac:cxnSpMkLst>
        </pc:cxnChg>
        <pc:cxnChg chg="del mod">
          <ac:chgData name="Thijs Hauspie" userId="c5aa01d0-0751-4207-a587-d7124c844d8f" providerId="ADAL" clId="{C3A52D76-391A-43F8-B16D-AC801EA5CAA9}" dt="2023-11-08T16:02:03.178" v="2534" actId="21"/>
          <ac:cxnSpMkLst>
            <pc:docMk/>
            <pc:sldMk cId="178933035" sldId="1401"/>
            <ac:cxnSpMk id="81" creationId="{25F1D0FF-EB60-4D63-9E7B-3CAADBD2844F}"/>
          </ac:cxnSpMkLst>
        </pc:cxnChg>
        <pc:cxnChg chg="del mod">
          <ac:chgData name="Thijs Hauspie" userId="c5aa01d0-0751-4207-a587-d7124c844d8f" providerId="ADAL" clId="{C3A52D76-391A-43F8-B16D-AC801EA5CAA9}" dt="2023-11-08T16:02:03.178" v="2534" actId="21"/>
          <ac:cxnSpMkLst>
            <pc:docMk/>
            <pc:sldMk cId="178933035" sldId="1401"/>
            <ac:cxnSpMk id="82" creationId="{21382894-DCD5-4DB3-A118-700DB7D0450D}"/>
          </ac:cxnSpMkLst>
        </pc:cxnChg>
        <pc:cxnChg chg="del mod">
          <ac:chgData name="Thijs Hauspie" userId="c5aa01d0-0751-4207-a587-d7124c844d8f" providerId="ADAL" clId="{C3A52D76-391A-43F8-B16D-AC801EA5CAA9}" dt="2023-11-08T16:02:03.178" v="2534" actId="21"/>
          <ac:cxnSpMkLst>
            <pc:docMk/>
            <pc:sldMk cId="178933035" sldId="1401"/>
            <ac:cxnSpMk id="83" creationId="{1B7E3A95-B1A7-4652-A777-3F35D04F13D0}"/>
          </ac:cxnSpMkLst>
        </pc:cxnChg>
        <pc:cxnChg chg="del mod">
          <ac:chgData name="Thijs Hauspie" userId="c5aa01d0-0751-4207-a587-d7124c844d8f" providerId="ADAL" clId="{C3A52D76-391A-43F8-B16D-AC801EA5CAA9}" dt="2023-11-08T16:02:03.178" v="2534" actId="21"/>
          <ac:cxnSpMkLst>
            <pc:docMk/>
            <pc:sldMk cId="178933035" sldId="1401"/>
            <ac:cxnSpMk id="84" creationId="{A7A925A2-C39B-49E6-9B80-A29B717BA1FB}"/>
          </ac:cxnSpMkLst>
        </pc:cxnChg>
        <pc:cxnChg chg="del mod">
          <ac:chgData name="Thijs Hauspie" userId="c5aa01d0-0751-4207-a587-d7124c844d8f" providerId="ADAL" clId="{C3A52D76-391A-43F8-B16D-AC801EA5CAA9}" dt="2023-11-08T16:02:03.178" v="2534" actId="21"/>
          <ac:cxnSpMkLst>
            <pc:docMk/>
            <pc:sldMk cId="178933035" sldId="1401"/>
            <ac:cxnSpMk id="85" creationId="{91233978-DD2F-48D1-B891-1EDE2E6AB672}"/>
          </ac:cxnSpMkLst>
        </pc:cxnChg>
        <pc:cxnChg chg="del mod">
          <ac:chgData name="Thijs Hauspie" userId="c5aa01d0-0751-4207-a587-d7124c844d8f" providerId="ADAL" clId="{C3A52D76-391A-43F8-B16D-AC801EA5CAA9}" dt="2023-11-08T16:02:03.178" v="2534" actId="21"/>
          <ac:cxnSpMkLst>
            <pc:docMk/>
            <pc:sldMk cId="178933035" sldId="1401"/>
            <ac:cxnSpMk id="86" creationId="{EBBCAC1D-EDA6-4562-977E-E49B134496BD}"/>
          </ac:cxnSpMkLst>
        </pc:cxnChg>
        <pc:cxnChg chg="del mod">
          <ac:chgData name="Thijs Hauspie" userId="c5aa01d0-0751-4207-a587-d7124c844d8f" providerId="ADAL" clId="{C3A52D76-391A-43F8-B16D-AC801EA5CAA9}" dt="2023-11-08T16:02:03.178" v="2534" actId="21"/>
          <ac:cxnSpMkLst>
            <pc:docMk/>
            <pc:sldMk cId="178933035" sldId="1401"/>
            <ac:cxnSpMk id="87" creationId="{C5D190C3-81A3-4077-B335-B3E487EFA780}"/>
          </ac:cxnSpMkLst>
        </pc:cxnChg>
        <pc:cxnChg chg="del mod">
          <ac:chgData name="Thijs Hauspie" userId="c5aa01d0-0751-4207-a587-d7124c844d8f" providerId="ADAL" clId="{C3A52D76-391A-43F8-B16D-AC801EA5CAA9}" dt="2023-11-08T16:02:03.178" v="2534" actId="21"/>
          <ac:cxnSpMkLst>
            <pc:docMk/>
            <pc:sldMk cId="178933035" sldId="1401"/>
            <ac:cxnSpMk id="88" creationId="{AFFBD7B7-BBFD-49D2-BBDF-0F75A5180039}"/>
          </ac:cxnSpMkLst>
        </pc:cxnChg>
        <pc:cxnChg chg="del mod">
          <ac:chgData name="Thijs Hauspie" userId="c5aa01d0-0751-4207-a587-d7124c844d8f" providerId="ADAL" clId="{C3A52D76-391A-43F8-B16D-AC801EA5CAA9}" dt="2023-11-08T16:02:03.178" v="2534" actId="21"/>
          <ac:cxnSpMkLst>
            <pc:docMk/>
            <pc:sldMk cId="178933035" sldId="1401"/>
            <ac:cxnSpMk id="89" creationId="{DB1E8405-EC5F-434A-9FBC-362021D762FA}"/>
          </ac:cxnSpMkLst>
        </pc:cxnChg>
        <pc:cxnChg chg="del mod">
          <ac:chgData name="Thijs Hauspie" userId="c5aa01d0-0751-4207-a587-d7124c844d8f" providerId="ADAL" clId="{C3A52D76-391A-43F8-B16D-AC801EA5CAA9}" dt="2023-11-08T16:02:03.178" v="2534" actId="21"/>
          <ac:cxnSpMkLst>
            <pc:docMk/>
            <pc:sldMk cId="178933035" sldId="1401"/>
            <ac:cxnSpMk id="93" creationId="{D87290EF-50FC-4CE6-BABA-BF2AEC1D09AD}"/>
          </ac:cxnSpMkLst>
        </pc:cxnChg>
        <pc:cxnChg chg="del mod">
          <ac:chgData name="Thijs Hauspie" userId="c5aa01d0-0751-4207-a587-d7124c844d8f" providerId="ADAL" clId="{C3A52D76-391A-43F8-B16D-AC801EA5CAA9}" dt="2023-11-08T16:02:03.178" v="2534" actId="21"/>
          <ac:cxnSpMkLst>
            <pc:docMk/>
            <pc:sldMk cId="178933035" sldId="1401"/>
            <ac:cxnSpMk id="94" creationId="{32A7FE00-92F1-42F4-9CA6-2D7D54210A65}"/>
          </ac:cxnSpMkLst>
        </pc:cxnChg>
        <pc:cxnChg chg="del mod">
          <ac:chgData name="Thijs Hauspie" userId="c5aa01d0-0751-4207-a587-d7124c844d8f" providerId="ADAL" clId="{C3A52D76-391A-43F8-B16D-AC801EA5CAA9}" dt="2023-11-08T16:02:03.178" v="2534" actId="21"/>
          <ac:cxnSpMkLst>
            <pc:docMk/>
            <pc:sldMk cId="178933035" sldId="1401"/>
            <ac:cxnSpMk id="102" creationId="{591D1ACD-1AB5-408A-A603-BFACEE53FBEE}"/>
          </ac:cxnSpMkLst>
        </pc:cxnChg>
        <pc:cxnChg chg="del mod">
          <ac:chgData name="Thijs Hauspie" userId="c5aa01d0-0751-4207-a587-d7124c844d8f" providerId="ADAL" clId="{C3A52D76-391A-43F8-B16D-AC801EA5CAA9}" dt="2023-11-08T16:02:03.178" v="2534" actId="21"/>
          <ac:cxnSpMkLst>
            <pc:docMk/>
            <pc:sldMk cId="178933035" sldId="1401"/>
            <ac:cxnSpMk id="103" creationId="{BF882E85-60E5-4AE3-A75B-1E7840A0F402}"/>
          </ac:cxnSpMkLst>
        </pc:cxnChg>
        <pc:cxnChg chg="del mod">
          <ac:chgData name="Thijs Hauspie" userId="c5aa01d0-0751-4207-a587-d7124c844d8f" providerId="ADAL" clId="{C3A52D76-391A-43F8-B16D-AC801EA5CAA9}" dt="2023-11-08T16:02:03.178" v="2534" actId="21"/>
          <ac:cxnSpMkLst>
            <pc:docMk/>
            <pc:sldMk cId="178933035" sldId="1401"/>
            <ac:cxnSpMk id="104" creationId="{CBAA9CD0-EFE9-4867-8E95-EABC30B398E8}"/>
          </ac:cxnSpMkLst>
        </pc:cxnChg>
        <pc:cxnChg chg="del mod">
          <ac:chgData name="Thijs Hauspie" userId="c5aa01d0-0751-4207-a587-d7124c844d8f" providerId="ADAL" clId="{C3A52D76-391A-43F8-B16D-AC801EA5CAA9}" dt="2023-11-08T16:02:03.178" v="2534" actId="21"/>
          <ac:cxnSpMkLst>
            <pc:docMk/>
            <pc:sldMk cId="178933035" sldId="1401"/>
            <ac:cxnSpMk id="105" creationId="{D7B02C01-3CC8-4D08-BC82-93586A324D82}"/>
          </ac:cxnSpMkLst>
        </pc:cxnChg>
        <pc:cxnChg chg="del mod">
          <ac:chgData name="Thijs Hauspie" userId="c5aa01d0-0751-4207-a587-d7124c844d8f" providerId="ADAL" clId="{C3A52D76-391A-43F8-B16D-AC801EA5CAA9}" dt="2023-11-08T16:02:03.178" v="2534" actId="21"/>
          <ac:cxnSpMkLst>
            <pc:docMk/>
            <pc:sldMk cId="178933035" sldId="1401"/>
            <ac:cxnSpMk id="106" creationId="{1FD3AA2F-5E77-4ADC-8CBA-296B56C6A5F3}"/>
          </ac:cxnSpMkLst>
        </pc:cxnChg>
        <pc:cxnChg chg="del mod">
          <ac:chgData name="Thijs Hauspie" userId="c5aa01d0-0751-4207-a587-d7124c844d8f" providerId="ADAL" clId="{C3A52D76-391A-43F8-B16D-AC801EA5CAA9}" dt="2023-11-08T16:02:03.178" v="2534" actId="21"/>
          <ac:cxnSpMkLst>
            <pc:docMk/>
            <pc:sldMk cId="178933035" sldId="1401"/>
            <ac:cxnSpMk id="107" creationId="{8937E4BE-E114-401B-B906-91B001D7D680}"/>
          </ac:cxnSpMkLst>
        </pc:cxnChg>
        <pc:cxnChg chg="del mod">
          <ac:chgData name="Thijs Hauspie" userId="c5aa01d0-0751-4207-a587-d7124c844d8f" providerId="ADAL" clId="{C3A52D76-391A-43F8-B16D-AC801EA5CAA9}" dt="2023-11-08T16:02:03.178" v="2534" actId="21"/>
          <ac:cxnSpMkLst>
            <pc:docMk/>
            <pc:sldMk cId="178933035" sldId="1401"/>
            <ac:cxnSpMk id="108" creationId="{0929AD6F-73C6-4174-91CB-489055F92111}"/>
          </ac:cxnSpMkLst>
        </pc:cxnChg>
        <pc:cxnChg chg="del mod">
          <ac:chgData name="Thijs Hauspie" userId="c5aa01d0-0751-4207-a587-d7124c844d8f" providerId="ADAL" clId="{C3A52D76-391A-43F8-B16D-AC801EA5CAA9}" dt="2023-11-08T16:02:03.178" v="2534" actId="21"/>
          <ac:cxnSpMkLst>
            <pc:docMk/>
            <pc:sldMk cId="178933035" sldId="1401"/>
            <ac:cxnSpMk id="109" creationId="{17EDA111-5521-4B20-8B2C-C0AA4D7727B4}"/>
          </ac:cxnSpMkLst>
        </pc:cxnChg>
        <pc:cxnChg chg="del mod">
          <ac:chgData name="Thijs Hauspie" userId="c5aa01d0-0751-4207-a587-d7124c844d8f" providerId="ADAL" clId="{C3A52D76-391A-43F8-B16D-AC801EA5CAA9}" dt="2023-11-08T16:02:03.178" v="2534" actId="21"/>
          <ac:cxnSpMkLst>
            <pc:docMk/>
            <pc:sldMk cId="178933035" sldId="1401"/>
            <ac:cxnSpMk id="112" creationId="{B9C206CA-E8BA-4BA8-9B14-782B792B3105}"/>
          </ac:cxnSpMkLst>
        </pc:cxnChg>
        <pc:cxnChg chg="del mod">
          <ac:chgData name="Thijs Hauspie" userId="c5aa01d0-0751-4207-a587-d7124c844d8f" providerId="ADAL" clId="{C3A52D76-391A-43F8-B16D-AC801EA5CAA9}" dt="2023-11-08T16:02:03.178" v="2534" actId="21"/>
          <ac:cxnSpMkLst>
            <pc:docMk/>
            <pc:sldMk cId="178933035" sldId="1401"/>
            <ac:cxnSpMk id="113" creationId="{1DEB3FDA-3EAA-43F5-86BA-2EF5345CE4EE}"/>
          </ac:cxnSpMkLst>
        </pc:cxnChg>
        <pc:cxnChg chg="del mod">
          <ac:chgData name="Thijs Hauspie" userId="c5aa01d0-0751-4207-a587-d7124c844d8f" providerId="ADAL" clId="{C3A52D76-391A-43F8-B16D-AC801EA5CAA9}" dt="2023-11-08T16:02:03.178" v="2534" actId="21"/>
          <ac:cxnSpMkLst>
            <pc:docMk/>
            <pc:sldMk cId="178933035" sldId="1401"/>
            <ac:cxnSpMk id="114" creationId="{F7BC28EB-7802-4243-984E-D9BA15170706}"/>
          </ac:cxnSpMkLst>
        </pc:cxnChg>
        <pc:cxnChg chg="del mod">
          <ac:chgData name="Thijs Hauspie" userId="c5aa01d0-0751-4207-a587-d7124c844d8f" providerId="ADAL" clId="{C3A52D76-391A-43F8-B16D-AC801EA5CAA9}" dt="2023-11-08T16:02:03.178" v="2534" actId="21"/>
          <ac:cxnSpMkLst>
            <pc:docMk/>
            <pc:sldMk cId="178933035" sldId="1401"/>
            <ac:cxnSpMk id="115" creationId="{EFDAB80B-EC43-4EE1-A264-67B7A4426992}"/>
          </ac:cxnSpMkLst>
        </pc:cxnChg>
        <pc:cxnChg chg="del mod">
          <ac:chgData name="Thijs Hauspie" userId="c5aa01d0-0751-4207-a587-d7124c844d8f" providerId="ADAL" clId="{C3A52D76-391A-43F8-B16D-AC801EA5CAA9}" dt="2023-11-08T16:02:03.178" v="2534" actId="21"/>
          <ac:cxnSpMkLst>
            <pc:docMk/>
            <pc:sldMk cId="178933035" sldId="1401"/>
            <ac:cxnSpMk id="116" creationId="{A8DAAF80-0101-45A1-BD8D-93742278F755}"/>
          </ac:cxnSpMkLst>
        </pc:cxnChg>
        <pc:cxnChg chg="del mod">
          <ac:chgData name="Thijs Hauspie" userId="c5aa01d0-0751-4207-a587-d7124c844d8f" providerId="ADAL" clId="{C3A52D76-391A-43F8-B16D-AC801EA5CAA9}" dt="2023-11-08T16:02:03.178" v="2534" actId="21"/>
          <ac:cxnSpMkLst>
            <pc:docMk/>
            <pc:sldMk cId="178933035" sldId="1401"/>
            <ac:cxnSpMk id="126" creationId="{6FDDEAB3-17CF-46FC-9AF5-4203B6CC8159}"/>
          </ac:cxnSpMkLst>
        </pc:cxnChg>
        <pc:cxnChg chg="del mod">
          <ac:chgData name="Thijs Hauspie" userId="c5aa01d0-0751-4207-a587-d7124c844d8f" providerId="ADAL" clId="{C3A52D76-391A-43F8-B16D-AC801EA5CAA9}" dt="2023-11-08T16:02:03.178" v="2534" actId="21"/>
          <ac:cxnSpMkLst>
            <pc:docMk/>
            <pc:sldMk cId="178933035" sldId="1401"/>
            <ac:cxnSpMk id="130" creationId="{ABF727C3-614D-4F30-B279-42182219A65E}"/>
          </ac:cxnSpMkLst>
        </pc:cxnChg>
        <pc:cxnChg chg="add del mod">
          <ac:chgData name="Thijs Hauspie" userId="c5aa01d0-0751-4207-a587-d7124c844d8f" providerId="ADAL" clId="{C3A52D76-391A-43F8-B16D-AC801EA5CAA9}" dt="2023-11-08T16:02:16.725" v="2544"/>
          <ac:cxnSpMkLst>
            <pc:docMk/>
            <pc:sldMk cId="178933035" sldId="1401"/>
            <ac:cxnSpMk id="132" creationId="{03104DBE-B49C-79B4-682D-15DA836070F7}"/>
          </ac:cxnSpMkLst>
        </pc:cxnChg>
        <pc:cxnChg chg="add del mod">
          <ac:chgData name="Thijs Hauspie" userId="c5aa01d0-0751-4207-a587-d7124c844d8f" providerId="ADAL" clId="{C3A52D76-391A-43F8-B16D-AC801EA5CAA9}" dt="2023-11-08T16:02:16.725" v="2544"/>
          <ac:cxnSpMkLst>
            <pc:docMk/>
            <pc:sldMk cId="178933035" sldId="1401"/>
            <ac:cxnSpMk id="147" creationId="{028138EE-9FD2-1A90-E466-D9496D45DE97}"/>
          </ac:cxnSpMkLst>
        </pc:cxnChg>
        <pc:cxnChg chg="add del mod">
          <ac:chgData name="Thijs Hauspie" userId="c5aa01d0-0751-4207-a587-d7124c844d8f" providerId="ADAL" clId="{C3A52D76-391A-43F8-B16D-AC801EA5CAA9}" dt="2023-11-08T16:02:16.725" v="2544"/>
          <ac:cxnSpMkLst>
            <pc:docMk/>
            <pc:sldMk cId="178933035" sldId="1401"/>
            <ac:cxnSpMk id="148" creationId="{22B4DBEF-4174-6C16-7E6E-24AA4F2AD887}"/>
          </ac:cxnSpMkLst>
        </pc:cxnChg>
        <pc:cxnChg chg="add del mod">
          <ac:chgData name="Thijs Hauspie" userId="c5aa01d0-0751-4207-a587-d7124c844d8f" providerId="ADAL" clId="{C3A52D76-391A-43F8-B16D-AC801EA5CAA9}" dt="2023-11-08T16:02:16.725" v="2544"/>
          <ac:cxnSpMkLst>
            <pc:docMk/>
            <pc:sldMk cId="178933035" sldId="1401"/>
            <ac:cxnSpMk id="149" creationId="{B9106A5C-E9BC-EFFE-5D96-1A842AE6CDB0}"/>
          </ac:cxnSpMkLst>
        </pc:cxnChg>
        <pc:cxnChg chg="del mod">
          <ac:chgData name="Thijs Hauspie" userId="c5aa01d0-0751-4207-a587-d7124c844d8f" providerId="ADAL" clId="{C3A52D76-391A-43F8-B16D-AC801EA5CAA9}" dt="2023-11-08T16:02:03.178" v="2534" actId="21"/>
          <ac:cxnSpMkLst>
            <pc:docMk/>
            <pc:sldMk cId="178933035" sldId="1401"/>
            <ac:cxnSpMk id="150" creationId="{1FAD0767-08F7-4619-96F5-AEFCCF0988BA}"/>
          </ac:cxnSpMkLst>
        </pc:cxnChg>
        <pc:cxnChg chg="add del mod">
          <ac:chgData name="Thijs Hauspie" userId="c5aa01d0-0751-4207-a587-d7124c844d8f" providerId="ADAL" clId="{C3A52D76-391A-43F8-B16D-AC801EA5CAA9}" dt="2023-11-08T16:02:16.725" v="2544"/>
          <ac:cxnSpMkLst>
            <pc:docMk/>
            <pc:sldMk cId="178933035" sldId="1401"/>
            <ac:cxnSpMk id="151" creationId="{E94E451A-5560-C15A-8495-30A0E186C363}"/>
          </ac:cxnSpMkLst>
        </pc:cxnChg>
        <pc:cxnChg chg="add del mod">
          <ac:chgData name="Thijs Hauspie" userId="c5aa01d0-0751-4207-a587-d7124c844d8f" providerId="ADAL" clId="{C3A52D76-391A-43F8-B16D-AC801EA5CAA9}" dt="2023-11-08T16:02:16.725" v="2544"/>
          <ac:cxnSpMkLst>
            <pc:docMk/>
            <pc:sldMk cId="178933035" sldId="1401"/>
            <ac:cxnSpMk id="152" creationId="{C50D7A12-22EC-E3D4-8B38-DE84DEC0C42E}"/>
          </ac:cxnSpMkLst>
        </pc:cxnChg>
        <pc:cxnChg chg="del mod">
          <ac:chgData name="Thijs Hauspie" userId="c5aa01d0-0751-4207-a587-d7124c844d8f" providerId="ADAL" clId="{C3A52D76-391A-43F8-B16D-AC801EA5CAA9}" dt="2023-11-08T16:02:03.178" v="2534" actId="21"/>
          <ac:cxnSpMkLst>
            <pc:docMk/>
            <pc:sldMk cId="178933035" sldId="1401"/>
            <ac:cxnSpMk id="153" creationId="{810DD2B1-AC05-4C3C-94F2-1CEB7949146F}"/>
          </ac:cxnSpMkLst>
        </pc:cxnChg>
        <pc:cxnChg chg="add del mod">
          <ac:chgData name="Thijs Hauspie" userId="c5aa01d0-0751-4207-a587-d7124c844d8f" providerId="ADAL" clId="{C3A52D76-391A-43F8-B16D-AC801EA5CAA9}" dt="2023-11-08T16:02:16.725" v="2544"/>
          <ac:cxnSpMkLst>
            <pc:docMk/>
            <pc:sldMk cId="178933035" sldId="1401"/>
            <ac:cxnSpMk id="154" creationId="{F4A95DB0-1AEB-E7C7-A1AA-1CB7934C15AB}"/>
          </ac:cxnSpMkLst>
        </pc:cxnChg>
        <pc:cxnChg chg="add del mod">
          <ac:chgData name="Thijs Hauspie" userId="c5aa01d0-0751-4207-a587-d7124c844d8f" providerId="ADAL" clId="{C3A52D76-391A-43F8-B16D-AC801EA5CAA9}" dt="2023-11-08T16:02:16.725" v="2544"/>
          <ac:cxnSpMkLst>
            <pc:docMk/>
            <pc:sldMk cId="178933035" sldId="1401"/>
            <ac:cxnSpMk id="155" creationId="{2DB31CAB-EC3C-2742-612D-E58F7E48C5D8}"/>
          </ac:cxnSpMkLst>
        </pc:cxnChg>
        <pc:cxnChg chg="del mod">
          <ac:chgData name="Thijs Hauspie" userId="c5aa01d0-0751-4207-a587-d7124c844d8f" providerId="ADAL" clId="{C3A52D76-391A-43F8-B16D-AC801EA5CAA9}" dt="2023-11-08T16:02:03.178" v="2534" actId="21"/>
          <ac:cxnSpMkLst>
            <pc:docMk/>
            <pc:sldMk cId="178933035" sldId="1401"/>
            <ac:cxnSpMk id="156" creationId="{C310CB75-1EA4-428A-8AED-E7B290126272}"/>
          </ac:cxnSpMkLst>
        </pc:cxnChg>
        <pc:cxnChg chg="add del mod">
          <ac:chgData name="Thijs Hauspie" userId="c5aa01d0-0751-4207-a587-d7124c844d8f" providerId="ADAL" clId="{C3A52D76-391A-43F8-B16D-AC801EA5CAA9}" dt="2023-11-08T16:02:16.725" v="2544"/>
          <ac:cxnSpMkLst>
            <pc:docMk/>
            <pc:sldMk cId="178933035" sldId="1401"/>
            <ac:cxnSpMk id="157" creationId="{55C4E820-99DD-8D7D-FC19-FFDDBB63DDE7}"/>
          </ac:cxnSpMkLst>
        </pc:cxnChg>
        <pc:cxnChg chg="add del mod">
          <ac:chgData name="Thijs Hauspie" userId="c5aa01d0-0751-4207-a587-d7124c844d8f" providerId="ADAL" clId="{C3A52D76-391A-43F8-B16D-AC801EA5CAA9}" dt="2023-11-08T16:02:16.725" v="2544"/>
          <ac:cxnSpMkLst>
            <pc:docMk/>
            <pc:sldMk cId="178933035" sldId="1401"/>
            <ac:cxnSpMk id="158" creationId="{EC203933-06F4-F5F2-829C-EDA5EADE911F}"/>
          </ac:cxnSpMkLst>
        </pc:cxnChg>
        <pc:cxnChg chg="add del mod">
          <ac:chgData name="Thijs Hauspie" userId="c5aa01d0-0751-4207-a587-d7124c844d8f" providerId="ADAL" clId="{C3A52D76-391A-43F8-B16D-AC801EA5CAA9}" dt="2023-11-08T16:02:16.725" v="2544"/>
          <ac:cxnSpMkLst>
            <pc:docMk/>
            <pc:sldMk cId="178933035" sldId="1401"/>
            <ac:cxnSpMk id="159" creationId="{203DB951-E978-7025-BA29-6B1A607A0CE3}"/>
          </ac:cxnSpMkLst>
        </pc:cxnChg>
        <pc:cxnChg chg="add del mod">
          <ac:chgData name="Thijs Hauspie" userId="c5aa01d0-0751-4207-a587-d7124c844d8f" providerId="ADAL" clId="{C3A52D76-391A-43F8-B16D-AC801EA5CAA9}" dt="2023-11-08T16:02:16.725" v="2544"/>
          <ac:cxnSpMkLst>
            <pc:docMk/>
            <pc:sldMk cId="178933035" sldId="1401"/>
            <ac:cxnSpMk id="160" creationId="{A4C1FA0E-CC1A-B98B-5607-220556302552}"/>
          </ac:cxnSpMkLst>
        </pc:cxnChg>
        <pc:cxnChg chg="add del mod">
          <ac:chgData name="Thijs Hauspie" userId="c5aa01d0-0751-4207-a587-d7124c844d8f" providerId="ADAL" clId="{C3A52D76-391A-43F8-B16D-AC801EA5CAA9}" dt="2023-11-08T16:02:16.725" v="2544"/>
          <ac:cxnSpMkLst>
            <pc:docMk/>
            <pc:sldMk cId="178933035" sldId="1401"/>
            <ac:cxnSpMk id="161" creationId="{372980D9-7070-8837-202C-A6022D688CB7}"/>
          </ac:cxnSpMkLst>
        </pc:cxnChg>
        <pc:cxnChg chg="add del mod">
          <ac:chgData name="Thijs Hauspie" userId="c5aa01d0-0751-4207-a587-d7124c844d8f" providerId="ADAL" clId="{C3A52D76-391A-43F8-B16D-AC801EA5CAA9}" dt="2023-11-08T16:02:16.725" v="2544"/>
          <ac:cxnSpMkLst>
            <pc:docMk/>
            <pc:sldMk cId="178933035" sldId="1401"/>
            <ac:cxnSpMk id="162" creationId="{355DD210-8949-5009-8510-8643C05B2061}"/>
          </ac:cxnSpMkLst>
        </pc:cxnChg>
        <pc:cxnChg chg="add del mod">
          <ac:chgData name="Thijs Hauspie" userId="c5aa01d0-0751-4207-a587-d7124c844d8f" providerId="ADAL" clId="{C3A52D76-391A-43F8-B16D-AC801EA5CAA9}" dt="2023-11-08T16:02:16.725" v="2544"/>
          <ac:cxnSpMkLst>
            <pc:docMk/>
            <pc:sldMk cId="178933035" sldId="1401"/>
            <ac:cxnSpMk id="163" creationId="{FCEEB499-998B-BB10-3F8B-2F1783CA1B2F}"/>
          </ac:cxnSpMkLst>
        </pc:cxnChg>
        <pc:cxnChg chg="add del mod">
          <ac:chgData name="Thijs Hauspie" userId="c5aa01d0-0751-4207-a587-d7124c844d8f" providerId="ADAL" clId="{C3A52D76-391A-43F8-B16D-AC801EA5CAA9}" dt="2023-11-08T16:02:16.725" v="2544"/>
          <ac:cxnSpMkLst>
            <pc:docMk/>
            <pc:sldMk cId="178933035" sldId="1401"/>
            <ac:cxnSpMk id="164" creationId="{B565CBA5-14CD-AD4E-518E-9E22246CC42D}"/>
          </ac:cxnSpMkLst>
        </pc:cxnChg>
        <pc:cxnChg chg="add del mod">
          <ac:chgData name="Thijs Hauspie" userId="c5aa01d0-0751-4207-a587-d7124c844d8f" providerId="ADAL" clId="{C3A52D76-391A-43F8-B16D-AC801EA5CAA9}" dt="2023-11-08T16:02:16.725" v="2544"/>
          <ac:cxnSpMkLst>
            <pc:docMk/>
            <pc:sldMk cId="178933035" sldId="1401"/>
            <ac:cxnSpMk id="165" creationId="{79AA018C-3B9E-8290-095C-4FF2602613A2}"/>
          </ac:cxnSpMkLst>
        </pc:cxnChg>
        <pc:cxnChg chg="add del mod">
          <ac:chgData name="Thijs Hauspie" userId="c5aa01d0-0751-4207-a587-d7124c844d8f" providerId="ADAL" clId="{C3A52D76-391A-43F8-B16D-AC801EA5CAA9}" dt="2023-11-08T16:02:16.725" v="2544"/>
          <ac:cxnSpMkLst>
            <pc:docMk/>
            <pc:sldMk cId="178933035" sldId="1401"/>
            <ac:cxnSpMk id="166" creationId="{CF15972B-FE47-0485-3A13-53A6E05AA3B2}"/>
          </ac:cxnSpMkLst>
        </pc:cxnChg>
        <pc:cxnChg chg="add del mod">
          <ac:chgData name="Thijs Hauspie" userId="c5aa01d0-0751-4207-a587-d7124c844d8f" providerId="ADAL" clId="{C3A52D76-391A-43F8-B16D-AC801EA5CAA9}" dt="2023-11-08T16:02:16.725" v="2544"/>
          <ac:cxnSpMkLst>
            <pc:docMk/>
            <pc:sldMk cId="178933035" sldId="1401"/>
            <ac:cxnSpMk id="167" creationId="{CB9475F6-F23C-AA48-2457-BF7BE553F45E}"/>
          </ac:cxnSpMkLst>
        </pc:cxnChg>
        <pc:cxnChg chg="add del mod">
          <ac:chgData name="Thijs Hauspie" userId="c5aa01d0-0751-4207-a587-d7124c844d8f" providerId="ADAL" clId="{C3A52D76-391A-43F8-B16D-AC801EA5CAA9}" dt="2023-11-08T16:02:16.725" v="2544"/>
          <ac:cxnSpMkLst>
            <pc:docMk/>
            <pc:sldMk cId="178933035" sldId="1401"/>
            <ac:cxnSpMk id="170" creationId="{430EF9BC-3999-CE0A-F6E8-342ECFA71BF5}"/>
          </ac:cxnSpMkLst>
        </pc:cxnChg>
        <pc:cxnChg chg="add del mod">
          <ac:chgData name="Thijs Hauspie" userId="c5aa01d0-0751-4207-a587-d7124c844d8f" providerId="ADAL" clId="{C3A52D76-391A-43F8-B16D-AC801EA5CAA9}" dt="2023-11-08T16:02:16.725" v="2544"/>
          <ac:cxnSpMkLst>
            <pc:docMk/>
            <pc:sldMk cId="178933035" sldId="1401"/>
            <ac:cxnSpMk id="171" creationId="{40EF428F-3DA4-EF5F-224A-DA7D5EC38F69}"/>
          </ac:cxnSpMkLst>
        </pc:cxnChg>
        <pc:cxnChg chg="add del mod">
          <ac:chgData name="Thijs Hauspie" userId="c5aa01d0-0751-4207-a587-d7124c844d8f" providerId="ADAL" clId="{C3A52D76-391A-43F8-B16D-AC801EA5CAA9}" dt="2023-11-08T16:02:16.725" v="2544"/>
          <ac:cxnSpMkLst>
            <pc:docMk/>
            <pc:sldMk cId="178933035" sldId="1401"/>
            <ac:cxnSpMk id="172" creationId="{F70E7952-EADE-29AE-38FA-21DC3CF7B43A}"/>
          </ac:cxnSpMkLst>
        </pc:cxnChg>
        <pc:cxnChg chg="add del mod">
          <ac:chgData name="Thijs Hauspie" userId="c5aa01d0-0751-4207-a587-d7124c844d8f" providerId="ADAL" clId="{C3A52D76-391A-43F8-B16D-AC801EA5CAA9}" dt="2023-11-08T16:02:16.725" v="2544"/>
          <ac:cxnSpMkLst>
            <pc:docMk/>
            <pc:sldMk cId="178933035" sldId="1401"/>
            <ac:cxnSpMk id="173" creationId="{2F922EFF-A27E-FC40-E99D-9D30EC76FB31}"/>
          </ac:cxnSpMkLst>
        </pc:cxnChg>
        <pc:cxnChg chg="add del mod">
          <ac:chgData name="Thijs Hauspie" userId="c5aa01d0-0751-4207-a587-d7124c844d8f" providerId="ADAL" clId="{C3A52D76-391A-43F8-B16D-AC801EA5CAA9}" dt="2023-11-08T16:02:16.725" v="2544"/>
          <ac:cxnSpMkLst>
            <pc:docMk/>
            <pc:sldMk cId="178933035" sldId="1401"/>
            <ac:cxnSpMk id="191" creationId="{1DE9E811-273B-9684-9330-11B13290D518}"/>
          </ac:cxnSpMkLst>
        </pc:cxnChg>
        <pc:cxnChg chg="add del mod">
          <ac:chgData name="Thijs Hauspie" userId="c5aa01d0-0751-4207-a587-d7124c844d8f" providerId="ADAL" clId="{C3A52D76-391A-43F8-B16D-AC801EA5CAA9}" dt="2023-11-08T16:02:16.725" v="2544"/>
          <ac:cxnSpMkLst>
            <pc:docMk/>
            <pc:sldMk cId="178933035" sldId="1401"/>
            <ac:cxnSpMk id="192" creationId="{0DF24A49-430F-8CAB-9EF4-67CDBCDEA15A}"/>
          </ac:cxnSpMkLst>
        </pc:cxnChg>
        <pc:cxnChg chg="add del mod">
          <ac:chgData name="Thijs Hauspie" userId="c5aa01d0-0751-4207-a587-d7124c844d8f" providerId="ADAL" clId="{C3A52D76-391A-43F8-B16D-AC801EA5CAA9}" dt="2023-11-08T16:02:16.725" v="2544"/>
          <ac:cxnSpMkLst>
            <pc:docMk/>
            <pc:sldMk cId="178933035" sldId="1401"/>
            <ac:cxnSpMk id="193" creationId="{F3BC8B8B-5628-A615-5CF1-D92A46E671A6}"/>
          </ac:cxnSpMkLst>
        </pc:cxnChg>
        <pc:cxnChg chg="add del mod">
          <ac:chgData name="Thijs Hauspie" userId="c5aa01d0-0751-4207-a587-d7124c844d8f" providerId="ADAL" clId="{C3A52D76-391A-43F8-B16D-AC801EA5CAA9}" dt="2023-11-08T16:02:16.725" v="2544"/>
          <ac:cxnSpMkLst>
            <pc:docMk/>
            <pc:sldMk cId="178933035" sldId="1401"/>
            <ac:cxnSpMk id="194" creationId="{40E4ECCF-4E08-8A88-0BD6-EB3D1EC3E1EA}"/>
          </ac:cxnSpMkLst>
        </pc:cxnChg>
        <pc:cxnChg chg="add del mod">
          <ac:chgData name="Thijs Hauspie" userId="c5aa01d0-0751-4207-a587-d7124c844d8f" providerId="ADAL" clId="{C3A52D76-391A-43F8-B16D-AC801EA5CAA9}" dt="2023-11-08T16:02:16.725" v="2544"/>
          <ac:cxnSpMkLst>
            <pc:docMk/>
            <pc:sldMk cId="178933035" sldId="1401"/>
            <ac:cxnSpMk id="195" creationId="{E7F90BBF-4C8E-754A-2A9B-06489475674A}"/>
          </ac:cxnSpMkLst>
        </pc:cxnChg>
        <pc:cxnChg chg="add del mod">
          <ac:chgData name="Thijs Hauspie" userId="c5aa01d0-0751-4207-a587-d7124c844d8f" providerId="ADAL" clId="{C3A52D76-391A-43F8-B16D-AC801EA5CAA9}" dt="2023-11-08T16:02:16.725" v="2544"/>
          <ac:cxnSpMkLst>
            <pc:docMk/>
            <pc:sldMk cId="178933035" sldId="1401"/>
            <ac:cxnSpMk id="196" creationId="{F13A6A2F-7B1B-BCDA-E543-56E4A48D1A03}"/>
          </ac:cxnSpMkLst>
        </pc:cxnChg>
        <pc:cxnChg chg="add del mod">
          <ac:chgData name="Thijs Hauspie" userId="c5aa01d0-0751-4207-a587-d7124c844d8f" providerId="ADAL" clId="{C3A52D76-391A-43F8-B16D-AC801EA5CAA9}" dt="2023-11-08T16:02:16.725" v="2544"/>
          <ac:cxnSpMkLst>
            <pc:docMk/>
            <pc:sldMk cId="178933035" sldId="1401"/>
            <ac:cxnSpMk id="197" creationId="{5025ED89-14D8-D657-6D86-A254495260F6}"/>
          </ac:cxnSpMkLst>
        </pc:cxnChg>
        <pc:cxnChg chg="add del mod">
          <ac:chgData name="Thijs Hauspie" userId="c5aa01d0-0751-4207-a587-d7124c844d8f" providerId="ADAL" clId="{C3A52D76-391A-43F8-B16D-AC801EA5CAA9}" dt="2023-11-08T16:02:16.725" v="2544"/>
          <ac:cxnSpMkLst>
            <pc:docMk/>
            <pc:sldMk cId="178933035" sldId="1401"/>
            <ac:cxnSpMk id="198" creationId="{891B08F6-E784-3F2F-6E17-CE283E071A79}"/>
          </ac:cxnSpMkLst>
        </pc:cxnChg>
        <pc:cxnChg chg="add del mod">
          <ac:chgData name="Thijs Hauspie" userId="c5aa01d0-0751-4207-a587-d7124c844d8f" providerId="ADAL" clId="{C3A52D76-391A-43F8-B16D-AC801EA5CAA9}" dt="2023-11-08T16:02:16.725" v="2544"/>
          <ac:cxnSpMkLst>
            <pc:docMk/>
            <pc:sldMk cId="178933035" sldId="1401"/>
            <ac:cxnSpMk id="199" creationId="{1D947236-74D9-344B-DF2B-33AE41664EE7}"/>
          </ac:cxnSpMkLst>
        </pc:cxnChg>
        <pc:cxnChg chg="add del mod">
          <ac:chgData name="Thijs Hauspie" userId="c5aa01d0-0751-4207-a587-d7124c844d8f" providerId="ADAL" clId="{C3A52D76-391A-43F8-B16D-AC801EA5CAA9}" dt="2023-11-08T16:02:16.725" v="2544"/>
          <ac:cxnSpMkLst>
            <pc:docMk/>
            <pc:sldMk cId="178933035" sldId="1401"/>
            <ac:cxnSpMk id="200" creationId="{F314286F-1D37-44FC-C923-5C1BC5BB4905}"/>
          </ac:cxnSpMkLst>
        </pc:cxnChg>
        <pc:cxnChg chg="add del mod">
          <ac:chgData name="Thijs Hauspie" userId="c5aa01d0-0751-4207-a587-d7124c844d8f" providerId="ADAL" clId="{C3A52D76-391A-43F8-B16D-AC801EA5CAA9}" dt="2023-11-08T16:02:16.725" v="2544"/>
          <ac:cxnSpMkLst>
            <pc:docMk/>
            <pc:sldMk cId="178933035" sldId="1401"/>
            <ac:cxnSpMk id="201" creationId="{73D2EF5C-0852-6C57-BCC5-BEC989326826}"/>
          </ac:cxnSpMkLst>
        </pc:cxnChg>
        <pc:cxnChg chg="add del mod">
          <ac:chgData name="Thijs Hauspie" userId="c5aa01d0-0751-4207-a587-d7124c844d8f" providerId="ADAL" clId="{C3A52D76-391A-43F8-B16D-AC801EA5CAA9}" dt="2023-11-08T16:02:16.725" v="2544"/>
          <ac:cxnSpMkLst>
            <pc:docMk/>
            <pc:sldMk cId="178933035" sldId="1401"/>
            <ac:cxnSpMk id="202" creationId="{D855C7B6-1578-C238-9239-3259D452296D}"/>
          </ac:cxnSpMkLst>
        </pc:cxnChg>
        <pc:cxnChg chg="add del mod">
          <ac:chgData name="Thijs Hauspie" userId="c5aa01d0-0751-4207-a587-d7124c844d8f" providerId="ADAL" clId="{C3A52D76-391A-43F8-B16D-AC801EA5CAA9}" dt="2023-11-08T16:02:16.725" v="2544"/>
          <ac:cxnSpMkLst>
            <pc:docMk/>
            <pc:sldMk cId="178933035" sldId="1401"/>
            <ac:cxnSpMk id="203" creationId="{C036DC2C-5C06-5649-1325-B52CF2AFF783}"/>
          </ac:cxnSpMkLst>
        </pc:cxnChg>
        <pc:cxnChg chg="add del mod">
          <ac:chgData name="Thijs Hauspie" userId="c5aa01d0-0751-4207-a587-d7124c844d8f" providerId="ADAL" clId="{C3A52D76-391A-43F8-B16D-AC801EA5CAA9}" dt="2023-11-08T16:02:16.725" v="2544"/>
          <ac:cxnSpMkLst>
            <pc:docMk/>
            <pc:sldMk cId="178933035" sldId="1401"/>
            <ac:cxnSpMk id="204" creationId="{225181D0-40FF-B85A-1F3A-B489598C51BA}"/>
          </ac:cxnSpMkLst>
        </pc:cxnChg>
        <pc:cxnChg chg="add del mod">
          <ac:chgData name="Thijs Hauspie" userId="c5aa01d0-0751-4207-a587-d7124c844d8f" providerId="ADAL" clId="{C3A52D76-391A-43F8-B16D-AC801EA5CAA9}" dt="2023-11-08T16:02:16.725" v="2544"/>
          <ac:cxnSpMkLst>
            <pc:docMk/>
            <pc:sldMk cId="178933035" sldId="1401"/>
            <ac:cxnSpMk id="205" creationId="{279E15FE-7F6F-CA18-8DE0-8007846D0CAB}"/>
          </ac:cxnSpMkLst>
        </pc:cxnChg>
        <pc:cxnChg chg="add del mod">
          <ac:chgData name="Thijs Hauspie" userId="c5aa01d0-0751-4207-a587-d7124c844d8f" providerId="ADAL" clId="{C3A52D76-391A-43F8-B16D-AC801EA5CAA9}" dt="2023-11-08T16:02:16.725" v="2544"/>
          <ac:cxnSpMkLst>
            <pc:docMk/>
            <pc:sldMk cId="178933035" sldId="1401"/>
            <ac:cxnSpMk id="206" creationId="{112BC402-F766-7A64-67B5-8CF91A96E676}"/>
          </ac:cxnSpMkLst>
        </pc:cxnChg>
        <pc:cxnChg chg="add del mod">
          <ac:chgData name="Thijs Hauspie" userId="c5aa01d0-0751-4207-a587-d7124c844d8f" providerId="ADAL" clId="{C3A52D76-391A-43F8-B16D-AC801EA5CAA9}" dt="2023-11-08T16:02:16.725" v="2544"/>
          <ac:cxnSpMkLst>
            <pc:docMk/>
            <pc:sldMk cId="178933035" sldId="1401"/>
            <ac:cxnSpMk id="207" creationId="{612BB686-502F-A775-9F72-B63406145256}"/>
          </ac:cxnSpMkLst>
        </pc:cxnChg>
        <pc:cxnChg chg="add del mod">
          <ac:chgData name="Thijs Hauspie" userId="c5aa01d0-0751-4207-a587-d7124c844d8f" providerId="ADAL" clId="{C3A52D76-391A-43F8-B16D-AC801EA5CAA9}" dt="2023-11-08T16:02:16.725" v="2544"/>
          <ac:cxnSpMkLst>
            <pc:docMk/>
            <pc:sldMk cId="178933035" sldId="1401"/>
            <ac:cxnSpMk id="208" creationId="{CDF3706A-5C06-1EE2-0429-E097D70DF8E7}"/>
          </ac:cxnSpMkLst>
        </pc:cxnChg>
        <pc:cxnChg chg="add del mod">
          <ac:chgData name="Thijs Hauspie" userId="c5aa01d0-0751-4207-a587-d7124c844d8f" providerId="ADAL" clId="{C3A52D76-391A-43F8-B16D-AC801EA5CAA9}" dt="2023-11-08T16:02:16.725" v="2544"/>
          <ac:cxnSpMkLst>
            <pc:docMk/>
            <pc:sldMk cId="178933035" sldId="1401"/>
            <ac:cxnSpMk id="209" creationId="{98473745-6AAE-2FD6-6083-0B21B8AB2630}"/>
          </ac:cxnSpMkLst>
        </pc:cxnChg>
        <pc:cxnChg chg="add del mod">
          <ac:chgData name="Thijs Hauspie" userId="c5aa01d0-0751-4207-a587-d7124c844d8f" providerId="ADAL" clId="{C3A52D76-391A-43F8-B16D-AC801EA5CAA9}" dt="2023-11-08T16:02:16.725" v="2544"/>
          <ac:cxnSpMkLst>
            <pc:docMk/>
            <pc:sldMk cId="178933035" sldId="1401"/>
            <ac:cxnSpMk id="210" creationId="{FB588980-292D-78A4-0E80-2E8DF9B76B20}"/>
          </ac:cxnSpMkLst>
        </pc:cxnChg>
        <pc:cxnChg chg="add del mod">
          <ac:chgData name="Thijs Hauspie" userId="c5aa01d0-0751-4207-a587-d7124c844d8f" providerId="ADAL" clId="{C3A52D76-391A-43F8-B16D-AC801EA5CAA9}" dt="2023-11-08T16:02:16.725" v="2544"/>
          <ac:cxnSpMkLst>
            <pc:docMk/>
            <pc:sldMk cId="178933035" sldId="1401"/>
            <ac:cxnSpMk id="211" creationId="{255D98DB-6DC9-6BB9-F333-C3FD265DF9F0}"/>
          </ac:cxnSpMkLst>
        </pc:cxnChg>
        <pc:cxnChg chg="add del mod">
          <ac:chgData name="Thijs Hauspie" userId="c5aa01d0-0751-4207-a587-d7124c844d8f" providerId="ADAL" clId="{C3A52D76-391A-43F8-B16D-AC801EA5CAA9}" dt="2023-11-08T16:02:16.725" v="2544"/>
          <ac:cxnSpMkLst>
            <pc:docMk/>
            <pc:sldMk cId="178933035" sldId="1401"/>
            <ac:cxnSpMk id="212" creationId="{3EB19689-94D5-104B-F213-F618C546026A}"/>
          </ac:cxnSpMkLst>
        </pc:cxnChg>
        <pc:cxnChg chg="add del mod">
          <ac:chgData name="Thijs Hauspie" userId="c5aa01d0-0751-4207-a587-d7124c844d8f" providerId="ADAL" clId="{C3A52D76-391A-43F8-B16D-AC801EA5CAA9}" dt="2023-11-08T16:02:16.725" v="2544"/>
          <ac:cxnSpMkLst>
            <pc:docMk/>
            <pc:sldMk cId="178933035" sldId="1401"/>
            <ac:cxnSpMk id="213" creationId="{87FE0C34-C6AF-549A-04D9-DDAB450AF109}"/>
          </ac:cxnSpMkLst>
        </pc:cxnChg>
        <pc:cxnChg chg="add del mod">
          <ac:chgData name="Thijs Hauspie" userId="c5aa01d0-0751-4207-a587-d7124c844d8f" providerId="ADAL" clId="{C3A52D76-391A-43F8-B16D-AC801EA5CAA9}" dt="2023-11-08T16:02:16.725" v="2544"/>
          <ac:cxnSpMkLst>
            <pc:docMk/>
            <pc:sldMk cId="178933035" sldId="1401"/>
            <ac:cxnSpMk id="216" creationId="{8E41ACDC-C4B9-175C-B6A7-1B34AC76A721}"/>
          </ac:cxnSpMkLst>
        </pc:cxnChg>
        <pc:cxnChg chg="add del mod">
          <ac:chgData name="Thijs Hauspie" userId="c5aa01d0-0751-4207-a587-d7124c844d8f" providerId="ADAL" clId="{C3A52D76-391A-43F8-B16D-AC801EA5CAA9}" dt="2023-11-08T16:02:16.725" v="2544"/>
          <ac:cxnSpMkLst>
            <pc:docMk/>
            <pc:sldMk cId="178933035" sldId="1401"/>
            <ac:cxnSpMk id="217" creationId="{2525E5CF-5690-A3DC-2899-277B5E69E3E0}"/>
          </ac:cxnSpMkLst>
        </pc:cxnChg>
        <pc:cxnChg chg="add del mod">
          <ac:chgData name="Thijs Hauspie" userId="c5aa01d0-0751-4207-a587-d7124c844d8f" providerId="ADAL" clId="{C3A52D76-391A-43F8-B16D-AC801EA5CAA9}" dt="2023-11-08T16:02:16.725" v="2544"/>
          <ac:cxnSpMkLst>
            <pc:docMk/>
            <pc:sldMk cId="178933035" sldId="1401"/>
            <ac:cxnSpMk id="225" creationId="{5EC8476E-2D84-9520-CCA3-E1DE0E251811}"/>
          </ac:cxnSpMkLst>
        </pc:cxnChg>
        <pc:cxnChg chg="add del mod">
          <ac:chgData name="Thijs Hauspie" userId="c5aa01d0-0751-4207-a587-d7124c844d8f" providerId="ADAL" clId="{C3A52D76-391A-43F8-B16D-AC801EA5CAA9}" dt="2023-11-08T16:02:16.725" v="2544"/>
          <ac:cxnSpMkLst>
            <pc:docMk/>
            <pc:sldMk cId="178933035" sldId="1401"/>
            <ac:cxnSpMk id="226" creationId="{E74025AB-0107-C91F-3828-75D090EEEBD9}"/>
          </ac:cxnSpMkLst>
        </pc:cxnChg>
        <pc:cxnChg chg="add del mod">
          <ac:chgData name="Thijs Hauspie" userId="c5aa01d0-0751-4207-a587-d7124c844d8f" providerId="ADAL" clId="{C3A52D76-391A-43F8-B16D-AC801EA5CAA9}" dt="2023-11-08T16:02:16.725" v="2544"/>
          <ac:cxnSpMkLst>
            <pc:docMk/>
            <pc:sldMk cId="178933035" sldId="1401"/>
            <ac:cxnSpMk id="227" creationId="{259486A4-5C6C-4AB3-E732-F97696E8DB67}"/>
          </ac:cxnSpMkLst>
        </pc:cxnChg>
        <pc:cxnChg chg="add del mod">
          <ac:chgData name="Thijs Hauspie" userId="c5aa01d0-0751-4207-a587-d7124c844d8f" providerId="ADAL" clId="{C3A52D76-391A-43F8-B16D-AC801EA5CAA9}" dt="2023-11-08T16:02:16.725" v="2544"/>
          <ac:cxnSpMkLst>
            <pc:docMk/>
            <pc:sldMk cId="178933035" sldId="1401"/>
            <ac:cxnSpMk id="228" creationId="{A2C627BB-F0D7-6B30-9C87-46363E3219F9}"/>
          </ac:cxnSpMkLst>
        </pc:cxnChg>
        <pc:cxnChg chg="add del mod">
          <ac:chgData name="Thijs Hauspie" userId="c5aa01d0-0751-4207-a587-d7124c844d8f" providerId="ADAL" clId="{C3A52D76-391A-43F8-B16D-AC801EA5CAA9}" dt="2023-11-08T16:02:16.725" v="2544"/>
          <ac:cxnSpMkLst>
            <pc:docMk/>
            <pc:sldMk cId="178933035" sldId="1401"/>
            <ac:cxnSpMk id="229" creationId="{C3D920C5-5D82-6648-830B-2F9E92498410}"/>
          </ac:cxnSpMkLst>
        </pc:cxnChg>
        <pc:cxnChg chg="add del mod">
          <ac:chgData name="Thijs Hauspie" userId="c5aa01d0-0751-4207-a587-d7124c844d8f" providerId="ADAL" clId="{C3A52D76-391A-43F8-B16D-AC801EA5CAA9}" dt="2023-11-08T16:02:16.725" v="2544"/>
          <ac:cxnSpMkLst>
            <pc:docMk/>
            <pc:sldMk cId="178933035" sldId="1401"/>
            <ac:cxnSpMk id="230" creationId="{69B47272-30DD-34A9-54D2-428FA772235D}"/>
          </ac:cxnSpMkLst>
        </pc:cxnChg>
        <pc:cxnChg chg="add del mod">
          <ac:chgData name="Thijs Hauspie" userId="c5aa01d0-0751-4207-a587-d7124c844d8f" providerId="ADAL" clId="{C3A52D76-391A-43F8-B16D-AC801EA5CAA9}" dt="2023-11-08T16:02:16.725" v="2544"/>
          <ac:cxnSpMkLst>
            <pc:docMk/>
            <pc:sldMk cId="178933035" sldId="1401"/>
            <ac:cxnSpMk id="231" creationId="{394F7FF2-36A5-6099-5E5A-050878F02C2A}"/>
          </ac:cxnSpMkLst>
        </pc:cxnChg>
        <pc:cxnChg chg="add del mod">
          <ac:chgData name="Thijs Hauspie" userId="c5aa01d0-0751-4207-a587-d7124c844d8f" providerId="ADAL" clId="{C3A52D76-391A-43F8-B16D-AC801EA5CAA9}" dt="2023-11-08T16:02:16.725" v="2544"/>
          <ac:cxnSpMkLst>
            <pc:docMk/>
            <pc:sldMk cId="178933035" sldId="1401"/>
            <ac:cxnSpMk id="232" creationId="{6618D2A1-468F-45B0-3AC1-63C833851EC0}"/>
          </ac:cxnSpMkLst>
        </pc:cxnChg>
        <pc:cxnChg chg="add del mod">
          <ac:chgData name="Thijs Hauspie" userId="c5aa01d0-0751-4207-a587-d7124c844d8f" providerId="ADAL" clId="{C3A52D76-391A-43F8-B16D-AC801EA5CAA9}" dt="2023-11-08T16:02:16.725" v="2544"/>
          <ac:cxnSpMkLst>
            <pc:docMk/>
            <pc:sldMk cId="178933035" sldId="1401"/>
            <ac:cxnSpMk id="235" creationId="{7991DCC4-6D36-9295-AD24-CE56862BFD6D}"/>
          </ac:cxnSpMkLst>
        </pc:cxnChg>
        <pc:cxnChg chg="add del mod">
          <ac:chgData name="Thijs Hauspie" userId="c5aa01d0-0751-4207-a587-d7124c844d8f" providerId="ADAL" clId="{C3A52D76-391A-43F8-B16D-AC801EA5CAA9}" dt="2023-11-08T16:02:16.725" v="2544"/>
          <ac:cxnSpMkLst>
            <pc:docMk/>
            <pc:sldMk cId="178933035" sldId="1401"/>
            <ac:cxnSpMk id="236" creationId="{1657301A-FD27-D293-CBF3-BC26A48E71F0}"/>
          </ac:cxnSpMkLst>
        </pc:cxnChg>
        <pc:cxnChg chg="add del mod">
          <ac:chgData name="Thijs Hauspie" userId="c5aa01d0-0751-4207-a587-d7124c844d8f" providerId="ADAL" clId="{C3A52D76-391A-43F8-B16D-AC801EA5CAA9}" dt="2023-11-08T16:02:16.725" v="2544"/>
          <ac:cxnSpMkLst>
            <pc:docMk/>
            <pc:sldMk cId="178933035" sldId="1401"/>
            <ac:cxnSpMk id="237" creationId="{B727FE9F-1693-3A5C-B05A-B891FE21835E}"/>
          </ac:cxnSpMkLst>
        </pc:cxnChg>
        <pc:cxnChg chg="add del mod">
          <ac:chgData name="Thijs Hauspie" userId="c5aa01d0-0751-4207-a587-d7124c844d8f" providerId="ADAL" clId="{C3A52D76-391A-43F8-B16D-AC801EA5CAA9}" dt="2023-11-08T16:02:16.725" v="2544"/>
          <ac:cxnSpMkLst>
            <pc:docMk/>
            <pc:sldMk cId="178933035" sldId="1401"/>
            <ac:cxnSpMk id="238" creationId="{20AB1167-D03F-23C2-61F6-0E945108BEEB}"/>
          </ac:cxnSpMkLst>
        </pc:cxnChg>
        <pc:cxnChg chg="add del mod">
          <ac:chgData name="Thijs Hauspie" userId="c5aa01d0-0751-4207-a587-d7124c844d8f" providerId="ADAL" clId="{C3A52D76-391A-43F8-B16D-AC801EA5CAA9}" dt="2023-11-08T16:02:16.725" v="2544"/>
          <ac:cxnSpMkLst>
            <pc:docMk/>
            <pc:sldMk cId="178933035" sldId="1401"/>
            <ac:cxnSpMk id="239" creationId="{1D3B6090-A043-A7E1-ED2B-13080E9AA969}"/>
          </ac:cxnSpMkLst>
        </pc:cxnChg>
        <pc:cxnChg chg="add del mod">
          <ac:chgData name="Thijs Hauspie" userId="c5aa01d0-0751-4207-a587-d7124c844d8f" providerId="ADAL" clId="{C3A52D76-391A-43F8-B16D-AC801EA5CAA9}" dt="2023-11-08T16:02:16.725" v="2544"/>
          <ac:cxnSpMkLst>
            <pc:docMk/>
            <pc:sldMk cId="178933035" sldId="1401"/>
            <ac:cxnSpMk id="242" creationId="{87EA9467-026F-64C5-C754-2DFBB0FC7ADC}"/>
          </ac:cxnSpMkLst>
        </pc:cxnChg>
        <pc:cxnChg chg="add del mod">
          <ac:chgData name="Thijs Hauspie" userId="c5aa01d0-0751-4207-a587-d7124c844d8f" providerId="ADAL" clId="{C3A52D76-391A-43F8-B16D-AC801EA5CAA9}" dt="2023-11-08T16:02:16.725" v="2544"/>
          <ac:cxnSpMkLst>
            <pc:docMk/>
            <pc:sldMk cId="178933035" sldId="1401"/>
            <ac:cxnSpMk id="243" creationId="{3507F919-9E4A-0AC6-BB70-B66B9DF30021}"/>
          </ac:cxnSpMkLst>
        </pc:cxnChg>
        <pc:cxnChg chg="add del mod">
          <ac:chgData name="Thijs Hauspie" userId="c5aa01d0-0751-4207-a587-d7124c844d8f" providerId="ADAL" clId="{C3A52D76-391A-43F8-B16D-AC801EA5CAA9}" dt="2023-11-08T16:02:16.725" v="2544"/>
          <ac:cxnSpMkLst>
            <pc:docMk/>
            <pc:sldMk cId="178933035" sldId="1401"/>
            <ac:cxnSpMk id="244" creationId="{E38E60AC-9ED4-F48E-AB94-58B77FAC467E}"/>
          </ac:cxnSpMkLst>
        </pc:cxnChg>
        <pc:cxnChg chg="add del mod">
          <ac:chgData name="Thijs Hauspie" userId="c5aa01d0-0751-4207-a587-d7124c844d8f" providerId="ADAL" clId="{C3A52D76-391A-43F8-B16D-AC801EA5CAA9}" dt="2023-11-08T16:02:16.725" v="2544"/>
          <ac:cxnSpMkLst>
            <pc:docMk/>
            <pc:sldMk cId="178933035" sldId="1401"/>
            <ac:cxnSpMk id="247" creationId="{A81C12C4-89B9-6DB1-F23A-27D649739AA2}"/>
          </ac:cxnSpMkLst>
        </pc:cxnChg>
        <pc:cxnChg chg="add del mod">
          <ac:chgData name="Thijs Hauspie" userId="c5aa01d0-0751-4207-a587-d7124c844d8f" providerId="ADAL" clId="{C3A52D76-391A-43F8-B16D-AC801EA5CAA9}" dt="2023-11-08T16:02:16.725" v="2544"/>
          <ac:cxnSpMkLst>
            <pc:docMk/>
            <pc:sldMk cId="178933035" sldId="1401"/>
            <ac:cxnSpMk id="248" creationId="{F96F2DCB-4054-2703-7565-29D1D0984BDD}"/>
          </ac:cxnSpMkLst>
        </pc:cxnChg>
      </pc:sldChg>
      <pc:sldChg chg="modSp add mod">
        <pc:chgData name="Thijs Hauspie" userId="c5aa01d0-0751-4207-a587-d7124c844d8f" providerId="ADAL" clId="{C3A52D76-391A-43F8-B16D-AC801EA5CAA9}" dt="2023-11-09T13:34:43.130" v="3273" actId="20577"/>
        <pc:sldMkLst>
          <pc:docMk/>
          <pc:sldMk cId="103995283" sldId="1614"/>
        </pc:sldMkLst>
        <pc:spChg chg="mod">
          <ac:chgData name="Thijs Hauspie" userId="c5aa01d0-0751-4207-a587-d7124c844d8f" providerId="ADAL" clId="{C3A52D76-391A-43F8-B16D-AC801EA5CAA9}" dt="2023-11-09T13:34:43.130" v="3273" actId="20577"/>
          <ac:spMkLst>
            <pc:docMk/>
            <pc:sldMk cId="103995283" sldId="1614"/>
            <ac:spMk id="2" creationId="{58A829EE-E84C-4356-83EA-58A3EC2E1B4B}"/>
          </ac:spMkLst>
        </pc:spChg>
      </pc:sldChg>
      <pc:sldChg chg="addSp delSp modSp add del mod">
        <pc:chgData name="Thijs Hauspie" userId="c5aa01d0-0751-4207-a587-d7124c844d8f" providerId="ADAL" clId="{C3A52D76-391A-43F8-B16D-AC801EA5CAA9}" dt="2023-11-08T12:41:41.191" v="631"/>
        <pc:sldMkLst>
          <pc:docMk/>
          <pc:sldMk cId="4018008952" sldId="1680"/>
        </pc:sldMkLst>
        <pc:spChg chg="mod">
          <ac:chgData name="Thijs Hauspie" userId="c5aa01d0-0751-4207-a587-d7124c844d8f" providerId="ADAL" clId="{C3A52D76-391A-43F8-B16D-AC801EA5CAA9}" dt="2023-11-08T12:41:41.191" v="631"/>
          <ac:spMkLst>
            <pc:docMk/>
            <pc:sldMk cId="4018008952" sldId="1680"/>
            <ac:spMk id="2" creationId="{2487FA35-A2A9-47D2-B705-6EA42514C1AE}"/>
          </ac:spMkLst>
        </pc:spChg>
        <pc:spChg chg="mod">
          <ac:chgData name="Thijs Hauspie" userId="c5aa01d0-0751-4207-a587-d7124c844d8f" providerId="ADAL" clId="{C3A52D76-391A-43F8-B16D-AC801EA5CAA9}" dt="2023-11-08T12:30:55.949" v="30" actId="20577"/>
          <ac:spMkLst>
            <pc:docMk/>
            <pc:sldMk cId="4018008952" sldId="1680"/>
            <ac:spMk id="3" creationId="{AFA9732D-AB41-4AF6-9647-B5196F5786EE}"/>
          </ac:spMkLst>
        </pc:spChg>
        <pc:picChg chg="del">
          <ac:chgData name="Thijs Hauspie" userId="c5aa01d0-0751-4207-a587-d7124c844d8f" providerId="ADAL" clId="{C3A52D76-391A-43F8-B16D-AC801EA5CAA9}" dt="2023-11-08T12:13:30.336" v="24" actId="478"/>
          <ac:picMkLst>
            <pc:docMk/>
            <pc:sldMk cId="4018008952" sldId="1680"/>
            <ac:picMk id="5" creationId="{7C57BBE1-97AA-4EA9-BBFD-67D6286B06EA}"/>
          </ac:picMkLst>
        </pc:picChg>
        <pc:picChg chg="add del mod">
          <ac:chgData name="Thijs Hauspie" userId="c5aa01d0-0751-4207-a587-d7124c844d8f" providerId="ADAL" clId="{C3A52D76-391A-43F8-B16D-AC801EA5CAA9}" dt="2023-11-08T12:31:08.820" v="33" actId="478"/>
          <ac:picMkLst>
            <pc:docMk/>
            <pc:sldMk cId="4018008952" sldId="1680"/>
            <ac:picMk id="6" creationId="{AE6BB164-B011-C271-EF45-DB2034D8A960}"/>
          </ac:picMkLst>
        </pc:picChg>
      </pc:sldChg>
      <pc:sldChg chg="delSp modSp add mod">
        <pc:chgData name="Thijs Hauspie" userId="c5aa01d0-0751-4207-a587-d7124c844d8f" providerId="ADAL" clId="{C3A52D76-391A-43F8-B16D-AC801EA5CAA9}" dt="2023-11-08T12:50:57.494" v="641" actId="5793"/>
        <pc:sldMkLst>
          <pc:docMk/>
          <pc:sldMk cId="1476926797" sldId="1682"/>
        </pc:sldMkLst>
        <pc:spChg chg="mod">
          <ac:chgData name="Thijs Hauspie" userId="c5aa01d0-0751-4207-a587-d7124c844d8f" providerId="ADAL" clId="{C3A52D76-391A-43F8-B16D-AC801EA5CAA9}" dt="2023-11-08T12:41:39.046" v="630"/>
          <ac:spMkLst>
            <pc:docMk/>
            <pc:sldMk cId="1476926797" sldId="1682"/>
            <ac:spMk id="2" creationId="{2487FA35-A2A9-47D2-B705-6EA42514C1AE}"/>
          </ac:spMkLst>
        </pc:spChg>
        <pc:spChg chg="mod">
          <ac:chgData name="Thijs Hauspie" userId="c5aa01d0-0751-4207-a587-d7124c844d8f" providerId="ADAL" clId="{C3A52D76-391A-43F8-B16D-AC801EA5CAA9}" dt="2023-11-08T12:50:57.494" v="641" actId="5793"/>
          <ac:spMkLst>
            <pc:docMk/>
            <pc:sldMk cId="1476926797" sldId="1682"/>
            <ac:spMk id="3" creationId="{AFA9732D-AB41-4AF6-9647-B5196F5786EE}"/>
          </ac:spMkLst>
        </pc:spChg>
        <pc:picChg chg="del mod">
          <ac:chgData name="Thijs Hauspie" userId="c5aa01d0-0751-4207-a587-d7124c844d8f" providerId="ADAL" clId="{C3A52D76-391A-43F8-B16D-AC801EA5CAA9}" dt="2023-11-08T12:31:07.207" v="32" actId="478"/>
          <ac:picMkLst>
            <pc:docMk/>
            <pc:sldMk cId="1476926797" sldId="1682"/>
            <ac:picMk id="6" creationId="{FF4DA5B2-49F6-4DF1-845A-B113A606F6FD}"/>
          </ac:picMkLst>
        </pc:picChg>
      </pc:sldChg>
      <pc:sldChg chg="modSp add mod">
        <pc:chgData name="Thijs Hauspie" userId="c5aa01d0-0751-4207-a587-d7124c844d8f" providerId="ADAL" clId="{C3A52D76-391A-43F8-B16D-AC801EA5CAA9}" dt="2023-11-08T14:16:02.218" v="1465" actId="20577"/>
        <pc:sldMkLst>
          <pc:docMk/>
          <pc:sldMk cId="3431343839" sldId="1683"/>
        </pc:sldMkLst>
        <pc:spChg chg="mod">
          <ac:chgData name="Thijs Hauspie" userId="c5aa01d0-0751-4207-a587-d7124c844d8f" providerId="ADAL" clId="{C3A52D76-391A-43F8-B16D-AC801EA5CAA9}" dt="2023-11-08T14:12:44.105" v="1260"/>
          <ac:spMkLst>
            <pc:docMk/>
            <pc:sldMk cId="3431343839" sldId="1683"/>
            <ac:spMk id="5" creationId="{3A004925-A370-44E2-A732-52A6295CBDEB}"/>
          </ac:spMkLst>
        </pc:spChg>
        <pc:spChg chg="mod">
          <ac:chgData name="Thijs Hauspie" userId="c5aa01d0-0751-4207-a587-d7124c844d8f" providerId="ADAL" clId="{C3A52D76-391A-43F8-B16D-AC801EA5CAA9}" dt="2023-11-08T14:16:02.218" v="1465" actId="20577"/>
          <ac:spMkLst>
            <pc:docMk/>
            <pc:sldMk cId="3431343839" sldId="1683"/>
            <ac:spMk id="6" creationId="{D218D92A-74AD-49F8-A8A9-AD801B689B50}"/>
          </ac:spMkLst>
        </pc:spChg>
      </pc:sldChg>
      <pc:sldChg chg="addSp delSp modSp add mod">
        <pc:chgData name="Thijs Hauspie" userId="c5aa01d0-0751-4207-a587-d7124c844d8f" providerId="ADAL" clId="{C3A52D76-391A-43F8-B16D-AC801EA5CAA9}" dt="2023-11-08T14:39:53.266" v="1907" actId="478"/>
        <pc:sldMkLst>
          <pc:docMk/>
          <pc:sldMk cId="1306100607" sldId="1684"/>
        </pc:sldMkLst>
        <pc:spChg chg="mod">
          <ac:chgData name="Thijs Hauspie" userId="c5aa01d0-0751-4207-a587-d7124c844d8f" providerId="ADAL" clId="{C3A52D76-391A-43F8-B16D-AC801EA5CAA9}" dt="2023-11-08T14:18:16.144" v="1473"/>
          <ac:spMkLst>
            <pc:docMk/>
            <pc:sldMk cId="1306100607" sldId="1684"/>
            <ac:spMk id="5" creationId="{3A004925-A370-44E2-A732-52A6295CBDEB}"/>
          </ac:spMkLst>
        </pc:spChg>
        <pc:spChg chg="mod">
          <ac:chgData name="Thijs Hauspie" userId="c5aa01d0-0751-4207-a587-d7124c844d8f" providerId="ADAL" clId="{C3A52D76-391A-43F8-B16D-AC801EA5CAA9}" dt="2023-11-08T14:20:37.246" v="1488" actId="20577"/>
          <ac:spMkLst>
            <pc:docMk/>
            <pc:sldMk cId="1306100607" sldId="1684"/>
            <ac:spMk id="6" creationId="{D218D92A-74AD-49F8-A8A9-AD801B689B50}"/>
          </ac:spMkLst>
        </pc:spChg>
        <pc:spChg chg="del">
          <ac:chgData name="Thijs Hauspie" userId="c5aa01d0-0751-4207-a587-d7124c844d8f" providerId="ADAL" clId="{C3A52D76-391A-43F8-B16D-AC801EA5CAA9}" dt="2023-11-08T14:20:39.250" v="1490" actId="478"/>
          <ac:spMkLst>
            <pc:docMk/>
            <pc:sldMk cId="1306100607" sldId="1684"/>
            <ac:spMk id="12" creationId="{C2C1C866-ED72-40E4-B236-73EF7D67CAD0}"/>
          </ac:spMkLst>
        </pc:spChg>
        <pc:spChg chg="del">
          <ac:chgData name="Thijs Hauspie" userId="c5aa01d0-0751-4207-a587-d7124c844d8f" providerId="ADAL" clId="{C3A52D76-391A-43F8-B16D-AC801EA5CAA9}" dt="2023-11-08T14:20:41.485" v="1493" actId="478"/>
          <ac:spMkLst>
            <pc:docMk/>
            <pc:sldMk cId="1306100607" sldId="1684"/>
            <ac:spMk id="13" creationId="{F8EE02EF-1D1E-4ED7-AA5A-9FD56BDD3639}"/>
          </ac:spMkLst>
        </pc:spChg>
        <pc:spChg chg="del mod">
          <ac:chgData name="Thijs Hauspie" userId="c5aa01d0-0751-4207-a587-d7124c844d8f" providerId="ADAL" clId="{C3A52D76-391A-43F8-B16D-AC801EA5CAA9}" dt="2023-11-08T14:20:45.218" v="1495" actId="478"/>
          <ac:spMkLst>
            <pc:docMk/>
            <pc:sldMk cId="1306100607" sldId="1684"/>
            <ac:spMk id="14" creationId="{5FF18C93-F18D-476C-A8B6-D4753F4084B2}"/>
          </ac:spMkLst>
        </pc:spChg>
        <pc:spChg chg="del">
          <ac:chgData name="Thijs Hauspie" userId="c5aa01d0-0751-4207-a587-d7124c844d8f" providerId="ADAL" clId="{C3A52D76-391A-43F8-B16D-AC801EA5CAA9}" dt="2023-11-08T14:20:45.218" v="1495" actId="478"/>
          <ac:spMkLst>
            <pc:docMk/>
            <pc:sldMk cId="1306100607" sldId="1684"/>
            <ac:spMk id="15" creationId="{9201C935-BF12-41B1-818F-17D7D2C50AF6}"/>
          </ac:spMkLst>
        </pc:spChg>
        <pc:spChg chg="del mod">
          <ac:chgData name="Thijs Hauspie" userId="c5aa01d0-0751-4207-a587-d7124c844d8f" providerId="ADAL" clId="{C3A52D76-391A-43F8-B16D-AC801EA5CAA9}" dt="2023-11-08T14:20:45.218" v="1495" actId="478"/>
          <ac:spMkLst>
            <pc:docMk/>
            <pc:sldMk cId="1306100607" sldId="1684"/>
            <ac:spMk id="16" creationId="{33A34219-EAA8-4559-89BE-368E95FA721C}"/>
          </ac:spMkLst>
        </pc:spChg>
        <pc:spChg chg="del">
          <ac:chgData name="Thijs Hauspie" userId="c5aa01d0-0751-4207-a587-d7124c844d8f" providerId="ADAL" clId="{C3A52D76-391A-43F8-B16D-AC801EA5CAA9}" dt="2023-11-08T14:20:45.218" v="1495" actId="478"/>
          <ac:spMkLst>
            <pc:docMk/>
            <pc:sldMk cId="1306100607" sldId="1684"/>
            <ac:spMk id="17" creationId="{DF1A04CE-FD8D-4DC4-BC33-4ADC934E182C}"/>
          </ac:spMkLst>
        </pc:spChg>
        <pc:spChg chg="del mod">
          <ac:chgData name="Thijs Hauspie" userId="c5aa01d0-0751-4207-a587-d7124c844d8f" providerId="ADAL" clId="{C3A52D76-391A-43F8-B16D-AC801EA5CAA9}" dt="2023-11-08T14:20:45.218" v="1495" actId="478"/>
          <ac:spMkLst>
            <pc:docMk/>
            <pc:sldMk cId="1306100607" sldId="1684"/>
            <ac:spMk id="18" creationId="{D4DB1778-4A05-40F6-833C-4AE6AC7EB183}"/>
          </ac:spMkLst>
        </pc:spChg>
        <pc:spChg chg="del">
          <ac:chgData name="Thijs Hauspie" userId="c5aa01d0-0751-4207-a587-d7124c844d8f" providerId="ADAL" clId="{C3A52D76-391A-43F8-B16D-AC801EA5CAA9}" dt="2023-11-08T14:20:40.356" v="1491" actId="478"/>
          <ac:spMkLst>
            <pc:docMk/>
            <pc:sldMk cId="1306100607" sldId="1684"/>
            <ac:spMk id="19" creationId="{2CB1D703-653C-4BE1-8A5D-35ADFED0892F}"/>
          </ac:spMkLst>
        </pc:spChg>
        <pc:spChg chg="del">
          <ac:chgData name="Thijs Hauspie" userId="c5aa01d0-0751-4207-a587-d7124c844d8f" providerId="ADAL" clId="{C3A52D76-391A-43F8-B16D-AC801EA5CAA9}" dt="2023-11-08T14:21:01.495" v="1502" actId="478"/>
          <ac:spMkLst>
            <pc:docMk/>
            <pc:sldMk cId="1306100607" sldId="1684"/>
            <ac:spMk id="20" creationId="{7E724A1E-28EC-4BFE-B879-10BA792CC6A3}"/>
          </ac:spMkLst>
        </pc:spChg>
        <pc:spChg chg="add del mod">
          <ac:chgData name="Thijs Hauspie" userId="c5aa01d0-0751-4207-a587-d7124c844d8f" providerId="ADAL" clId="{C3A52D76-391A-43F8-B16D-AC801EA5CAA9}" dt="2023-11-08T14:21:00.598" v="1501" actId="478"/>
          <ac:spMkLst>
            <pc:docMk/>
            <pc:sldMk cId="1306100607" sldId="1684"/>
            <ac:spMk id="21" creationId="{29E0702E-5DF9-43F2-B7B3-4ECCA953F6FF}"/>
          </ac:spMkLst>
        </pc:spChg>
        <pc:picChg chg="del">
          <ac:chgData name="Thijs Hauspie" userId="c5aa01d0-0751-4207-a587-d7124c844d8f" providerId="ADAL" clId="{C3A52D76-391A-43F8-B16D-AC801EA5CAA9}" dt="2023-11-08T14:18:39.052" v="1474" actId="478"/>
          <ac:picMkLst>
            <pc:docMk/>
            <pc:sldMk cId="1306100607" sldId="1684"/>
            <ac:picMk id="3" creationId="{1A94FEE9-52D9-4641-BB6C-C1403A167AA6}"/>
          </ac:picMkLst>
        </pc:picChg>
        <pc:picChg chg="add del mod">
          <ac:chgData name="Thijs Hauspie" userId="c5aa01d0-0751-4207-a587-d7124c844d8f" providerId="ADAL" clId="{C3A52D76-391A-43F8-B16D-AC801EA5CAA9}" dt="2023-11-08T14:20:35.247" v="1487" actId="478"/>
          <ac:picMkLst>
            <pc:docMk/>
            <pc:sldMk cId="1306100607" sldId="1684"/>
            <ac:picMk id="4" creationId="{5F8784DC-B2F0-1627-FDC7-0087A708DBC6}"/>
          </ac:picMkLst>
        </pc:picChg>
        <pc:picChg chg="del mod">
          <ac:chgData name="Thijs Hauspie" userId="c5aa01d0-0751-4207-a587-d7124c844d8f" providerId="ADAL" clId="{C3A52D76-391A-43F8-B16D-AC801EA5CAA9}" dt="2023-11-08T14:20:34.803" v="1486" actId="478"/>
          <ac:picMkLst>
            <pc:docMk/>
            <pc:sldMk cId="1306100607" sldId="1684"/>
            <ac:picMk id="9" creationId="{92C8F183-D020-4287-AB5E-569122FE2AA3}"/>
          </ac:picMkLst>
        </pc:picChg>
        <pc:picChg chg="del mod">
          <ac:chgData name="Thijs Hauspie" userId="c5aa01d0-0751-4207-a587-d7124c844d8f" providerId="ADAL" clId="{C3A52D76-391A-43F8-B16D-AC801EA5CAA9}" dt="2023-11-08T14:20:37.997" v="1489" actId="478"/>
          <ac:picMkLst>
            <pc:docMk/>
            <pc:sldMk cId="1306100607" sldId="1684"/>
            <ac:picMk id="10" creationId="{3ACCD34F-D115-4468-BAFC-D5A2A0D21B85}"/>
          </ac:picMkLst>
        </pc:picChg>
        <pc:picChg chg="del mod">
          <ac:chgData name="Thijs Hauspie" userId="c5aa01d0-0751-4207-a587-d7124c844d8f" providerId="ADAL" clId="{C3A52D76-391A-43F8-B16D-AC801EA5CAA9}" dt="2023-11-08T14:20:40.941" v="1492" actId="478"/>
          <ac:picMkLst>
            <pc:docMk/>
            <pc:sldMk cId="1306100607" sldId="1684"/>
            <ac:picMk id="11" creationId="{8852E8D0-4295-4B3D-A055-7DF5E06A5CC0}"/>
          </ac:picMkLst>
        </pc:picChg>
        <pc:picChg chg="add del mod">
          <ac:chgData name="Thijs Hauspie" userId="c5aa01d0-0751-4207-a587-d7124c844d8f" providerId="ADAL" clId="{C3A52D76-391A-43F8-B16D-AC801EA5CAA9}" dt="2023-11-08T14:39:53.266" v="1907" actId="478"/>
          <ac:picMkLst>
            <pc:docMk/>
            <pc:sldMk cId="1306100607" sldId="1684"/>
            <ac:picMk id="22" creationId="{3DE3D782-59F8-47AD-2FCC-8C3ECDBA25AE}"/>
          </ac:picMkLst>
        </pc:picChg>
      </pc:sldChg>
      <pc:sldChg chg="modSp add mod">
        <pc:chgData name="Thijs Hauspie" userId="c5aa01d0-0751-4207-a587-d7124c844d8f" providerId="ADAL" clId="{C3A52D76-391A-43F8-B16D-AC801EA5CAA9}" dt="2023-11-08T14:24:51.668" v="1625" actId="20577"/>
        <pc:sldMkLst>
          <pc:docMk/>
          <pc:sldMk cId="1761259086" sldId="1685"/>
        </pc:sldMkLst>
        <pc:spChg chg="mod">
          <ac:chgData name="Thijs Hauspie" userId="c5aa01d0-0751-4207-a587-d7124c844d8f" providerId="ADAL" clId="{C3A52D76-391A-43F8-B16D-AC801EA5CAA9}" dt="2023-11-08T14:24:22.334" v="1600"/>
          <ac:spMkLst>
            <pc:docMk/>
            <pc:sldMk cId="1761259086" sldId="1685"/>
            <ac:spMk id="2" creationId="{9250AE10-A5BD-4854-95D1-EDB41A7F14B7}"/>
          </ac:spMkLst>
        </pc:spChg>
        <pc:spChg chg="mod">
          <ac:chgData name="Thijs Hauspie" userId="c5aa01d0-0751-4207-a587-d7124c844d8f" providerId="ADAL" clId="{C3A52D76-391A-43F8-B16D-AC801EA5CAA9}" dt="2023-11-08T14:24:51.668" v="1625" actId="20577"/>
          <ac:spMkLst>
            <pc:docMk/>
            <pc:sldMk cId="1761259086" sldId="1685"/>
            <ac:spMk id="3" creationId="{B88BCCE3-B86C-461D-8331-7A61191A346A}"/>
          </ac:spMkLst>
        </pc:spChg>
      </pc:sldChg>
      <pc:sldChg chg="addSp delSp modSp add mod">
        <pc:chgData name="Thijs Hauspie" userId="c5aa01d0-0751-4207-a587-d7124c844d8f" providerId="ADAL" clId="{C3A52D76-391A-43F8-B16D-AC801EA5CAA9}" dt="2023-11-08T14:41:52.455" v="1972" actId="1076"/>
        <pc:sldMkLst>
          <pc:docMk/>
          <pc:sldMk cId="2409432669" sldId="1686"/>
        </pc:sldMkLst>
        <pc:spChg chg="mod">
          <ac:chgData name="Thijs Hauspie" userId="c5aa01d0-0751-4207-a587-d7124c844d8f" providerId="ADAL" clId="{C3A52D76-391A-43F8-B16D-AC801EA5CAA9}" dt="2023-11-08T14:25:05.685" v="1628"/>
          <ac:spMkLst>
            <pc:docMk/>
            <pc:sldMk cId="2409432669" sldId="1686"/>
            <ac:spMk id="2" creationId="{7E336451-C94F-471A-AA79-3DED3462D119}"/>
          </ac:spMkLst>
        </pc:spChg>
        <pc:spChg chg="mod">
          <ac:chgData name="Thijs Hauspie" userId="c5aa01d0-0751-4207-a587-d7124c844d8f" providerId="ADAL" clId="{C3A52D76-391A-43F8-B16D-AC801EA5CAA9}" dt="2023-11-08T14:31:45.435" v="1844" actId="20577"/>
          <ac:spMkLst>
            <pc:docMk/>
            <pc:sldMk cId="2409432669" sldId="1686"/>
            <ac:spMk id="3" creationId="{C742DD29-62F0-4196-B7E6-CC90F3A90E46}"/>
          </ac:spMkLst>
        </pc:spChg>
        <pc:spChg chg="add del mod">
          <ac:chgData name="Thijs Hauspie" userId="c5aa01d0-0751-4207-a587-d7124c844d8f" providerId="ADAL" clId="{C3A52D76-391A-43F8-B16D-AC801EA5CAA9}" dt="2023-11-08T14:33:40.379" v="1889" actId="1076"/>
          <ac:spMkLst>
            <pc:docMk/>
            <pc:sldMk cId="2409432669" sldId="1686"/>
            <ac:spMk id="9" creationId="{4299FC94-8528-4E66-B73B-760AD63C3921}"/>
          </ac:spMkLst>
        </pc:spChg>
        <pc:spChg chg="add del mod">
          <ac:chgData name="Thijs Hauspie" userId="c5aa01d0-0751-4207-a587-d7124c844d8f" providerId="ADAL" clId="{C3A52D76-391A-43F8-B16D-AC801EA5CAA9}" dt="2023-11-08T14:38:53.072" v="1901" actId="1076"/>
          <ac:spMkLst>
            <pc:docMk/>
            <pc:sldMk cId="2409432669" sldId="1686"/>
            <ac:spMk id="10" creationId="{9307FAC9-2DAB-42ED-A162-8030C2C0BC19}"/>
          </ac:spMkLst>
        </pc:spChg>
        <pc:spChg chg="add del mod">
          <ac:chgData name="Thijs Hauspie" userId="c5aa01d0-0751-4207-a587-d7124c844d8f" providerId="ADAL" clId="{C3A52D76-391A-43F8-B16D-AC801EA5CAA9}" dt="2023-11-08T14:41:40.252" v="1967" actId="14100"/>
          <ac:spMkLst>
            <pc:docMk/>
            <pc:sldMk cId="2409432669" sldId="1686"/>
            <ac:spMk id="11" creationId="{8BABE38D-4B6E-4254-9E47-E43BB85649D9}"/>
          </ac:spMkLst>
        </pc:spChg>
        <pc:spChg chg="add del mod">
          <ac:chgData name="Thijs Hauspie" userId="c5aa01d0-0751-4207-a587-d7124c844d8f" providerId="ADAL" clId="{C3A52D76-391A-43F8-B16D-AC801EA5CAA9}" dt="2023-11-08T14:38:26.014" v="1894" actId="14100"/>
          <ac:spMkLst>
            <pc:docMk/>
            <pc:sldMk cId="2409432669" sldId="1686"/>
            <ac:spMk id="12" creationId="{4C3C4AA3-6C06-4581-8F03-D7FBC39398D2}"/>
          </ac:spMkLst>
        </pc:spChg>
        <pc:spChg chg="add del mod">
          <ac:chgData name="Thijs Hauspie" userId="c5aa01d0-0751-4207-a587-d7124c844d8f" providerId="ADAL" clId="{C3A52D76-391A-43F8-B16D-AC801EA5CAA9}" dt="2023-11-08T14:38:30.325" v="1895" actId="1076"/>
          <ac:spMkLst>
            <pc:docMk/>
            <pc:sldMk cId="2409432669" sldId="1686"/>
            <ac:spMk id="13" creationId="{6161F8D0-6C5B-4809-BF0B-EE1556C7E3BB}"/>
          </ac:spMkLst>
        </pc:spChg>
        <pc:spChg chg="add mod">
          <ac:chgData name="Thijs Hauspie" userId="c5aa01d0-0751-4207-a587-d7124c844d8f" providerId="ADAL" clId="{C3A52D76-391A-43F8-B16D-AC801EA5CAA9}" dt="2023-11-08T14:39:08.322" v="1904" actId="14100"/>
          <ac:spMkLst>
            <pc:docMk/>
            <pc:sldMk cId="2409432669" sldId="1686"/>
            <ac:spMk id="20" creationId="{4054FFE0-F06A-C15B-7D1E-8AA694ADF5C3}"/>
          </ac:spMkLst>
        </pc:spChg>
        <pc:picChg chg="del">
          <ac:chgData name="Thijs Hauspie" userId="c5aa01d0-0751-4207-a587-d7124c844d8f" providerId="ADAL" clId="{C3A52D76-391A-43F8-B16D-AC801EA5CAA9}" dt="2023-11-08T14:26:05.449" v="1629" actId="478"/>
          <ac:picMkLst>
            <pc:docMk/>
            <pc:sldMk cId="2409432669" sldId="1686"/>
            <ac:picMk id="6" creationId="{B928606F-2974-4F49-9D6D-4E00FD61E3C4}"/>
          </ac:picMkLst>
        </pc:picChg>
        <pc:picChg chg="del">
          <ac:chgData name="Thijs Hauspie" userId="c5aa01d0-0751-4207-a587-d7124c844d8f" providerId="ADAL" clId="{C3A52D76-391A-43F8-B16D-AC801EA5CAA9}" dt="2023-11-08T14:26:22.400" v="1634" actId="478"/>
          <ac:picMkLst>
            <pc:docMk/>
            <pc:sldMk cId="2409432669" sldId="1686"/>
            <ac:picMk id="7" creationId="{B4CA0026-E5E9-484C-85BE-FF96E75135F1}"/>
          </ac:picMkLst>
        </pc:picChg>
        <pc:picChg chg="del">
          <ac:chgData name="Thijs Hauspie" userId="c5aa01d0-0751-4207-a587-d7124c844d8f" providerId="ADAL" clId="{C3A52D76-391A-43F8-B16D-AC801EA5CAA9}" dt="2023-11-08T14:32:19.696" v="1846" actId="478"/>
          <ac:picMkLst>
            <pc:docMk/>
            <pc:sldMk cId="2409432669" sldId="1686"/>
            <ac:picMk id="8" creationId="{E1F160B2-B80C-44E7-B2DF-EA6C456FCF57}"/>
          </ac:picMkLst>
        </pc:picChg>
        <pc:picChg chg="add del mod">
          <ac:chgData name="Thijs Hauspie" userId="c5aa01d0-0751-4207-a587-d7124c844d8f" providerId="ADAL" clId="{C3A52D76-391A-43F8-B16D-AC801EA5CAA9}" dt="2023-11-08T14:31:39.255" v="1826" actId="478"/>
          <ac:picMkLst>
            <pc:docMk/>
            <pc:sldMk cId="2409432669" sldId="1686"/>
            <ac:picMk id="14" creationId="{5D2E3A00-71E1-2958-2428-C371A9830F23}"/>
          </ac:picMkLst>
        </pc:picChg>
        <pc:picChg chg="add del mod">
          <ac:chgData name="Thijs Hauspie" userId="c5aa01d0-0751-4207-a587-d7124c844d8f" providerId="ADAL" clId="{C3A52D76-391A-43F8-B16D-AC801EA5CAA9}" dt="2023-11-08T14:31:47.432" v="1845" actId="478"/>
          <ac:picMkLst>
            <pc:docMk/>
            <pc:sldMk cId="2409432669" sldId="1686"/>
            <ac:picMk id="15" creationId="{90EA1B16-2BF0-FCAA-40DB-CD8EBEE955F1}"/>
          </ac:picMkLst>
        </pc:picChg>
        <pc:picChg chg="add mod">
          <ac:chgData name="Thijs Hauspie" userId="c5aa01d0-0751-4207-a587-d7124c844d8f" providerId="ADAL" clId="{C3A52D76-391A-43F8-B16D-AC801EA5CAA9}" dt="2023-11-08T14:32:53.744" v="1862"/>
          <ac:picMkLst>
            <pc:docMk/>
            <pc:sldMk cId="2409432669" sldId="1686"/>
            <ac:picMk id="16" creationId="{76F70189-9646-60B8-610E-61375E6FD118}"/>
          </ac:picMkLst>
        </pc:picChg>
        <pc:picChg chg="add mod">
          <ac:chgData name="Thijs Hauspie" userId="c5aa01d0-0751-4207-a587-d7124c844d8f" providerId="ADAL" clId="{C3A52D76-391A-43F8-B16D-AC801EA5CAA9}" dt="2023-11-08T14:32:53.016" v="1859"/>
          <ac:picMkLst>
            <pc:docMk/>
            <pc:sldMk cId="2409432669" sldId="1686"/>
            <ac:picMk id="17" creationId="{D436038C-C92E-6ED4-1A76-171738E589A7}"/>
          </ac:picMkLst>
        </pc:picChg>
        <pc:picChg chg="add mod ord">
          <ac:chgData name="Thijs Hauspie" userId="c5aa01d0-0751-4207-a587-d7124c844d8f" providerId="ADAL" clId="{C3A52D76-391A-43F8-B16D-AC801EA5CAA9}" dt="2023-11-08T14:38:46.898" v="1900" actId="1076"/>
          <ac:picMkLst>
            <pc:docMk/>
            <pc:sldMk cId="2409432669" sldId="1686"/>
            <ac:picMk id="19" creationId="{C80B9D4B-B4D0-3C1A-C626-166C7754213C}"/>
          </ac:picMkLst>
        </pc:picChg>
        <pc:picChg chg="add mod">
          <ac:chgData name="Thijs Hauspie" userId="c5aa01d0-0751-4207-a587-d7124c844d8f" providerId="ADAL" clId="{C3A52D76-391A-43F8-B16D-AC801EA5CAA9}" dt="2023-11-08T14:41:52.455" v="1972" actId="1076"/>
          <ac:picMkLst>
            <pc:docMk/>
            <pc:sldMk cId="2409432669" sldId="1686"/>
            <ac:picMk id="21" creationId="{D93CBC65-5482-A4FC-E912-8661C89103F0}"/>
          </ac:picMkLst>
        </pc:picChg>
      </pc:sldChg>
      <pc:sldChg chg="add del">
        <pc:chgData name="Thijs Hauspie" userId="c5aa01d0-0751-4207-a587-d7124c844d8f" providerId="ADAL" clId="{C3A52D76-391A-43F8-B16D-AC801EA5CAA9}" dt="2023-11-08T14:46:04.181" v="2046" actId="47"/>
        <pc:sldMkLst>
          <pc:docMk/>
          <pc:sldMk cId="1428962449" sldId="1687"/>
        </pc:sldMkLst>
      </pc:sldChg>
      <pc:sldChg chg="add del">
        <pc:chgData name="Thijs Hauspie" userId="c5aa01d0-0751-4207-a587-d7124c844d8f" providerId="ADAL" clId="{C3A52D76-391A-43F8-B16D-AC801EA5CAA9}" dt="2023-11-08T14:46:05.243" v="2047" actId="47"/>
        <pc:sldMkLst>
          <pc:docMk/>
          <pc:sldMk cId="4290745999" sldId="1688"/>
        </pc:sldMkLst>
      </pc:sldChg>
      <pc:sldChg chg="addSp delSp modSp add mod">
        <pc:chgData name="Thijs Hauspie" userId="c5aa01d0-0751-4207-a587-d7124c844d8f" providerId="ADAL" clId="{C3A52D76-391A-43F8-B16D-AC801EA5CAA9}" dt="2023-11-08T14:48:06.221" v="2107"/>
        <pc:sldMkLst>
          <pc:docMk/>
          <pc:sldMk cId="4278634823" sldId="1689"/>
        </pc:sldMkLst>
        <pc:spChg chg="mod">
          <ac:chgData name="Thijs Hauspie" userId="c5aa01d0-0751-4207-a587-d7124c844d8f" providerId="ADAL" clId="{C3A52D76-391A-43F8-B16D-AC801EA5CAA9}" dt="2023-11-08T14:48:06.221" v="2107"/>
          <ac:spMkLst>
            <pc:docMk/>
            <pc:sldMk cId="4278634823" sldId="1689"/>
            <ac:spMk id="5" creationId="{3A004925-A370-44E2-A732-52A6295CBDEB}"/>
          </ac:spMkLst>
        </pc:spChg>
        <pc:spChg chg="mod">
          <ac:chgData name="Thijs Hauspie" userId="c5aa01d0-0751-4207-a587-d7124c844d8f" providerId="ADAL" clId="{C3A52D76-391A-43F8-B16D-AC801EA5CAA9}" dt="2023-11-08T14:47:52.629" v="2105" actId="20577"/>
          <ac:spMkLst>
            <pc:docMk/>
            <pc:sldMk cId="4278634823" sldId="1689"/>
            <ac:spMk id="6" creationId="{D218D92A-74AD-49F8-A8A9-AD801B689B50}"/>
          </ac:spMkLst>
        </pc:spChg>
        <pc:picChg chg="del">
          <ac:chgData name="Thijs Hauspie" userId="c5aa01d0-0751-4207-a587-d7124c844d8f" providerId="ADAL" clId="{C3A52D76-391A-43F8-B16D-AC801EA5CAA9}" dt="2023-11-08T14:47:21.244" v="2059" actId="478"/>
          <ac:picMkLst>
            <pc:docMk/>
            <pc:sldMk cId="4278634823" sldId="1689"/>
            <ac:picMk id="2" creationId="{5F7DCD84-4C7B-4985-AA6C-968FD472D143}"/>
          </ac:picMkLst>
        </pc:picChg>
        <pc:picChg chg="del">
          <ac:chgData name="Thijs Hauspie" userId="c5aa01d0-0751-4207-a587-d7124c844d8f" providerId="ADAL" clId="{C3A52D76-391A-43F8-B16D-AC801EA5CAA9}" dt="2023-11-08T14:47:19.516" v="2058" actId="478"/>
          <ac:picMkLst>
            <pc:docMk/>
            <pc:sldMk cId="4278634823" sldId="1689"/>
            <ac:picMk id="4" creationId="{4C3B917B-85AA-4C5B-B54A-664AF755B0BF}"/>
          </ac:picMkLst>
        </pc:picChg>
        <pc:picChg chg="add mod">
          <ac:chgData name="Thijs Hauspie" userId="c5aa01d0-0751-4207-a587-d7124c844d8f" providerId="ADAL" clId="{C3A52D76-391A-43F8-B16D-AC801EA5CAA9}" dt="2023-11-08T14:47:23.849" v="2062" actId="1076"/>
          <ac:picMkLst>
            <pc:docMk/>
            <pc:sldMk cId="4278634823" sldId="1689"/>
            <ac:picMk id="7" creationId="{000DE2FF-DE3A-8186-3018-74048372A3C0}"/>
          </ac:picMkLst>
        </pc:picChg>
      </pc:sldChg>
      <pc:sldChg chg="add del">
        <pc:chgData name="Thijs Hauspie" userId="c5aa01d0-0751-4207-a587-d7124c844d8f" providerId="ADAL" clId="{C3A52D76-391A-43F8-B16D-AC801EA5CAA9}" dt="2023-11-08T14:48:00.109" v="2106" actId="47"/>
        <pc:sldMkLst>
          <pc:docMk/>
          <pc:sldMk cId="1351478155" sldId="1690"/>
        </pc:sldMkLst>
      </pc:sldChg>
      <pc:sldChg chg="modSp mod">
        <pc:chgData name="Thijs Hauspie" userId="c5aa01d0-0751-4207-a587-d7124c844d8f" providerId="ADAL" clId="{C3A52D76-391A-43F8-B16D-AC801EA5CAA9}" dt="2023-11-08T14:58:59.980" v="2184"/>
        <pc:sldMkLst>
          <pc:docMk/>
          <pc:sldMk cId="944557287" sldId="1696"/>
        </pc:sldMkLst>
        <pc:spChg chg="mod">
          <ac:chgData name="Thijs Hauspie" userId="c5aa01d0-0751-4207-a587-d7124c844d8f" providerId="ADAL" clId="{C3A52D76-391A-43F8-B16D-AC801EA5CAA9}" dt="2023-11-08T14:58:59.980" v="2184"/>
          <ac:spMkLst>
            <pc:docMk/>
            <pc:sldMk cId="944557287" sldId="1696"/>
            <ac:spMk id="4" creationId="{AFADBEE7-7DB1-4468-A19F-EE1EC696AF82}"/>
          </ac:spMkLst>
        </pc:spChg>
      </pc:sldChg>
      <pc:sldChg chg="addSp delSp modSp add mod">
        <pc:chgData name="Thijs Hauspie" userId="c5aa01d0-0751-4207-a587-d7124c844d8f" providerId="ADAL" clId="{C3A52D76-391A-43F8-B16D-AC801EA5CAA9}" dt="2023-11-09T09:46:41.575" v="2889" actId="20577"/>
        <pc:sldMkLst>
          <pc:docMk/>
          <pc:sldMk cId="2715246657" sldId="1707"/>
        </pc:sldMkLst>
        <pc:spChg chg="add del mod">
          <ac:chgData name="Thijs Hauspie" userId="c5aa01d0-0751-4207-a587-d7124c844d8f" providerId="ADAL" clId="{C3A52D76-391A-43F8-B16D-AC801EA5CAA9}" dt="2023-11-09T09:46:38.075" v="2887" actId="478"/>
          <ac:spMkLst>
            <pc:docMk/>
            <pc:sldMk cId="2715246657" sldId="1707"/>
            <ac:spMk id="4" creationId="{9418F115-67BE-FFF3-558A-F9BDF87B526D}"/>
          </ac:spMkLst>
        </pc:spChg>
        <pc:spChg chg="mod">
          <ac:chgData name="Thijs Hauspie" userId="c5aa01d0-0751-4207-a587-d7124c844d8f" providerId="ADAL" clId="{C3A52D76-391A-43F8-B16D-AC801EA5CAA9}" dt="2023-11-08T16:04:11.863" v="2556"/>
          <ac:spMkLst>
            <pc:docMk/>
            <pc:sldMk cId="2715246657" sldId="1707"/>
            <ac:spMk id="5" creationId="{3A004925-A370-44E2-A732-52A6295CBDEB}"/>
          </ac:spMkLst>
        </pc:spChg>
        <pc:spChg chg="mod">
          <ac:chgData name="Thijs Hauspie" userId="c5aa01d0-0751-4207-a587-d7124c844d8f" providerId="ADAL" clId="{C3A52D76-391A-43F8-B16D-AC801EA5CAA9}" dt="2023-11-09T09:46:41.575" v="2889" actId="20577"/>
          <ac:spMkLst>
            <pc:docMk/>
            <pc:sldMk cId="2715246657" sldId="1707"/>
            <ac:spMk id="6" creationId="{D218D92A-74AD-49F8-A8A9-AD801B689B50}"/>
          </ac:spMkLst>
        </pc:spChg>
        <pc:picChg chg="add del mod">
          <ac:chgData name="Thijs Hauspie" userId="c5aa01d0-0751-4207-a587-d7124c844d8f" providerId="ADAL" clId="{C3A52D76-391A-43F8-B16D-AC801EA5CAA9}" dt="2023-11-09T09:46:38.990" v="2888" actId="478"/>
          <ac:picMkLst>
            <pc:docMk/>
            <pc:sldMk cId="2715246657" sldId="1707"/>
            <ac:picMk id="3" creationId="{99E9AC3B-C6FA-EEF9-2815-89BD63902369}"/>
          </ac:picMkLst>
        </pc:picChg>
        <pc:picChg chg="del">
          <ac:chgData name="Thijs Hauspie" userId="c5aa01d0-0751-4207-a587-d7124c844d8f" providerId="ADAL" clId="{C3A52D76-391A-43F8-B16D-AC801EA5CAA9}" dt="2023-11-08T16:05:29.500" v="2557" actId="478"/>
          <ac:picMkLst>
            <pc:docMk/>
            <pc:sldMk cId="2715246657" sldId="1707"/>
            <ac:picMk id="8" creationId="{E6A1933E-8456-4C25-BDBB-ECCCCAB36FA9}"/>
          </ac:picMkLst>
        </pc:picChg>
        <pc:picChg chg="del mod">
          <ac:chgData name="Thijs Hauspie" userId="c5aa01d0-0751-4207-a587-d7124c844d8f" providerId="ADAL" clId="{C3A52D76-391A-43F8-B16D-AC801EA5CAA9}" dt="2023-11-09T09:46:36.634" v="2884" actId="478"/>
          <ac:picMkLst>
            <pc:docMk/>
            <pc:sldMk cId="2715246657" sldId="1707"/>
            <ac:picMk id="9" creationId="{205DF52F-2EC2-4AB2-B48D-90AAA0FAFFF1}"/>
          </ac:picMkLst>
        </pc:picChg>
        <pc:picChg chg="del mod">
          <ac:chgData name="Thijs Hauspie" userId="c5aa01d0-0751-4207-a587-d7124c844d8f" providerId="ADAL" clId="{C3A52D76-391A-43F8-B16D-AC801EA5CAA9}" dt="2023-11-09T09:46:37.181" v="2885" actId="478"/>
          <ac:picMkLst>
            <pc:docMk/>
            <pc:sldMk cId="2715246657" sldId="1707"/>
            <ac:picMk id="10" creationId="{9B575996-BAF5-45B2-9901-FB5E4D8B8B45}"/>
          </ac:picMkLst>
        </pc:picChg>
      </pc:sldChg>
      <pc:sldChg chg="modSp add del mod">
        <pc:chgData name="Thijs Hauspie" userId="c5aa01d0-0751-4207-a587-d7124c844d8f" providerId="ADAL" clId="{C3A52D76-391A-43F8-B16D-AC801EA5CAA9}" dt="2023-11-09T11:15:05.518" v="3079" actId="47"/>
        <pc:sldMkLst>
          <pc:docMk/>
          <pc:sldMk cId="611804915" sldId="1708"/>
        </pc:sldMkLst>
        <pc:spChg chg="mod">
          <ac:chgData name="Thijs Hauspie" userId="c5aa01d0-0751-4207-a587-d7124c844d8f" providerId="ADAL" clId="{C3A52D76-391A-43F8-B16D-AC801EA5CAA9}" dt="2023-11-09T09:45:53.625" v="2882"/>
          <ac:spMkLst>
            <pc:docMk/>
            <pc:sldMk cId="611804915" sldId="1708"/>
            <ac:spMk id="5" creationId="{3A004925-A370-44E2-A732-52A6295CBDEB}"/>
          </ac:spMkLst>
        </pc:spChg>
        <pc:spChg chg="mod">
          <ac:chgData name="Thijs Hauspie" userId="c5aa01d0-0751-4207-a587-d7124c844d8f" providerId="ADAL" clId="{C3A52D76-391A-43F8-B16D-AC801EA5CAA9}" dt="2023-11-09T09:48:40.104" v="2923" actId="20577"/>
          <ac:spMkLst>
            <pc:docMk/>
            <pc:sldMk cId="611804915" sldId="1708"/>
            <ac:spMk id="6" creationId="{D218D92A-74AD-49F8-A8A9-AD801B689B50}"/>
          </ac:spMkLst>
        </pc:spChg>
      </pc:sldChg>
      <pc:sldChg chg="modSp add mod">
        <pc:chgData name="Thijs Hauspie" userId="c5aa01d0-0751-4207-a587-d7124c844d8f" providerId="ADAL" clId="{C3A52D76-391A-43F8-B16D-AC801EA5CAA9}" dt="2023-11-09T11:15:58.642" v="3087" actId="20577"/>
        <pc:sldMkLst>
          <pc:docMk/>
          <pc:sldMk cId="3812698982" sldId="1709"/>
        </pc:sldMkLst>
        <pc:spChg chg="mod">
          <ac:chgData name="Thijs Hauspie" userId="c5aa01d0-0751-4207-a587-d7124c844d8f" providerId="ADAL" clId="{C3A52D76-391A-43F8-B16D-AC801EA5CAA9}" dt="2023-11-09T11:15:35.372" v="3081"/>
          <ac:spMkLst>
            <pc:docMk/>
            <pc:sldMk cId="3812698982" sldId="1709"/>
            <ac:spMk id="5" creationId="{3A004925-A370-44E2-A732-52A6295CBDEB}"/>
          </ac:spMkLst>
        </pc:spChg>
        <pc:spChg chg="mod">
          <ac:chgData name="Thijs Hauspie" userId="c5aa01d0-0751-4207-a587-d7124c844d8f" providerId="ADAL" clId="{C3A52D76-391A-43F8-B16D-AC801EA5CAA9}" dt="2023-11-09T11:15:58.642" v="3087" actId="20577"/>
          <ac:spMkLst>
            <pc:docMk/>
            <pc:sldMk cId="3812698982" sldId="1709"/>
            <ac:spMk id="6" creationId="{D218D92A-74AD-49F8-A8A9-AD801B689B50}"/>
          </ac:spMkLst>
        </pc:spChg>
      </pc:sldChg>
      <pc:sldChg chg="modSp add mod">
        <pc:chgData name="Thijs Hauspie" userId="c5aa01d0-0751-4207-a587-d7124c844d8f" providerId="ADAL" clId="{C3A52D76-391A-43F8-B16D-AC801EA5CAA9}" dt="2023-11-09T13:36:37.297" v="3312"/>
        <pc:sldMkLst>
          <pc:docMk/>
          <pc:sldMk cId="2820124424" sldId="1711"/>
        </pc:sldMkLst>
        <pc:spChg chg="mod">
          <ac:chgData name="Thijs Hauspie" userId="c5aa01d0-0751-4207-a587-d7124c844d8f" providerId="ADAL" clId="{C3A52D76-391A-43F8-B16D-AC801EA5CAA9}" dt="2023-11-09T13:36:37.297" v="3312"/>
          <ac:spMkLst>
            <pc:docMk/>
            <pc:sldMk cId="2820124424" sldId="1711"/>
            <ac:spMk id="5" creationId="{3A004925-A370-44E2-A732-52A6295CBDEB}"/>
          </ac:spMkLst>
        </pc:spChg>
      </pc:sldChg>
      <pc:sldChg chg="addSp delSp modSp add mod">
        <pc:chgData name="Thijs Hauspie" userId="c5aa01d0-0751-4207-a587-d7124c844d8f" providerId="ADAL" clId="{C3A52D76-391A-43F8-B16D-AC801EA5CAA9}" dt="2023-11-09T13:42:36.500" v="3388"/>
        <pc:sldMkLst>
          <pc:docMk/>
          <pc:sldMk cId="3221001398" sldId="1713"/>
        </pc:sldMkLst>
        <pc:spChg chg="mod">
          <ac:chgData name="Thijs Hauspie" userId="c5aa01d0-0751-4207-a587-d7124c844d8f" providerId="ADAL" clId="{C3A52D76-391A-43F8-B16D-AC801EA5CAA9}" dt="2023-11-09T13:42:36.500" v="3388"/>
          <ac:spMkLst>
            <pc:docMk/>
            <pc:sldMk cId="3221001398" sldId="1713"/>
            <ac:spMk id="5" creationId="{3A004925-A370-44E2-A732-52A6295CBDEB}"/>
          </ac:spMkLst>
        </pc:spChg>
        <pc:spChg chg="mod">
          <ac:chgData name="Thijs Hauspie" userId="c5aa01d0-0751-4207-a587-d7124c844d8f" providerId="ADAL" clId="{C3A52D76-391A-43F8-B16D-AC801EA5CAA9}" dt="2023-11-09T13:39:07.042" v="3387" actId="20577"/>
          <ac:spMkLst>
            <pc:docMk/>
            <pc:sldMk cId="3221001398" sldId="1713"/>
            <ac:spMk id="6" creationId="{D218D92A-74AD-49F8-A8A9-AD801B689B50}"/>
          </ac:spMkLst>
        </pc:spChg>
        <pc:spChg chg="mod">
          <ac:chgData name="Thijs Hauspie" userId="c5aa01d0-0751-4207-a587-d7124c844d8f" providerId="ADAL" clId="{C3A52D76-391A-43F8-B16D-AC801EA5CAA9}" dt="2023-11-09T11:25:39.264" v="3231" actId="14100"/>
          <ac:spMkLst>
            <pc:docMk/>
            <pc:sldMk cId="3221001398" sldId="1713"/>
            <ac:spMk id="10" creationId="{8470BD6F-6C33-4E66-8D1D-E23EFEBC7A2F}"/>
          </ac:spMkLst>
        </pc:spChg>
        <pc:picChg chg="del">
          <ac:chgData name="Thijs Hauspie" userId="c5aa01d0-0751-4207-a587-d7124c844d8f" providerId="ADAL" clId="{C3A52D76-391A-43F8-B16D-AC801EA5CAA9}" dt="2023-11-09T11:23:30.546" v="3217" actId="478"/>
          <ac:picMkLst>
            <pc:docMk/>
            <pc:sldMk cId="3221001398" sldId="1713"/>
            <ac:picMk id="2" creationId="{EBF5EE29-06DF-4772-A1CE-A80686A710E0}"/>
          </ac:picMkLst>
        </pc:picChg>
        <pc:picChg chg="mod">
          <ac:chgData name="Thijs Hauspie" userId="c5aa01d0-0751-4207-a587-d7124c844d8f" providerId="ADAL" clId="{C3A52D76-391A-43F8-B16D-AC801EA5CAA9}" dt="2023-11-09T11:24:31.767" v="3223" actId="1076"/>
          <ac:picMkLst>
            <pc:docMk/>
            <pc:sldMk cId="3221001398" sldId="1713"/>
            <ac:picMk id="3" creationId="{F09459C7-0889-4B59-BBDA-8E2E33F05814}"/>
          </ac:picMkLst>
        </pc:picChg>
        <pc:picChg chg="mod">
          <ac:chgData name="Thijs Hauspie" userId="c5aa01d0-0751-4207-a587-d7124c844d8f" providerId="ADAL" clId="{C3A52D76-391A-43F8-B16D-AC801EA5CAA9}" dt="2023-11-09T11:25:33.210" v="3229" actId="14826"/>
          <ac:picMkLst>
            <pc:docMk/>
            <pc:sldMk cId="3221001398" sldId="1713"/>
            <ac:picMk id="4" creationId="{31155D4E-9872-435A-882D-00A303D916F5}"/>
          </ac:picMkLst>
        </pc:picChg>
        <pc:picChg chg="add mod">
          <ac:chgData name="Thijs Hauspie" userId="c5aa01d0-0751-4207-a587-d7124c844d8f" providerId="ADAL" clId="{C3A52D76-391A-43F8-B16D-AC801EA5CAA9}" dt="2023-11-09T11:23:36.614" v="3220" actId="1076"/>
          <ac:picMkLst>
            <pc:docMk/>
            <pc:sldMk cId="3221001398" sldId="1713"/>
            <ac:picMk id="8" creationId="{0890ED3E-D59A-0CEC-7E9D-9C37C2651281}"/>
          </ac:picMkLst>
        </pc:picChg>
      </pc:sldChg>
      <pc:sldChg chg="delSp modSp add mod">
        <pc:chgData name="Thijs Hauspie" userId="c5aa01d0-0751-4207-a587-d7124c844d8f" providerId="ADAL" clId="{C3A52D76-391A-43F8-B16D-AC801EA5CAA9}" dt="2023-11-09T13:53:12.082" v="4075" actId="5793"/>
        <pc:sldMkLst>
          <pc:docMk/>
          <pc:sldMk cId="1267768629" sldId="1716"/>
        </pc:sldMkLst>
        <pc:spChg chg="mod">
          <ac:chgData name="Thijs Hauspie" userId="c5aa01d0-0751-4207-a587-d7124c844d8f" providerId="ADAL" clId="{C3A52D76-391A-43F8-B16D-AC801EA5CAA9}" dt="2023-11-09T13:42:41.292" v="3390"/>
          <ac:spMkLst>
            <pc:docMk/>
            <pc:sldMk cId="1267768629" sldId="1716"/>
            <ac:spMk id="5" creationId="{3A004925-A370-44E2-A732-52A6295CBDEB}"/>
          </ac:spMkLst>
        </pc:spChg>
        <pc:spChg chg="mod">
          <ac:chgData name="Thijs Hauspie" userId="c5aa01d0-0751-4207-a587-d7124c844d8f" providerId="ADAL" clId="{C3A52D76-391A-43F8-B16D-AC801EA5CAA9}" dt="2023-11-09T13:53:12.082" v="4075" actId="5793"/>
          <ac:spMkLst>
            <pc:docMk/>
            <pc:sldMk cId="1267768629" sldId="1716"/>
            <ac:spMk id="6" creationId="{D218D92A-74AD-49F8-A8A9-AD801B689B50}"/>
          </ac:spMkLst>
        </pc:spChg>
        <pc:picChg chg="del mod">
          <ac:chgData name="Thijs Hauspie" userId="c5aa01d0-0751-4207-a587-d7124c844d8f" providerId="ADAL" clId="{C3A52D76-391A-43F8-B16D-AC801EA5CAA9}" dt="2023-11-09T13:47:01.040" v="3594" actId="478"/>
          <ac:picMkLst>
            <pc:docMk/>
            <pc:sldMk cId="1267768629" sldId="1716"/>
            <ac:picMk id="2" creationId="{7283E8D0-B08E-4B44-A092-D66FC2AFF374}"/>
          </ac:picMkLst>
        </pc:picChg>
      </pc:sldChg>
      <pc:sldChg chg="add del">
        <pc:chgData name="Thijs Hauspie" userId="c5aa01d0-0751-4207-a587-d7124c844d8f" providerId="ADAL" clId="{C3A52D76-391A-43F8-B16D-AC801EA5CAA9}" dt="2023-11-08T15:59:08.603" v="2509" actId="47"/>
        <pc:sldMkLst>
          <pc:docMk/>
          <pc:sldMk cId="4041928653" sldId="1717"/>
        </pc:sldMkLst>
      </pc:sldChg>
      <pc:sldChg chg="modSp add mod">
        <pc:chgData name="Thijs Hauspie" userId="c5aa01d0-0751-4207-a587-d7124c844d8f" providerId="ADAL" clId="{C3A52D76-391A-43F8-B16D-AC801EA5CAA9}" dt="2023-11-09T09:22:00.547" v="2799"/>
        <pc:sldMkLst>
          <pc:docMk/>
          <pc:sldMk cId="1050311761" sldId="1719"/>
        </pc:sldMkLst>
        <pc:spChg chg="mod">
          <ac:chgData name="Thijs Hauspie" userId="c5aa01d0-0751-4207-a587-d7124c844d8f" providerId="ADAL" clId="{C3A52D76-391A-43F8-B16D-AC801EA5CAA9}" dt="2023-11-08T16:00:01.047" v="2516"/>
          <ac:spMkLst>
            <pc:docMk/>
            <pc:sldMk cId="1050311761" sldId="1719"/>
            <ac:spMk id="2" creationId="{2487FA35-A2A9-47D2-B705-6EA42514C1AE}"/>
          </ac:spMkLst>
        </pc:spChg>
        <pc:spChg chg="mod">
          <ac:chgData name="Thijs Hauspie" userId="c5aa01d0-0751-4207-a587-d7124c844d8f" providerId="ADAL" clId="{C3A52D76-391A-43F8-B16D-AC801EA5CAA9}" dt="2023-11-09T09:22:00.547" v="2799"/>
          <ac:spMkLst>
            <pc:docMk/>
            <pc:sldMk cId="1050311761" sldId="1719"/>
            <ac:spMk id="3" creationId="{AFA9732D-AB41-4AF6-9647-B5196F5786EE}"/>
          </ac:spMkLst>
        </pc:spChg>
      </pc:sldChg>
      <pc:sldChg chg="modSp add mod">
        <pc:chgData name="Thijs Hauspie" userId="c5aa01d0-0751-4207-a587-d7124c844d8f" providerId="ADAL" clId="{C3A52D76-391A-43F8-B16D-AC801EA5CAA9}" dt="2023-11-09T13:42:38.707" v="3389"/>
        <pc:sldMkLst>
          <pc:docMk/>
          <pc:sldMk cId="1452356362" sldId="1720"/>
        </pc:sldMkLst>
        <pc:spChg chg="mod">
          <ac:chgData name="Thijs Hauspie" userId="c5aa01d0-0751-4207-a587-d7124c844d8f" providerId="ADAL" clId="{C3A52D76-391A-43F8-B16D-AC801EA5CAA9}" dt="2023-11-09T13:42:38.707" v="3389"/>
          <ac:spMkLst>
            <pc:docMk/>
            <pc:sldMk cId="1452356362" sldId="1720"/>
            <ac:spMk id="5" creationId="{3A004925-A370-44E2-A732-52A6295CBDEB}"/>
          </ac:spMkLst>
        </pc:spChg>
        <pc:picChg chg="mod">
          <ac:chgData name="Thijs Hauspie" userId="c5aa01d0-0751-4207-a587-d7124c844d8f" providerId="ADAL" clId="{C3A52D76-391A-43F8-B16D-AC801EA5CAA9}" dt="2023-11-09T11:22:34.858" v="3215" actId="14826"/>
          <ac:picMkLst>
            <pc:docMk/>
            <pc:sldMk cId="1452356362" sldId="1720"/>
            <ac:picMk id="18" creationId="{BECE0A52-4A68-4448-9A1B-ADEC52D6EAF1}"/>
          </ac:picMkLst>
        </pc:picChg>
      </pc:sldChg>
      <pc:sldChg chg="modSp mod">
        <pc:chgData name="Thijs Hauspie" userId="c5aa01d0-0751-4207-a587-d7124c844d8f" providerId="ADAL" clId="{C3A52D76-391A-43F8-B16D-AC801EA5CAA9}" dt="2023-11-09T18:05:57.356" v="5672" actId="14100"/>
        <pc:sldMkLst>
          <pc:docMk/>
          <pc:sldMk cId="4021574165" sldId="1721"/>
        </pc:sldMkLst>
        <pc:spChg chg="mod">
          <ac:chgData name="Thijs Hauspie" userId="c5aa01d0-0751-4207-a587-d7124c844d8f" providerId="ADAL" clId="{C3A52D76-391A-43F8-B16D-AC801EA5CAA9}" dt="2023-11-09T18:05:57.356" v="5672" actId="14100"/>
          <ac:spMkLst>
            <pc:docMk/>
            <pc:sldMk cId="4021574165" sldId="1721"/>
            <ac:spMk id="4" creationId="{AFADBEE7-7DB1-4468-A19F-EE1EC696AF82}"/>
          </ac:spMkLst>
        </pc:spChg>
      </pc:sldChg>
      <pc:sldChg chg="modSp add mod">
        <pc:chgData name="Thijs Hauspie" userId="c5aa01d0-0751-4207-a587-d7124c844d8f" providerId="ADAL" clId="{C3A52D76-391A-43F8-B16D-AC801EA5CAA9}" dt="2023-11-08T15:08:59.719" v="2384" actId="20577"/>
        <pc:sldMkLst>
          <pc:docMk/>
          <pc:sldMk cId="2386984743" sldId="1744"/>
        </pc:sldMkLst>
        <pc:spChg chg="mod">
          <ac:chgData name="Thijs Hauspie" userId="c5aa01d0-0751-4207-a587-d7124c844d8f" providerId="ADAL" clId="{C3A52D76-391A-43F8-B16D-AC801EA5CAA9}" dt="2023-11-08T15:08:59.719" v="2384" actId="20577"/>
          <ac:spMkLst>
            <pc:docMk/>
            <pc:sldMk cId="2386984743" sldId="1744"/>
            <ac:spMk id="2" creationId="{5D8216C8-F2A3-4DC4-80C7-D0E811EAF6C0}"/>
          </ac:spMkLst>
        </pc:spChg>
        <pc:spChg chg="mod">
          <ac:chgData name="Thijs Hauspie" userId="c5aa01d0-0751-4207-a587-d7124c844d8f" providerId="ADAL" clId="{C3A52D76-391A-43F8-B16D-AC801EA5CAA9}" dt="2023-11-08T15:08:32.756" v="2325" actId="113"/>
          <ac:spMkLst>
            <pc:docMk/>
            <pc:sldMk cId="2386984743" sldId="1744"/>
            <ac:spMk id="3" creationId="{D91C806A-C7E3-476B-A7C4-246A16CAB50A}"/>
          </ac:spMkLst>
        </pc:spChg>
      </pc:sldChg>
      <pc:sldChg chg="modSp add mod ord">
        <pc:chgData name="Thijs Hauspie" userId="c5aa01d0-0751-4207-a587-d7124c844d8f" providerId="ADAL" clId="{C3A52D76-391A-43F8-B16D-AC801EA5CAA9}" dt="2023-11-08T14:50:07.429" v="2124"/>
        <pc:sldMkLst>
          <pc:docMk/>
          <pc:sldMk cId="694882099" sldId="1746"/>
        </pc:sldMkLst>
        <pc:spChg chg="mod">
          <ac:chgData name="Thijs Hauspie" userId="c5aa01d0-0751-4207-a587-d7124c844d8f" providerId="ADAL" clId="{C3A52D76-391A-43F8-B16D-AC801EA5CAA9}" dt="2023-11-08T12:37:27.208" v="527" actId="20577"/>
          <ac:spMkLst>
            <pc:docMk/>
            <pc:sldMk cId="694882099" sldId="1746"/>
            <ac:spMk id="3" creationId="{B79653B5-31CC-4B30-84DF-73319A19B7F6}"/>
          </ac:spMkLst>
        </pc:spChg>
      </pc:sldChg>
      <pc:sldChg chg="modSp add del mod">
        <pc:chgData name="Thijs Hauspie" userId="c5aa01d0-0751-4207-a587-d7124c844d8f" providerId="ADAL" clId="{C3A52D76-391A-43F8-B16D-AC801EA5CAA9}" dt="2023-11-08T15:58:48.325" v="2508" actId="47"/>
        <pc:sldMkLst>
          <pc:docMk/>
          <pc:sldMk cId="3935308446" sldId="1747"/>
        </pc:sldMkLst>
        <pc:spChg chg="mod">
          <ac:chgData name="Thijs Hauspie" userId="c5aa01d0-0751-4207-a587-d7124c844d8f" providerId="ADAL" clId="{C3A52D76-391A-43F8-B16D-AC801EA5CAA9}" dt="2023-11-08T12:41:34.805" v="629" actId="20577"/>
          <ac:spMkLst>
            <pc:docMk/>
            <pc:sldMk cId="3935308446" sldId="1747"/>
            <ac:spMk id="2" creationId="{2487FA35-A2A9-47D2-B705-6EA42514C1AE}"/>
          </ac:spMkLst>
        </pc:spChg>
      </pc:sldChg>
      <pc:sldChg chg="modSp add mod">
        <pc:chgData name="Thijs Hauspie" userId="c5aa01d0-0751-4207-a587-d7124c844d8f" providerId="ADAL" clId="{C3A52D76-391A-43F8-B16D-AC801EA5CAA9}" dt="2023-11-08T13:05:28.215" v="642" actId="20577"/>
        <pc:sldMkLst>
          <pc:docMk/>
          <pc:sldMk cId="2871171670" sldId="1748"/>
        </pc:sldMkLst>
        <pc:spChg chg="mod">
          <ac:chgData name="Thijs Hauspie" userId="c5aa01d0-0751-4207-a587-d7124c844d8f" providerId="ADAL" clId="{C3A52D76-391A-43F8-B16D-AC801EA5CAA9}" dt="2023-11-08T13:05:28.215" v="642" actId="20577"/>
          <ac:spMkLst>
            <pc:docMk/>
            <pc:sldMk cId="2871171670" sldId="1748"/>
            <ac:spMk id="3" creationId="{AFA9732D-AB41-4AF6-9647-B5196F5786EE}"/>
          </ac:spMkLst>
        </pc:spChg>
      </pc:sldChg>
      <pc:sldChg chg="addSp modSp new mod">
        <pc:chgData name="Thijs Hauspie" userId="c5aa01d0-0751-4207-a587-d7124c844d8f" providerId="ADAL" clId="{C3A52D76-391A-43F8-B16D-AC801EA5CAA9}" dt="2023-11-09T09:47:42.208" v="2892" actId="27636"/>
        <pc:sldMkLst>
          <pc:docMk/>
          <pc:sldMk cId="1025208905" sldId="1749"/>
        </pc:sldMkLst>
        <pc:spChg chg="mod">
          <ac:chgData name="Thijs Hauspie" userId="c5aa01d0-0751-4207-a587-d7124c844d8f" providerId="ADAL" clId="{C3A52D76-391A-43F8-B16D-AC801EA5CAA9}" dt="2023-11-08T13:13:22.177" v="644"/>
          <ac:spMkLst>
            <pc:docMk/>
            <pc:sldMk cId="1025208905" sldId="1749"/>
            <ac:spMk id="2" creationId="{16137F89-A959-A38F-14A5-73D0042EF67D}"/>
          </ac:spMkLst>
        </pc:spChg>
        <pc:spChg chg="mod">
          <ac:chgData name="Thijs Hauspie" userId="c5aa01d0-0751-4207-a587-d7124c844d8f" providerId="ADAL" clId="{C3A52D76-391A-43F8-B16D-AC801EA5CAA9}" dt="2023-11-08T13:16:22.452" v="746" actId="113"/>
          <ac:spMkLst>
            <pc:docMk/>
            <pc:sldMk cId="1025208905" sldId="1749"/>
            <ac:spMk id="3" creationId="{640EEB03-205D-9CF3-B7DC-88954EA347BC}"/>
          </ac:spMkLst>
        </pc:spChg>
        <pc:spChg chg="mod">
          <ac:chgData name="Thijs Hauspie" userId="c5aa01d0-0751-4207-a587-d7124c844d8f" providerId="ADAL" clId="{C3A52D76-391A-43F8-B16D-AC801EA5CAA9}" dt="2023-11-09T09:47:42.208" v="2892" actId="27636"/>
          <ac:spMkLst>
            <pc:docMk/>
            <pc:sldMk cId="1025208905" sldId="1749"/>
            <ac:spMk id="5" creationId="{E7370F27-7D75-48F6-E6E5-63607DED6242}"/>
          </ac:spMkLst>
        </pc:spChg>
        <pc:spChg chg="add mod">
          <ac:chgData name="Thijs Hauspie" userId="c5aa01d0-0751-4207-a587-d7124c844d8f" providerId="ADAL" clId="{C3A52D76-391A-43F8-B16D-AC801EA5CAA9}" dt="2023-11-08T13:14:27.916" v="666" actId="1076"/>
          <ac:spMkLst>
            <pc:docMk/>
            <pc:sldMk cId="1025208905" sldId="1749"/>
            <ac:spMk id="6" creationId="{6EA26256-339C-1234-41B8-C8A56B7012CE}"/>
          </ac:spMkLst>
        </pc:spChg>
        <pc:spChg chg="add mod">
          <ac:chgData name="Thijs Hauspie" userId="c5aa01d0-0751-4207-a587-d7124c844d8f" providerId="ADAL" clId="{C3A52D76-391A-43F8-B16D-AC801EA5CAA9}" dt="2023-11-08T13:14:27.916" v="666" actId="1076"/>
          <ac:spMkLst>
            <pc:docMk/>
            <pc:sldMk cId="1025208905" sldId="1749"/>
            <ac:spMk id="7" creationId="{0A63004D-FE79-AB01-AE71-68192C9FF5F2}"/>
          </ac:spMkLst>
        </pc:spChg>
        <pc:picChg chg="add mod">
          <ac:chgData name="Thijs Hauspie" userId="c5aa01d0-0751-4207-a587-d7124c844d8f" providerId="ADAL" clId="{C3A52D76-391A-43F8-B16D-AC801EA5CAA9}" dt="2023-11-08T13:14:32.552" v="669" actId="1076"/>
          <ac:picMkLst>
            <pc:docMk/>
            <pc:sldMk cId="1025208905" sldId="1749"/>
            <ac:picMk id="1025" creationId="{B7FB8301-ECFD-9802-0E92-593134EB2702}"/>
          </ac:picMkLst>
        </pc:picChg>
        <pc:picChg chg="add mod">
          <ac:chgData name="Thijs Hauspie" userId="c5aa01d0-0751-4207-a587-d7124c844d8f" providerId="ADAL" clId="{C3A52D76-391A-43F8-B16D-AC801EA5CAA9}" dt="2023-11-08T13:14:38.271" v="672" actId="1076"/>
          <ac:picMkLst>
            <pc:docMk/>
            <pc:sldMk cId="1025208905" sldId="1749"/>
            <ac:picMk id="1026" creationId="{38D7BD1C-E255-6A03-85A8-CB307FEE2A00}"/>
          </ac:picMkLst>
        </pc:picChg>
      </pc:sldChg>
      <pc:sldChg chg="delSp modSp add mod ord">
        <pc:chgData name="Thijs Hauspie" userId="c5aa01d0-0751-4207-a587-d7124c844d8f" providerId="ADAL" clId="{C3A52D76-391A-43F8-B16D-AC801EA5CAA9}" dt="2023-11-08T13:16:20.443" v="745" actId="113"/>
        <pc:sldMkLst>
          <pc:docMk/>
          <pc:sldMk cId="1491679558" sldId="1750"/>
        </pc:sldMkLst>
        <pc:spChg chg="mod">
          <ac:chgData name="Thijs Hauspie" userId="c5aa01d0-0751-4207-a587-d7124c844d8f" providerId="ADAL" clId="{C3A52D76-391A-43F8-B16D-AC801EA5CAA9}" dt="2023-11-08T13:16:20.443" v="745" actId="113"/>
          <ac:spMkLst>
            <pc:docMk/>
            <pc:sldMk cId="1491679558" sldId="1750"/>
            <ac:spMk id="3" creationId="{640EEB03-205D-9CF3-B7DC-88954EA347BC}"/>
          </ac:spMkLst>
        </pc:spChg>
        <pc:spChg chg="mod">
          <ac:chgData name="Thijs Hauspie" userId="c5aa01d0-0751-4207-a587-d7124c844d8f" providerId="ADAL" clId="{C3A52D76-391A-43F8-B16D-AC801EA5CAA9}" dt="2023-11-08T13:15:42.746" v="722" actId="27636"/>
          <ac:spMkLst>
            <pc:docMk/>
            <pc:sldMk cId="1491679558" sldId="1750"/>
            <ac:spMk id="5" creationId="{E7370F27-7D75-48F6-E6E5-63607DED6242}"/>
          </ac:spMkLst>
        </pc:spChg>
        <pc:picChg chg="del">
          <ac:chgData name="Thijs Hauspie" userId="c5aa01d0-0751-4207-a587-d7124c844d8f" providerId="ADAL" clId="{C3A52D76-391A-43F8-B16D-AC801EA5CAA9}" dt="2023-11-08T13:15:34.756" v="715" actId="478"/>
          <ac:picMkLst>
            <pc:docMk/>
            <pc:sldMk cId="1491679558" sldId="1750"/>
            <ac:picMk id="1025" creationId="{B7FB8301-ECFD-9802-0E92-593134EB2702}"/>
          </ac:picMkLst>
        </pc:picChg>
        <pc:picChg chg="del">
          <ac:chgData name="Thijs Hauspie" userId="c5aa01d0-0751-4207-a587-d7124c844d8f" providerId="ADAL" clId="{C3A52D76-391A-43F8-B16D-AC801EA5CAA9}" dt="2023-11-08T13:15:34.258" v="714" actId="478"/>
          <ac:picMkLst>
            <pc:docMk/>
            <pc:sldMk cId="1491679558" sldId="1750"/>
            <ac:picMk id="1026" creationId="{38D7BD1C-E255-6A03-85A8-CB307FEE2A00}"/>
          </ac:picMkLst>
        </pc:picChg>
      </pc:sldChg>
      <pc:sldChg chg="modSp add mod ord">
        <pc:chgData name="Thijs Hauspie" userId="c5aa01d0-0751-4207-a587-d7124c844d8f" providerId="ADAL" clId="{C3A52D76-391A-43F8-B16D-AC801EA5CAA9}" dt="2023-11-08T13:25:40.439" v="1258" actId="20577"/>
        <pc:sldMkLst>
          <pc:docMk/>
          <pc:sldMk cId="1145568093" sldId="1751"/>
        </pc:sldMkLst>
        <pc:spChg chg="mod">
          <ac:chgData name="Thijs Hauspie" userId="c5aa01d0-0751-4207-a587-d7124c844d8f" providerId="ADAL" clId="{C3A52D76-391A-43F8-B16D-AC801EA5CAA9}" dt="2023-11-08T13:19:22.973" v="827" actId="20577"/>
          <ac:spMkLst>
            <pc:docMk/>
            <pc:sldMk cId="1145568093" sldId="1751"/>
            <ac:spMk id="3" creationId="{640EEB03-205D-9CF3-B7DC-88954EA347BC}"/>
          </ac:spMkLst>
        </pc:spChg>
        <pc:spChg chg="mod">
          <ac:chgData name="Thijs Hauspie" userId="c5aa01d0-0751-4207-a587-d7124c844d8f" providerId="ADAL" clId="{C3A52D76-391A-43F8-B16D-AC801EA5CAA9}" dt="2023-11-08T13:25:40.439" v="1258" actId="20577"/>
          <ac:spMkLst>
            <pc:docMk/>
            <pc:sldMk cId="1145568093" sldId="1751"/>
            <ac:spMk id="5" creationId="{E7370F27-7D75-48F6-E6E5-63607DED6242}"/>
          </ac:spMkLst>
        </pc:spChg>
      </pc:sldChg>
      <pc:sldChg chg="modSp add mod ord">
        <pc:chgData name="Thijs Hauspie" userId="c5aa01d0-0751-4207-a587-d7124c844d8f" providerId="ADAL" clId="{C3A52D76-391A-43F8-B16D-AC801EA5CAA9}" dt="2023-11-08T13:18:25.229" v="753" actId="20577"/>
        <pc:sldMkLst>
          <pc:docMk/>
          <pc:sldMk cId="3749820093" sldId="1752"/>
        </pc:sldMkLst>
        <pc:spChg chg="mod">
          <ac:chgData name="Thijs Hauspie" userId="c5aa01d0-0751-4207-a587-d7124c844d8f" providerId="ADAL" clId="{C3A52D76-391A-43F8-B16D-AC801EA5CAA9}" dt="2023-11-08T13:18:25.229" v="753" actId="20577"/>
          <ac:spMkLst>
            <pc:docMk/>
            <pc:sldMk cId="3749820093" sldId="1752"/>
            <ac:spMk id="3" creationId="{640EEB03-205D-9CF3-B7DC-88954EA347BC}"/>
          </ac:spMkLst>
        </pc:spChg>
      </pc:sldChg>
      <pc:sldChg chg="modSp add mod">
        <pc:chgData name="Thijs Hauspie" userId="c5aa01d0-0751-4207-a587-d7124c844d8f" providerId="ADAL" clId="{C3A52D76-391A-43F8-B16D-AC801EA5CAA9}" dt="2023-11-08T14:16:12.917" v="1468" actId="20577"/>
        <pc:sldMkLst>
          <pc:docMk/>
          <pc:sldMk cId="1672692969" sldId="1753"/>
        </pc:sldMkLst>
        <pc:spChg chg="mod">
          <ac:chgData name="Thijs Hauspie" userId="c5aa01d0-0751-4207-a587-d7124c844d8f" providerId="ADAL" clId="{C3A52D76-391A-43F8-B16D-AC801EA5CAA9}" dt="2023-11-08T14:16:12.917" v="1468" actId="20577"/>
          <ac:spMkLst>
            <pc:docMk/>
            <pc:sldMk cId="1672692969" sldId="1753"/>
            <ac:spMk id="6" creationId="{D218D92A-74AD-49F8-A8A9-AD801B689B50}"/>
          </ac:spMkLst>
        </pc:spChg>
      </pc:sldChg>
      <pc:sldChg chg="modSp add mod">
        <pc:chgData name="Thijs Hauspie" userId="c5aa01d0-0751-4207-a587-d7124c844d8f" providerId="ADAL" clId="{C3A52D76-391A-43F8-B16D-AC801EA5CAA9}" dt="2023-11-08T14:16:51.630" v="1472" actId="20577"/>
        <pc:sldMkLst>
          <pc:docMk/>
          <pc:sldMk cId="3000885103" sldId="1754"/>
        </pc:sldMkLst>
        <pc:spChg chg="mod">
          <ac:chgData name="Thijs Hauspie" userId="c5aa01d0-0751-4207-a587-d7124c844d8f" providerId="ADAL" clId="{C3A52D76-391A-43F8-B16D-AC801EA5CAA9}" dt="2023-11-08T14:16:51.630" v="1472" actId="20577"/>
          <ac:spMkLst>
            <pc:docMk/>
            <pc:sldMk cId="3000885103" sldId="1754"/>
            <ac:spMk id="6" creationId="{D218D92A-74AD-49F8-A8A9-AD801B689B50}"/>
          </ac:spMkLst>
        </pc:spChg>
      </pc:sldChg>
      <pc:sldChg chg="add">
        <pc:chgData name="Thijs Hauspie" userId="c5aa01d0-0751-4207-a587-d7124c844d8f" providerId="ADAL" clId="{C3A52D76-391A-43F8-B16D-AC801EA5CAA9}" dt="2023-11-08T14:16:24.085" v="1471" actId="2890"/>
        <pc:sldMkLst>
          <pc:docMk/>
          <pc:sldMk cId="677799677" sldId="1755"/>
        </pc:sldMkLst>
      </pc:sldChg>
      <pc:sldChg chg="delSp add mod">
        <pc:chgData name="Thijs Hauspie" userId="c5aa01d0-0751-4207-a587-d7124c844d8f" providerId="ADAL" clId="{C3A52D76-391A-43F8-B16D-AC801EA5CAA9}" dt="2023-11-08T14:21:55.358" v="1515" actId="478"/>
        <pc:sldMkLst>
          <pc:docMk/>
          <pc:sldMk cId="1124148531" sldId="1756"/>
        </pc:sldMkLst>
        <pc:spChg chg="del">
          <ac:chgData name="Thijs Hauspie" userId="c5aa01d0-0751-4207-a587-d7124c844d8f" providerId="ADAL" clId="{C3A52D76-391A-43F8-B16D-AC801EA5CAA9}" dt="2023-11-08T14:21:54.089" v="1514" actId="478"/>
          <ac:spMkLst>
            <pc:docMk/>
            <pc:sldMk cId="1124148531" sldId="1756"/>
            <ac:spMk id="19" creationId="{2CB1D703-653C-4BE1-8A5D-35ADFED0892F}"/>
          </ac:spMkLst>
        </pc:spChg>
        <pc:spChg chg="del">
          <ac:chgData name="Thijs Hauspie" userId="c5aa01d0-0751-4207-a587-d7124c844d8f" providerId="ADAL" clId="{C3A52D76-391A-43F8-B16D-AC801EA5CAA9}" dt="2023-11-08T14:21:55.358" v="1515" actId="478"/>
          <ac:spMkLst>
            <pc:docMk/>
            <pc:sldMk cId="1124148531" sldId="1756"/>
            <ac:spMk id="20" creationId="{7E724A1E-28EC-4BFE-B879-10BA792CC6A3}"/>
          </ac:spMkLst>
        </pc:spChg>
      </pc:sldChg>
      <pc:sldChg chg="addSp delSp modSp add mod">
        <pc:chgData name="Thijs Hauspie" userId="c5aa01d0-0751-4207-a587-d7124c844d8f" providerId="ADAL" clId="{C3A52D76-391A-43F8-B16D-AC801EA5CAA9}" dt="2023-11-08T14:21:14.034" v="1505" actId="478"/>
        <pc:sldMkLst>
          <pc:docMk/>
          <pc:sldMk cId="977587255" sldId="1757"/>
        </pc:sldMkLst>
        <pc:spChg chg="add del mod">
          <ac:chgData name="Thijs Hauspie" userId="c5aa01d0-0751-4207-a587-d7124c844d8f" providerId="ADAL" clId="{C3A52D76-391A-43F8-B16D-AC801EA5CAA9}" dt="2023-11-08T14:20:56.128" v="1500" actId="478"/>
          <ac:spMkLst>
            <pc:docMk/>
            <pc:sldMk cId="977587255" sldId="1757"/>
            <ac:spMk id="3" creationId="{63C4A5C8-8FC7-43A8-776D-1F82636C6742}"/>
          </ac:spMkLst>
        </pc:spChg>
        <pc:spChg chg="add del">
          <ac:chgData name="Thijs Hauspie" userId="c5aa01d0-0751-4207-a587-d7124c844d8f" providerId="ADAL" clId="{C3A52D76-391A-43F8-B16D-AC801EA5CAA9}" dt="2023-11-08T14:21:14.034" v="1505" actId="478"/>
          <ac:spMkLst>
            <pc:docMk/>
            <pc:sldMk cId="977587255" sldId="1757"/>
            <ac:spMk id="12" creationId="{C2C1C866-ED72-40E4-B236-73EF7D67CAD0}"/>
          </ac:spMkLst>
        </pc:spChg>
        <pc:spChg chg="del">
          <ac:chgData name="Thijs Hauspie" userId="c5aa01d0-0751-4207-a587-d7124c844d8f" providerId="ADAL" clId="{C3A52D76-391A-43F8-B16D-AC801EA5CAA9}" dt="2023-11-08T14:20:53.166" v="1499" actId="478"/>
          <ac:spMkLst>
            <pc:docMk/>
            <pc:sldMk cId="977587255" sldId="1757"/>
            <ac:spMk id="13" creationId="{F8EE02EF-1D1E-4ED7-AA5A-9FD56BDD3639}"/>
          </ac:spMkLst>
        </pc:spChg>
        <pc:spChg chg="del">
          <ac:chgData name="Thijs Hauspie" userId="c5aa01d0-0751-4207-a587-d7124c844d8f" providerId="ADAL" clId="{C3A52D76-391A-43F8-B16D-AC801EA5CAA9}" dt="2023-11-08T14:20:49.979" v="1497" actId="478"/>
          <ac:spMkLst>
            <pc:docMk/>
            <pc:sldMk cId="977587255" sldId="1757"/>
            <ac:spMk id="14" creationId="{5FF18C93-F18D-476C-A8B6-D4753F4084B2}"/>
          </ac:spMkLst>
        </pc:spChg>
        <pc:spChg chg="del">
          <ac:chgData name="Thijs Hauspie" userId="c5aa01d0-0751-4207-a587-d7124c844d8f" providerId="ADAL" clId="{C3A52D76-391A-43F8-B16D-AC801EA5CAA9}" dt="2023-11-08T14:20:49.979" v="1497" actId="478"/>
          <ac:spMkLst>
            <pc:docMk/>
            <pc:sldMk cId="977587255" sldId="1757"/>
            <ac:spMk id="15" creationId="{9201C935-BF12-41B1-818F-17D7D2C50AF6}"/>
          </ac:spMkLst>
        </pc:spChg>
        <pc:spChg chg="del">
          <ac:chgData name="Thijs Hauspie" userId="c5aa01d0-0751-4207-a587-d7124c844d8f" providerId="ADAL" clId="{C3A52D76-391A-43F8-B16D-AC801EA5CAA9}" dt="2023-11-08T14:20:49.979" v="1497" actId="478"/>
          <ac:spMkLst>
            <pc:docMk/>
            <pc:sldMk cId="977587255" sldId="1757"/>
            <ac:spMk id="16" creationId="{33A34219-EAA8-4559-89BE-368E95FA721C}"/>
          </ac:spMkLst>
        </pc:spChg>
        <pc:spChg chg="del">
          <ac:chgData name="Thijs Hauspie" userId="c5aa01d0-0751-4207-a587-d7124c844d8f" providerId="ADAL" clId="{C3A52D76-391A-43F8-B16D-AC801EA5CAA9}" dt="2023-11-08T14:20:49.979" v="1497" actId="478"/>
          <ac:spMkLst>
            <pc:docMk/>
            <pc:sldMk cId="977587255" sldId="1757"/>
            <ac:spMk id="17" creationId="{DF1A04CE-FD8D-4DC4-BC33-4ADC934E182C}"/>
          </ac:spMkLst>
        </pc:spChg>
        <pc:spChg chg="del">
          <ac:chgData name="Thijs Hauspie" userId="c5aa01d0-0751-4207-a587-d7124c844d8f" providerId="ADAL" clId="{C3A52D76-391A-43F8-B16D-AC801EA5CAA9}" dt="2023-11-08T14:20:51.844" v="1498" actId="478"/>
          <ac:spMkLst>
            <pc:docMk/>
            <pc:sldMk cId="977587255" sldId="1757"/>
            <ac:spMk id="18" creationId="{D4DB1778-4A05-40F6-833C-4AE6AC7EB183}"/>
          </ac:spMkLst>
        </pc:spChg>
        <pc:picChg chg="del">
          <ac:chgData name="Thijs Hauspie" userId="c5aa01d0-0751-4207-a587-d7124c844d8f" providerId="ADAL" clId="{C3A52D76-391A-43F8-B16D-AC801EA5CAA9}" dt="2023-11-08T14:20:48.416" v="1496" actId="478"/>
          <ac:picMkLst>
            <pc:docMk/>
            <pc:sldMk cId="977587255" sldId="1757"/>
            <ac:picMk id="9" creationId="{92C8F183-D020-4287-AB5E-569122FE2AA3}"/>
          </ac:picMkLst>
        </pc:picChg>
        <pc:picChg chg="del">
          <ac:chgData name="Thijs Hauspie" userId="c5aa01d0-0751-4207-a587-d7124c844d8f" providerId="ADAL" clId="{C3A52D76-391A-43F8-B16D-AC801EA5CAA9}" dt="2023-11-08T14:20:53.166" v="1499" actId="478"/>
          <ac:picMkLst>
            <pc:docMk/>
            <pc:sldMk cId="977587255" sldId="1757"/>
            <ac:picMk id="11" creationId="{8852E8D0-4295-4B3D-A055-7DF5E06A5CC0}"/>
          </ac:picMkLst>
        </pc:picChg>
      </pc:sldChg>
      <pc:sldChg chg="addSp delSp modSp add mod">
        <pc:chgData name="Thijs Hauspie" userId="c5aa01d0-0751-4207-a587-d7124c844d8f" providerId="ADAL" clId="{C3A52D76-391A-43F8-B16D-AC801EA5CAA9}" dt="2023-11-08T14:41:16.828" v="1966" actId="478"/>
        <pc:sldMkLst>
          <pc:docMk/>
          <pc:sldMk cId="3208086855" sldId="1758"/>
        </pc:sldMkLst>
        <pc:spChg chg="add del mod">
          <ac:chgData name="Thijs Hauspie" userId="c5aa01d0-0751-4207-a587-d7124c844d8f" providerId="ADAL" clId="{C3A52D76-391A-43F8-B16D-AC801EA5CAA9}" dt="2023-11-08T14:21:32.965" v="1507" actId="478"/>
          <ac:spMkLst>
            <pc:docMk/>
            <pc:sldMk cId="3208086855" sldId="1758"/>
            <ac:spMk id="3" creationId="{41C592B3-3964-1F3B-1753-1D6DF1EF31AD}"/>
          </ac:spMkLst>
        </pc:spChg>
        <pc:spChg chg="del">
          <ac:chgData name="Thijs Hauspie" userId="c5aa01d0-0751-4207-a587-d7124c844d8f" providerId="ADAL" clId="{C3A52D76-391A-43F8-B16D-AC801EA5CAA9}" dt="2023-11-08T14:41:16.828" v="1966" actId="478"/>
          <ac:spMkLst>
            <pc:docMk/>
            <pc:sldMk cId="3208086855" sldId="1758"/>
            <ac:spMk id="13" creationId="{F8EE02EF-1D1E-4ED7-AA5A-9FD56BDD3639}"/>
          </ac:spMkLst>
        </pc:spChg>
        <pc:spChg chg="del">
          <ac:chgData name="Thijs Hauspie" userId="c5aa01d0-0751-4207-a587-d7124c844d8f" providerId="ADAL" clId="{C3A52D76-391A-43F8-B16D-AC801EA5CAA9}" dt="2023-11-08T14:21:45.536" v="1513" actId="478"/>
          <ac:spMkLst>
            <pc:docMk/>
            <pc:sldMk cId="3208086855" sldId="1758"/>
            <ac:spMk id="17" creationId="{DF1A04CE-FD8D-4DC4-BC33-4ADC934E182C}"/>
          </ac:spMkLst>
        </pc:spChg>
        <pc:spChg chg="del">
          <ac:chgData name="Thijs Hauspie" userId="c5aa01d0-0751-4207-a587-d7124c844d8f" providerId="ADAL" clId="{C3A52D76-391A-43F8-B16D-AC801EA5CAA9}" dt="2023-11-08T14:21:42.176" v="1510" actId="478"/>
          <ac:spMkLst>
            <pc:docMk/>
            <pc:sldMk cId="3208086855" sldId="1758"/>
            <ac:spMk id="18" creationId="{D4DB1778-4A05-40F6-833C-4AE6AC7EB183}"/>
          </ac:spMkLst>
        </pc:spChg>
        <pc:spChg chg="del">
          <ac:chgData name="Thijs Hauspie" userId="c5aa01d0-0751-4207-a587-d7124c844d8f" providerId="ADAL" clId="{C3A52D76-391A-43F8-B16D-AC801EA5CAA9}" dt="2023-11-08T14:21:37.500" v="1508" actId="478"/>
          <ac:spMkLst>
            <pc:docMk/>
            <pc:sldMk cId="3208086855" sldId="1758"/>
            <ac:spMk id="19" creationId="{2CB1D703-653C-4BE1-8A5D-35ADFED0892F}"/>
          </ac:spMkLst>
        </pc:spChg>
        <pc:spChg chg="del">
          <ac:chgData name="Thijs Hauspie" userId="c5aa01d0-0751-4207-a587-d7124c844d8f" providerId="ADAL" clId="{C3A52D76-391A-43F8-B16D-AC801EA5CAA9}" dt="2023-11-08T14:21:39.174" v="1509" actId="478"/>
          <ac:spMkLst>
            <pc:docMk/>
            <pc:sldMk cId="3208086855" sldId="1758"/>
            <ac:spMk id="20" creationId="{7E724A1E-28EC-4BFE-B879-10BA792CC6A3}"/>
          </ac:spMkLst>
        </pc:spChg>
        <pc:spChg chg="add del mod">
          <ac:chgData name="Thijs Hauspie" userId="c5aa01d0-0751-4207-a587-d7124c844d8f" providerId="ADAL" clId="{C3A52D76-391A-43F8-B16D-AC801EA5CAA9}" dt="2023-11-08T14:21:44.243" v="1512" actId="478"/>
          <ac:spMkLst>
            <pc:docMk/>
            <pc:sldMk cId="3208086855" sldId="1758"/>
            <ac:spMk id="21" creationId="{802B78D6-6C93-256F-5ECF-B90840CC74C1}"/>
          </ac:spMkLst>
        </pc:spChg>
        <pc:picChg chg="add del">
          <ac:chgData name="Thijs Hauspie" userId="c5aa01d0-0751-4207-a587-d7124c844d8f" providerId="ADAL" clId="{C3A52D76-391A-43F8-B16D-AC801EA5CAA9}" dt="2023-11-08T14:21:44.243" v="1512" actId="478"/>
          <ac:picMkLst>
            <pc:docMk/>
            <pc:sldMk cId="3208086855" sldId="1758"/>
            <ac:picMk id="9" creationId="{92C8F183-D020-4287-AB5E-569122FE2AA3}"/>
          </ac:picMkLst>
        </pc:picChg>
      </pc:sldChg>
      <pc:sldChg chg="modSp add mod ord">
        <pc:chgData name="Thijs Hauspie" userId="c5aa01d0-0751-4207-a587-d7124c844d8f" providerId="ADAL" clId="{C3A52D76-391A-43F8-B16D-AC801EA5CAA9}" dt="2023-11-08T14:24:56.637" v="1626"/>
        <pc:sldMkLst>
          <pc:docMk/>
          <pc:sldMk cId="3088209890" sldId="1759"/>
        </pc:sldMkLst>
        <pc:spChg chg="mod">
          <ac:chgData name="Thijs Hauspie" userId="c5aa01d0-0751-4207-a587-d7124c844d8f" providerId="ADAL" clId="{C3A52D76-391A-43F8-B16D-AC801EA5CAA9}" dt="2023-11-08T14:24:36.679" v="1604"/>
          <ac:spMkLst>
            <pc:docMk/>
            <pc:sldMk cId="3088209890" sldId="1759"/>
            <ac:spMk id="2" creationId="{9250AE10-A5BD-4854-95D1-EDB41A7F14B7}"/>
          </ac:spMkLst>
        </pc:spChg>
        <pc:spChg chg="mod">
          <ac:chgData name="Thijs Hauspie" userId="c5aa01d0-0751-4207-a587-d7124c844d8f" providerId="ADAL" clId="{C3A52D76-391A-43F8-B16D-AC801EA5CAA9}" dt="2023-11-08T14:24:56.637" v="1626"/>
          <ac:spMkLst>
            <pc:docMk/>
            <pc:sldMk cId="3088209890" sldId="1759"/>
            <ac:spMk id="3" creationId="{B88BCCE3-B86C-461D-8331-7A61191A346A}"/>
          </ac:spMkLst>
        </pc:spChg>
      </pc:sldChg>
      <pc:sldChg chg="modSp add mod">
        <pc:chgData name="Thijs Hauspie" userId="c5aa01d0-0751-4207-a587-d7124c844d8f" providerId="ADAL" clId="{C3A52D76-391A-43F8-B16D-AC801EA5CAA9}" dt="2023-11-08T14:27:48.737" v="1708" actId="20577"/>
        <pc:sldMkLst>
          <pc:docMk/>
          <pc:sldMk cId="2097350860" sldId="1760"/>
        </pc:sldMkLst>
        <pc:spChg chg="mod">
          <ac:chgData name="Thijs Hauspie" userId="c5aa01d0-0751-4207-a587-d7124c844d8f" providerId="ADAL" clId="{C3A52D76-391A-43F8-B16D-AC801EA5CAA9}" dt="2023-11-08T14:24:25.521" v="1601"/>
          <ac:spMkLst>
            <pc:docMk/>
            <pc:sldMk cId="2097350860" sldId="1760"/>
            <ac:spMk id="2" creationId="{9250AE10-A5BD-4854-95D1-EDB41A7F14B7}"/>
          </ac:spMkLst>
        </pc:spChg>
        <pc:spChg chg="mod">
          <ac:chgData name="Thijs Hauspie" userId="c5aa01d0-0751-4207-a587-d7124c844d8f" providerId="ADAL" clId="{C3A52D76-391A-43F8-B16D-AC801EA5CAA9}" dt="2023-11-08T14:27:48.737" v="1708" actId="20577"/>
          <ac:spMkLst>
            <pc:docMk/>
            <pc:sldMk cId="2097350860" sldId="1760"/>
            <ac:spMk id="3" creationId="{B88BCCE3-B86C-461D-8331-7A61191A346A}"/>
          </ac:spMkLst>
        </pc:spChg>
      </pc:sldChg>
      <pc:sldChg chg="addSp delSp modSp add mod ord">
        <pc:chgData name="Thijs Hauspie" userId="c5aa01d0-0751-4207-a587-d7124c844d8f" providerId="ADAL" clId="{C3A52D76-391A-43F8-B16D-AC801EA5CAA9}" dt="2023-11-08T14:31:28.205" v="1825" actId="478"/>
        <pc:sldMkLst>
          <pc:docMk/>
          <pc:sldMk cId="1346080786" sldId="1761"/>
        </pc:sldMkLst>
        <pc:spChg chg="mod">
          <ac:chgData name="Thijs Hauspie" userId="c5aa01d0-0751-4207-a587-d7124c844d8f" providerId="ADAL" clId="{C3A52D76-391A-43F8-B16D-AC801EA5CAA9}" dt="2023-11-08T14:31:21.600" v="1822" actId="20577"/>
          <ac:spMkLst>
            <pc:docMk/>
            <pc:sldMk cId="1346080786" sldId="1761"/>
            <ac:spMk id="3" creationId="{C742DD29-62F0-4196-B7E6-CC90F3A90E46}"/>
          </ac:spMkLst>
        </pc:spChg>
        <pc:spChg chg="add del mod">
          <ac:chgData name="Thijs Hauspie" userId="c5aa01d0-0751-4207-a587-d7124c844d8f" providerId="ADAL" clId="{C3A52D76-391A-43F8-B16D-AC801EA5CAA9}" dt="2023-11-08T14:31:28.205" v="1825" actId="478"/>
          <ac:spMkLst>
            <pc:docMk/>
            <pc:sldMk cId="1346080786" sldId="1761"/>
            <ac:spMk id="5" creationId="{1D3C4CF7-00BB-E873-FC5B-E2C6B1EC7F60}"/>
          </ac:spMkLst>
        </pc:spChg>
        <pc:spChg chg="del">
          <ac:chgData name="Thijs Hauspie" userId="c5aa01d0-0751-4207-a587-d7124c844d8f" providerId="ADAL" clId="{C3A52D76-391A-43F8-B16D-AC801EA5CAA9}" dt="2023-11-08T14:28:42.990" v="1717" actId="478"/>
          <ac:spMkLst>
            <pc:docMk/>
            <pc:sldMk cId="1346080786" sldId="1761"/>
            <ac:spMk id="9" creationId="{4299FC94-8528-4E66-B73B-760AD63C3921}"/>
          </ac:spMkLst>
        </pc:spChg>
        <pc:spChg chg="del">
          <ac:chgData name="Thijs Hauspie" userId="c5aa01d0-0751-4207-a587-d7124c844d8f" providerId="ADAL" clId="{C3A52D76-391A-43F8-B16D-AC801EA5CAA9}" dt="2023-11-08T14:28:36.048" v="1711" actId="478"/>
          <ac:spMkLst>
            <pc:docMk/>
            <pc:sldMk cId="1346080786" sldId="1761"/>
            <ac:spMk id="10" creationId="{9307FAC9-2DAB-42ED-A162-8030C2C0BC19}"/>
          </ac:spMkLst>
        </pc:spChg>
        <pc:spChg chg="del">
          <ac:chgData name="Thijs Hauspie" userId="c5aa01d0-0751-4207-a587-d7124c844d8f" providerId="ADAL" clId="{C3A52D76-391A-43F8-B16D-AC801EA5CAA9}" dt="2023-11-08T14:28:37.136" v="1712" actId="478"/>
          <ac:spMkLst>
            <pc:docMk/>
            <pc:sldMk cId="1346080786" sldId="1761"/>
            <ac:spMk id="11" creationId="{8BABE38D-4B6E-4254-9E47-E43BB85649D9}"/>
          </ac:spMkLst>
        </pc:spChg>
        <pc:spChg chg="del">
          <ac:chgData name="Thijs Hauspie" userId="c5aa01d0-0751-4207-a587-d7124c844d8f" providerId="ADAL" clId="{C3A52D76-391A-43F8-B16D-AC801EA5CAA9}" dt="2023-11-08T14:28:38.308" v="1713" actId="478"/>
          <ac:spMkLst>
            <pc:docMk/>
            <pc:sldMk cId="1346080786" sldId="1761"/>
            <ac:spMk id="12" creationId="{4C3C4AA3-6C06-4581-8F03-D7FBC39398D2}"/>
          </ac:spMkLst>
        </pc:spChg>
        <pc:spChg chg="del mod">
          <ac:chgData name="Thijs Hauspie" userId="c5aa01d0-0751-4207-a587-d7124c844d8f" providerId="ADAL" clId="{C3A52D76-391A-43F8-B16D-AC801EA5CAA9}" dt="2023-11-08T14:28:41.406" v="1716" actId="478"/>
          <ac:spMkLst>
            <pc:docMk/>
            <pc:sldMk cId="1346080786" sldId="1761"/>
            <ac:spMk id="13" creationId="{6161F8D0-6C5B-4809-BF0B-EE1556C7E3BB}"/>
          </ac:spMkLst>
        </pc:spChg>
        <pc:picChg chg="del">
          <ac:chgData name="Thijs Hauspie" userId="c5aa01d0-0751-4207-a587-d7124c844d8f" providerId="ADAL" clId="{C3A52D76-391A-43F8-B16D-AC801EA5CAA9}" dt="2023-11-08T14:28:34.945" v="1710" actId="478"/>
          <ac:picMkLst>
            <pc:docMk/>
            <pc:sldMk cId="1346080786" sldId="1761"/>
            <ac:picMk id="8" creationId="{E1F160B2-B80C-44E7-B2DF-EA6C456FCF57}"/>
          </ac:picMkLst>
        </pc:picChg>
        <pc:picChg chg="mod">
          <ac:chgData name="Thijs Hauspie" userId="c5aa01d0-0751-4207-a587-d7124c844d8f" providerId="ADAL" clId="{C3A52D76-391A-43F8-B16D-AC801EA5CAA9}" dt="2023-11-08T14:31:23.906" v="1823" actId="1076"/>
          <ac:picMkLst>
            <pc:docMk/>
            <pc:sldMk cId="1346080786" sldId="1761"/>
            <ac:picMk id="14" creationId="{5D2E3A00-71E1-2958-2428-C371A9830F23}"/>
          </ac:picMkLst>
        </pc:picChg>
        <pc:picChg chg="mod">
          <ac:chgData name="Thijs Hauspie" userId="c5aa01d0-0751-4207-a587-d7124c844d8f" providerId="ADAL" clId="{C3A52D76-391A-43F8-B16D-AC801EA5CAA9}" dt="2023-11-08T14:31:26.333" v="1824" actId="1076"/>
          <ac:picMkLst>
            <pc:docMk/>
            <pc:sldMk cId="1346080786" sldId="1761"/>
            <ac:picMk id="15" creationId="{90EA1B16-2BF0-FCAA-40DB-CD8EBEE955F1}"/>
          </ac:picMkLst>
        </pc:picChg>
      </pc:sldChg>
      <pc:sldChg chg="add del">
        <pc:chgData name="Thijs Hauspie" userId="c5aa01d0-0751-4207-a587-d7124c844d8f" providerId="ADAL" clId="{C3A52D76-391A-43F8-B16D-AC801EA5CAA9}" dt="2023-11-08T14:29:23.846" v="1753"/>
        <pc:sldMkLst>
          <pc:docMk/>
          <pc:sldMk cId="900574212" sldId="1762"/>
        </pc:sldMkLst>
      </pc:sldChg>
      <pc:sldChg chg="addSp modSp add mod">
        <pc:chgData name="Thijs Hauspie" userId="c5aa01d0-0751-4207-a587-d7124c844d8f" providerId="ADAL" clId="{C3A52D76-391A-43F8-B16D-AC801EA5CAA9}" dt="2023-11-08T14:40:15.934" v="1913" actId="1076"/>
        <pc:sldMkLst>
          <pc:docMk/>
          <pc:sldMk cId="3096434294" sldId="1762"/>
        </pc:sldMkLst>
        <pc:picChg chg="add mod">
          <ac:chgData name="Thijs Hauspie" userId="c5aa01d0-0751-4207-a587-d7124c844d8f" providerId="ADAL" clId="{C3A52D76-391A-43F8-B16D-AC801EA5CAA9}" dt="2023-11-08T14:40:15.934" v="1913" actId="1076"/>
          <ac:picMkLst>
            <pc:docMk/>
            <pc:sldMk cId="3096434294" sldId="1762"/>
            <ac:picMk id="2" creationId="{EAA87B1B-70B6-4E25-BB16-4AB77E6EFB6C}"/>
          </ac:picMkLst>
        </pc:picChg>
      </pc:sldChg>
      <pc:sldChg chg="addSp modSp add mod">
        <pc:chgData name="Thijs Hauspie" userId="c5aa01d0-0751-4207-a587-d7124c844d8f" providerId="ADAL" clId="{C3A52D76-391A-43F8-B16D-AC801EA5CAA9}" dt="2023-11-08T14:40:48.311" v="1965" actId="1076"/>
        <pc:sldMkLst>
          <pc:docMk/>
          <pc:sldMk cId="2804104082" sldId="1763"/>
        </pc:sldMkLst>
        <pc:spChg chg="mod">
          <ac:chgData name="Thijs Hauspie" userId="c5aa01d0-0751-4207-a587-d7124c844d8f" providerId="ADAL" clId="{C3A52D76-391A-43F8-B16D-AC801EA5CAA9}" dt="2023-11-08T14:40:42.624" v="1963" actId="20577"/>
          <ac:spMkLst>
            <pc:docMk/>
            <pc:sldMk cId="2804104082" sldId="1763"/>
            <ac:spMk id="6" creationId="{D218D92A-74AD-49F8-A8A9-AD801B689B50}"/>
          </ac:spMkLst>
        </pc:spChg>
        <pc:picChg chg="add mod">
          <ac:chgData name="Thijs Hauspie" userId="c5aa01d0-0751-4207-a587-d7124c844d8f" providerId="ADAL" clId="{C3A52D76-391A-43F8-B16D-AC801EA5CAA9}" dt="2023-11-08T14:40:48.311" v="1965" actId="1076"/>
          <ac:picMkLst>
            <pc:docMk/>
            <pc:sldMk cId="2804104082" sldId="1763"/>
            <ac:picMk id="2" creationId="{4A6975E5-424D-BC6A-4B15-601D5D14BA25}"/>
          </ac:picMkLst>
        </pc:picChg>
      </pc:sldChg>
      <pc:sldChg chg="modSp add mod">
        <pc:chgData name="Thijs Hauspie" userId="c5aa01d0-0751-4207-a587-d7124c844d8f" providerId="ADAL" clId="{C3A52D76-391A-43F8-B16D-AC801EA5CAA9}" dt="2023-11-08T14:46:18.294" v="2051" actId="20577"/>
        <pc:sldMkLst>
          <pc:docMk/>
          <pc:sldMk cId="319246678" sldId="1764"/>
        </pc:sldMkLst>
        <pc:spChg chg="mod">
          <ac:chgData name="Thijs Hauspie" userId="c5aa01d0-0751-4207-a587-d7124c844d8f" providerId="ADAL" clId="{C3A52D76-391A-43F8-B16D-AC801EA5CAA9}" dt="2023-11-08T14:46:18.294" v="2051" actId="20577"/>
          <ac:spMkLst>
            <pc:docMk/>
            <pc:sldMk cId="319246678" sldId="1764"/>
            <ac:spMk id="9" creationId="{4299FC94-8528-4E66-B73B-760AD63C3921}"/>
          </ac:spMkLst>
        </pc:spChg>
        <pc:spChg chg="mod">
          <ac:chgData name="Thijs Hauspie" userId="c5aa01d0-0751-4207-a587-d7124c844d8f" providerId="ADAL" clId="{C3A52D76-391A-43F8-B16D-AC801EA5CAA9}" dt="2023-11-08T14:43:51.205" v="2032" actId="1037"/>
          <ac:spMkLst>
            <pc:docMk/>
            <pc:sldMk cId="319246678" sldId="1764"/>
            <ac:spMk id="11" creationId="{8BABE38D-4B6E-4254-9E47-E43BB85649D9}"/>
          </ac:spMkLst>
        </pc:spChg>
        <pc:spChg chg="mod">
          <ac:chgData name="Thijs Hauspie" userId="c5aa01d0-0751-4207-a587-d7124c844d8f" providerId="ADAL" clId="{C3A52D76-391A-43F8-B16D-AC801EA5CAA9}" dt="2023-11-08T14:42:48.548" v="2018" actId="1076"/>
          <ac:spMkLst>
            <pc:docMk/>
            <pc:sldMk cId="319246678" sldId="1764"/>
            <ac:spMk id="12" creationId="{4C3C4AA3-6C06-4581-8F03-D7FBC39398D2}"/>
          </ac:spMkLst>
        </pc:spChg>
        <pc:spChg chg="mod">
          <ac:chgData name="Thijs Hauspie" userId="c5aa01d0-0751-4207-a587-d7124c844d8f" providerId="ADAL" clId="{C3A52D76-391A-43F8-B16D-AC801EA5CAA9}" dt="2023-11-08T14:43:58.642" v="2034" actId="1076"/>
          <ac:spMkLst>
            <pc:docMk/>
            <pc:sldMk cId="319246678" sldId="1764"/>
            <ac:spMk id="13" creationId="{6161F8D0-6C5B-4809-BF0B-EE1556C7E3BB}"/>
          </ac:spMkLst>
        </pc:spChg>
        <pc:picChg chg="mod">
          <ac:chgData name="Thijs Hauspie" userId="c5aa01d0-0751-4207-a587-d7124c844d8f" providerId="ADAL" clId="{C3A52D76-391A-43F8-B16D-AC801EA5CAA9}" dt="2023-11-08T14:42:39.914" v="2016" actId="1036"/>
          <ac:picMkLst>
            <pc:docMk/>
            <pc:sldMk cId="319246678" sldId="1764"/>
            <ac:picMk id="19" creationId="{C80B9D4B-B4D0-3C1A-C626-166C7754213C}"/>
          </ac:picMkLst>
        </pc:picChg>
      </pc:sldChg>
      <pc:sldChg chg="modSp add mod ord">
        <pc:chgData name="Thijs Hauspie" userId="c5aa01d0-0751-4207-a587-d7124c844d8f" providerId="ADAL" clId="{C3A52D76-391A-43F8-B16D-AC801EA5CAA9}" dt="2023-11-08T14:46:30.842" v="2057" actId="20577"/>
        <pc:sldMkLst>
          <pc:docMk/>
          <pc:sldMk cId="2115467390" sldId="1765"/>
        </pc:sldMkLst>
        <pc:spChg chg="mod">
          <ac:chgData name="Thijs Hauspie" userId="c5aa01d0-0751-4207-a587-d7124c844d8f" providerId="ADAL" clId="{C3A52D76-391A-43F8-B16D-AC801EA5CAA9}" dt="2023-11-08T14:46:30.842" v="2057" actId="20577"/>
          <ac:spMkLst>
            <pc:docMk/>
            <pc:sldMk cId="2115467390" sldId="1765"/>
            <ac:spMk id="9" creationId="{4299FC94-8528-4E66-B73B-760AD63C3921}"/>
          </ac:spMkLst>
        </pc:spChg>
        <pc:spChg chg="mod">
          <ac:chgData name="Thijs Hauspie" userId="c5aa01d0-0751-4207-a587-d7124c844d8f" providerId="ADAL" clId="{C3A52D76-391A-43F8-B16D-AC801EA5CAA9}" dt="2023-11-08T14:45:03.114" v="2043" actId="1076"/>
          <ac:spMkLst>
            <pc:docMk/>
            <pc:sldMk cId="2115467390" sldId="1765"/>
            <ac:spMk id="11" creationId="{8BABE38D-4B6E-4254-9E47-E43BB85649D9}"/>
          </ac:spMkLst>
        </pc:spChg>
        <pc:spChg chg="mod">
          <ac:chgData name="Thijs Hauspie" userId="c5aa01d0-0751-4207-a587-d7124c844d8f" providerId="ADAL" clId="{C3A52D76-391A-43F8-B16D-AC801EA5CAA9}" dt="2023-11-08T14:45:05.215" v="2044" actId="1076"/>
          <ac:spMkLst>
            <pc:docMk/>
            <pc:sldMk cId="2115467390" sldId="1765"/>
            <ac:spMk id="12" creationId="{4C3C4AA3-6C06-4581-8F03-D7FBC39398D2}"/>
          </ac:spMkLst>
        </pc:spChg>
        <pc:spChg chg="mod">
          <ac:chgData name="Thijs Hauspie" userId="c5aa01d0-0751-4207-a587-d7124c844d8f" providerId="ADAL" clId="{C3A52D76-391A-43F8-B16D-AC801EA5CAA9}" dt="2023-11-08T14:45:09.512" v="2045" actId="1076"/>
          <ac:spMkLst>
            <pc:docMk/>
            <pc:sldMk cId="2115467390" sldId="1765"/>
            <ac:spMk id="20" creationId="{4054FFE0-F06A-C15B-7D1E-8AA694ADF5C3}"/>
          </ac:spMkLst>
        </pc:spChg>
        <pc:picChg chg="mod">
          <ac:chgData name="Thijs Hauspie" userId="c5aa01d0-0751-4207-a587-d7124c844d8f" providerId="ADAL" clId="{C3A52D76-391A-43F8-B16D-AC801EA5CAA9}" dt="2023-11-08T14:44:57.461" v="2042" actId="1036"/>
          <ac:picMkLst>
            <pc:docMk/>
            <pc:sldMk cId="2115467390" sldId="1765"/>
            <ac:picMk id="19" creationId="{C80B9D4B-B4D0-3C1A-C626-166C7754213C}"/>
          </ac:picMkLst>
        </pc:picChg>
      </pc:sldChg>
      <pc:sldChg chg="addSp delSp modSp add mod">
        <pc:chgData name="Thijs Hauspie" userId="c5aa01d0-0751-4207-a587-d7124c844d8f" providerId="ADAL" clId="{C3A52D76-391A-43F8-B16D-AC801EA5CAA9}" dt="2023-11-08T14:49:50.314" v="2122" actId="478"/>
        <pc:sldMkLst>
          <pc:docMk/>
          <pc:sldMk cId="1819581745" sldId="1766"/>
        </pc:sldMkLst>
        <pc:spChg chg="mod">
          <ac:chgData name="Thijs Hauspie" userId="c5aa01d0-0751-4207-a587-d7124c844d8f" providerId="ADAL" clId="{C3A52D76-391A-43F8-B16D-AC801EA5CAA9}" dt="2023-11-08T14:48:47.306" v="2112" actId="20577"/>
          <ac:spMkLst>
            <pc:docMk/>
            <pc:sldMk cId="1819581745" sldId="1766"/>
            <ac:spMk id="3" creationId="{B79653B5-31CC-4B30-84DF-73319A19B7F6}"/>
          </ac:spMkLst>
        </pc:spChg>
        <pc:spChg chg="del">
          <ac:chgData name="Thijs Hauspie" userId="c5aa01d0-0751-4207-a587-d7124c844d8f" providerId="ADAL" clId="{C3A52D76-391A-43F8-B16D-AC801EA5CAA9}" dt="2023-11-08T14:49:50.314" v="2122" actId="478"/>
          <ac:spMkLst>
            <pc:docMk/>
            <pc:sldMk cId="1819581745" sldId="1766"/>
            <ac:spMk id="5" creationId="{3807F7A6-2B20-426F-A58D-B06A18042E01}"/>
          </ac:spMkLst>
        </pc:spChg>
        <pc:picChg chg="del">
          <ac:chgData name="Thijs Hauspie" userId="c5aa01d0-0751-4207-a587-d7124c844d8f" providerId="ADAL" clId="{C3A52D76-391A-43F8-B16D-AC801EA5CAA9}" dt="2023-11-08T14:49:47.325" v="2121" actId="478"/>
          <ac:picMkLst>
            <pc:docMk/>
            <pc:sldMk cId="1819581745" sldId="1766"/>
            <ac:picMk id="6" creationId="{FA7BAC0E-BBF8-6D81-7A28-B23F055D1E68}"/>
          </ac:picMkLst>
        </pc:picChg>
        <pc:picChg chg="add mod">
          <ac:chgData name="Thijs Hauspie" userId="c5aa01d0-0751-4207-a587-d7124c844d8f" providerId="ADAL" clId="{C3A52D76-391A-43F8-B16D-AC801EA5CAA9}" dt="2023-11-08T14:49:42.858" v="2120" actId="1076"/>
          <ac:picMkLst>
            <pc:docMk/>
            <pc:sldMk cId="1819581745" sldId="1766"/>
            <ac:picMk id="7" creationId="{E388C77D-2A02-F239-7685-9E1AAC756F33}"/>
          </ac:picMkLst>
        </pc:picChg>
        <pc:picChg chg="add mod">
          <ac:chgData name="Thijs Hauspie" userId="c5aa01d0-0751-4207-a587-d7124c844d8f" providerId="ADAL" clId="{C3A52D76-391A-43F8-B16D-AC801EA5CAA9}" dt="2023-11-08T14:49:41.763" v="2119" actId="1076"/>
          <ac:picMkLst>
            <pc:docMk/>
            <pc:sldMk cId="1819581745" sldId="1766"/>
            <ac:picMk id="8" creationId="{77A9AEB7-FDF0-BD61-1F6E-72D37BBF984E}"/>
          </ac:picMkLst>
        </pc:picChg>
      </pc:sldChg>
      <pc:sldChg chg="addSp delSp modSp add mod">
        <pc:chgData name="Thijs Hauspie" userId="c5aa01d0-0751-4207-a587-d7124c844d8f" providerId="ADAL" clId="{C3A52D76-391A-43F8-B16D-AC801EA5CAA9}" dt="2023-11-09T14:04:40.553" v="4095" actId="20577"/>
        <pc:sldMkLst>
          <pc:docMk/>
          <pc:sldMk cId="2883456708" sldId="1767"/>
        </pc:sldMkLst>
        <pc:spChg chg="mod">
          <ac:chgData name="Thijs Hauspie" userId="c5aa01d0-0751-4207-a587-d7124c844d8f" providerId="ADAL" clId="{C3A52D76-391A-43F8-B16D-AC801EA5CAA9}" dt="2023-11-09T14:04:40.553" v="4095" actId="20577"/>
          <ac:spMkLst>
            <pc:docMk/>
            <pc:sldMk cId="2883456708" sldId="1767"/>
            <ac:spMk id="2" creationId="{2487FA35-A2A9-47D2-B705-6EA42514C1AE}"/>
          </ac:spMkLst>
        </pc:spChg>
        <pc:spChg chg="mod">
          <ac:chgData name="Thijs Hauspie" userId="c5aa01d0-0751-4207-a587-d7124c844d8f" providerId="ADAL" clId="{C3A52D76-391A-43F8-B16D-AC801EA5CAA9}" dt="2023-11-09T14:04:39.543" v="4093" actId="20577"/>
          <ac:spMkLst>
            <pc:docMk/>
            <pc:sldMk cId="2883456708" sldId="1767"/>
            <ac:spMk id="3" creationId="{AFA9732D-AB41-4AF6-9647-B5196F5786EE}"/>
          </ac:spMkLst>
        </pc:spChg>
        <pc:picChg chg="add del mod">
          <ac:chgData name="Thijs Hauspie" userId="c5aa01d0-0751-4207-a587-d7124c844d8f" providerId="ADAL" clId="{C3A52D76-391A-43F8-B16D-AC801EA5CAA9}" dt="2023-11-08T15:02:00.425" v="2202" actId="478"/>
          <ac:picMkLst>
            <pc:docMk/>
            <pc:sldMk cId="2883456708" sldId="1767"/>
            <ac:picMk id="5" creationId="{119AD714-18D8-5231-8153-96D316D7D0D5}"/>
          </ac:picMkLst>
        </pc:picChg>
        <pc:picChg chg="add del mod">
          <ac:chgData name="Thijs Hauspie" userId="c5aa01d0-0751-4207-a587-d7124c844d8f" providerId="ADAL" clId="{C3A52D76-391A-43F8-B16D-AC801EA5CAA9}" dt="2023-11-08T15:02:00.937" v="2203" actId="478"/>
          <ac:picMkLst>
            <pc:docMk/>
            <pc:sldMk cId="2883456708" sldId="1767"/>
            <ac:picMk id="6" creationId="{25532614-3755-340D-7BA5-56C529344DCF}"/>
          </ac:picMkLst>
        </pc:picChg>
        <pc:picChg chg="add del mod">
          <ac:chgData name="Thijs Hauspie" userId="c5aa01d0-0751-4207-a587-d7124c844d8f" providerId="ADAL" clId="{C3A52D76-391A-43F8-B16D-AC801EA5CAA9}" dt="2023-11-08T15:02:01.467" v="2205" actId="478"/>
          <ac:picMkLst>
            <pc:docMk/>
            <pc:sldMk cId="2883456708" sldId="1767"/>
            <ac:picMk id="7" creationId="{5A24C5A3-27D6-9ADD-C5B5-BF8735711B76}"/>
          </ac:picMkLst>
        </pc:picChg>
      </pc:sldChg>
      <pc:sldChg chg="addSp delSp modSp new del mod modClrScheme chgLayout">
        <pc:chgData name="Thijs Hauspie" userId="c5aa01d0-0751-4207-a587-d7124c844d8f" providerId="ADAL" clId="{C3A52D76-391A-43F8-B16D-AC801EA5CAA9}" dt="2023-11-08T15:01:15.380" v="2197" actId="47"/>
        <pc:sldMkLst>
          <pc:docMk/>
          <pc:sldMk cId="2380521181" sldId="1768"/>
        </pc:sldMkLst>
        <pc:spChg chg="del mod ord">
          <ac:chgData name="Thijs Hauspie" userId="c5aa01d0-0751-4207-a587-d7124c844d8f" providerId="ADAL" clId="{C3A52D76-391A-43F8-B16D-AC801EA5CAA9}" dt="2023-11-08T14:58:12.620" v="2182" actId="700"/>
          <ac:spMkLst>
            <pc:docMk/>
            <pc:sldMk cId="2380521181" sldId="1768"/>
            <ac:spMk id="2" creationId="{42D4F246-4BA3-A260-40A1-05D8D040D4A6}"/>
          </ac:spMkLst>
        </pc:spChg>
        <pc:spChg chg="del mod ord">
          <ac:chgData name="Thijs Hauspie" userId="c5aa01d0-0751-4207-a587-d7124c844d8f" providerId="ADAL" clId="{C3A52D76-391A-43F8-B16D-AC801EA5CAA9}" dt="2023-11-08T14:58:12.620" v="2182" actId="700"/>
          <ac:spMkLst>
            <pc:docMk/>
            <pc:sldMk cId="2380521181" sldId="1768"/>
            <ac:spMk id="3" creationId="{ED7A4286-6354-D8BF-32BF-29E84B991A81}"/>
          </ac:spMkLst>
        </pc:spChg>
        <pc:spChg chg="mod ord">
          <ac:chgData name="Thijs Hauspie" userId="c5aa01d0-0751-4207-a587-d7124c844d8f" providerId="ADAL" clId="{C3A52D76-391A-43F8-B16D-AC801EA5CAA9}" dt="2023-11-08T14:58:12.620" v="2182" actId="700"/>
          <ac:spMkLst>
            <pc:docMk/>
            <pc:sldMk cId="2380521181" sldId="1768"/>
            <ac:spMk id="4" creationId="{7B1BCE3A-4664-7513-81C7-D447AE3AC81B}"/>
          </ac:spMkLst>
        </pc:spChg>
        <pc:spChg chg="del mod ord">
          <ac:chgData name="Thijs Hauspie" userId="c5aa01d0-0751-4207-a587-d7124c844d8f" providerId="ADAL" clId="{C3A52D76-391A-43F8-B16D-AC801EA5CAA9}" dt="2023-11-08T14:58:12.620" v="2182" actId="700"/>
          <ac:spMkLst>
            <pc:docMk/>
            <pc:sldMk cId="2380521181" sldId="1768"/>
            <ac:spMk id="5" creationId="{75772D65-435B-78AB-8C41-534B6815153E}"/>
          </ac:spMkLst>
        </pc:spChg>
        <pc:spChg chg="add mod ord">
          <ac:chgData name="Thijs Hauspie" userId="c5aa01d0-0751-4207-a587-d7124c844d8f" providerId="ADAL" clId="{C3A52D76-391A-43F8-B16D-AC801EA5CAA9}" dt="2023-11-08T14:58:12.620" v="2182" actId="700"/>
          <ac:spMkLst>
            <pc:docMk/>
            <pc:sldMk cId="2380521181" sldId="1768"/>
            <ac:spMk id="6" creationId="{D33D40E7-D345-1FF5-DDFA-E0EEA63A42A0}"/>
          </ac:spMkLst>
        </pc:spChg>
        <pc:spChg chg="add mod ord">
          <ac:chgData name="Thijs Hauspie" userId="c5aa01d0-0751-4207-a587-d7124c844d8f" providerId="ADAL" clId="{C3A52D76-391A-43F8-B16D-AC801EA5CAA9}" dt="2023-11-08T14:58:12.620" v="2182" actId="700"/>
          <ac:spMkLst>
            <pc:docMk/>
            <pc:sldMk cId="2380521181" sldId="1768"/>
            <ac:spMk id="7" creationId="{64B08633-D2F2-4A03-85DC-6914E3F39729}"/>
          </ac:spMkLst>
        </pc:spChg>
        <pc:spChg chg="add mod ord">
          <ac:chgData name="Thijs Hauspie" userId="c5aa01d0-0751-4207-a587-d7124c844d8f" providerId="ADAL" clId="{C3A52D76-391A-43F8-B16D-AC801EA5CAA9}" dt="2023-11-08T14:58:12.620" v="2182" actId="700"/>
          <ac:spMkLst>
            <pc:docMk/>
            <pc:sldMk cId="2380521181" sldId="1768"/>
            <ac:spMk id="8" creationId="{CF609CC0-1232-D00A-16DF-1191469463EB}"/>
          </ac:spMkLst>
        </pc:spChg>
      </pc:sldChg>
      <pc:sldChg chg="modSp add mod">
        <pc:chgData name="Thijs Hauspie" userId="c5aa01d0-0751-4207-a587-d7124c844d8f" providerId="ADAL" clId="{C3A52D76-391A-43F8-B16D-AC801EA5CAA9}" dt="2023-11-08T15:01:04.098" v="2193" actId="20577"/>
        <pc:sldMkLst>
          <pc:docMk/>
          <pc:sldMk cId="2357406962" sldId="1769"/>
        </pc:sldMkLst>
        <pc:spChg chg="mod">
          <ac:chgData name="Thijs Hauspie" userId="c5aa01d0-0751-4207-a587-d7124c844d8f" providerId="ADAL" clId="{C3A52D76-391A-43F8-B16D-AC801EA5CAA9}" dt="2023-11-08T15:01:04.098" v="2193" actId="20577"/>
          <ac:spMkLst>
            <pc:docMk/>
            <pc:sldMk cId="2357406962" sldId="1769"/>
            <ac:spMk id="2" creationId="{1D528B7A-3168-440C-A60C-A036931164EC}"/>
          </ac:spMkLst>
        </pc:spChg>
      </pc:sldChg>
      <pc:sldChg chg="modSp add mod">
        <pc:chgData name="Thijs Hauspie" userId="c5aa01d0-0751-4207-a587-d7124c844d8f" providerId="ADAL" clId="{C3A52D76-391A-43F8-B16D-AC801EA5CAA9}" dt="2023-11-08T15:01:13.179" v="2196" actId="20577"/>
        <pc:sldMkLst>
          <pc:docMk/>
          <pc:sldMk cId="3677660298" sldId="1770"/>
        </pc:sldMkLst>
        <pc:spChg chg="mod">
          <ac:chgData name="Thijs Hauspie" userId="c5aa01d0-0751-4207-a587-d7124c844d8f" providerId="ADAL" clId="{C3A52D76-391A-43F8-B16D-AC801EA5CAA9}" dt="2023-11-08T15:01:13.179" v="2196" actId="20577"/>
          <ac:spMkLst>
            <pc:docMk/>
            <pc:sldMk cId="3677660298" sldId="1770"/>
            <ac:spMk id="2" creationId="{1D528B7A-3168-440C-A60C-A036931164EC}"/>
          </ac:spMkLst>
        </pc:spChg>
      </pc:sldChg>
      <pc:sldChg chg="delSp modSp add mod ord">
        <pc:chgData name="Thijs Hauspie" userId="c5aa01d0-0751-4207-a587-d7124c844d8f" providerId="ADAL" clId="{C3A52D76-391A-43F8-B16D-AC801EA5CAA9}" dt="2023-11-09T09:20:16.330" v="2792"/>
        <pc:sldMkLst>
          <pc:docMk/>
          <pc:sldMk cId="3594923569" sldId="1771"/>
        </pc:sldMkLst>
        <pc:spChg chg="mod">
          <ac:chgData name="Thijs Hauspie" userId="c5aa01d0-0751-4207-a587-d7124c844d8f" providerId="ADAL" clId="{C3A52D76-391A-43F8-B16D-AC801EA5CAA9}" dt="2023-11-09T09:17:53.618" v="2783"/>
          <ac:spMkLst>
            <pc:docMk/>
            <pc:sldMk cId="3594923569" sldId="1771"/>
            <ac:spMk id="3" creationId="{AFA9732D-AB41-4AF6-9647-B5196F5786EE}"/>
          </ac:spMkLst>
        </pc:spChg>
        <pc:picChg chg="del">
          <ac:chgData name="Thijs Hauspie" userId="c5aa01d0-0751-4207-a587-d7124c844d8f" providerId="ADAL" clId="{C3A52D76-391A-43F8-B16D-AC801EA5CAA9}" dt="2023-11-08T15:02:18.878" v="2210" actId="478"/>
          <ac:picMkLst>
            <pc:docMk/>
            <pc:sldMk cId="3594923569" sldId="1771"/>
            <ac:picMk id="5" creationId="{119AD714-18D8-5231-8153-96D316D7D0D5}"/>
          </ac:picMkLst>
        </pc:picChg>
        <pc:picChg chg="del">
          <ac:chgData name="Thijs Hauspie" userId="c5aa01d0-0751-4207-a587-d7124c844d8f" providerId="ADAL" clId="{C3A52D76-391A-43F8-B16D-AC801EA5CAA9}" dt="2023-11-08T15:02:19.433" v="2211" actId="478"/>
          <ac:picMkLst>
            <pc:docMk/>
            <pc:sldMk cId="3594923569" sldId="1771"/>
            <ac:picMk id="6" creationId="{25532614-3755-340D-7BA5-56C529344DCF}"/>
          </ac:picMkLst>
        </pc:picChg>
        <pc:picChg chg="del">
          <ac:chgData name="Thijs Hauspie" userId="c5aa01d0-0751-4207-a587-d7124c844d8f" providerId="ADAL" clId="{C3A52D76-391A-43F8-B16D-AC801EA5CAA9}" dt="2023-11-08T15:02:19.887" v="2212" actId="478"/>
          <ac:picMkLst>
            <pc:docMk/>
            <pc:sldMk cId="3594923569" sldId="1771"/>
            <ac:picMk id="7" creationId="{5A24C5A3-27D6-9ADD-C5B5-BF8735711B76}"/>
          </ac:picMkLst>
        </pc:picChg>
      </pc:sldChg>
      <pc:sldChg chg="modSp add mod ord">
        <pc:chgData name="Thijs Hauspie" userId="c5aa01d0-0751-4207-a587-d7124c844d8f" providerId="ADAL" clId="{C3A52D76-391A-43F8-B16D-AC801EA5CAA9}" dt="2023-11-09T09:20:16.330" v="2792"/>
        <pc:sldMkLst>
          <pc:docMk/>
          <pc:sldMk cId="1807473071" sldId="1772"/>
        </pc:sldMkLst>
        <pc:spChg chg="mod">
          <ac:chgData name="Thijs Hauspie" userId="c5aa01d0-0751-4207-a587-d7124c844d8f" providerId="ADAL" clId="{C3A52D76-391A-43F8-B16D-AC801EA5CAA9}" dt="2023-11-09T09:17:43.384" v="2782" actId="20577"/>
          <ac:spMkLst>
            <pc:docMk/>
            <pc:sldMk cId="1807473071" sldId="1772"/>
            <ac:spMk id="3" creationId="{AFA9732D-AB41-4AF6-9647-B5196F5786EE}"/>
          </ac:spMkLst>
        </pc:spChg>
        <pc:picChg chg="mod">
          <ac:chgData name="Thijs Hauspie" userId="c5aa01d0-0751-4207-a587-d7124c844d8f" providerId="ADAL" clId="{C3A52D76-391A-43F8-B16D-AC801EA5CAA9}" dt="2023-11-09T09:17:23.155" v="2767" actId="1076"/>
          <ac:picMkLst>
            <pc:docMk/>
            <pc:sldMk cId="1807473071" sldId="1772"/>
            <ac:picMk id="6" creationId="{25532614-3755-340D-7BA5-56C529344DCF}"/>
          </ac:picMkLst>
        </pc:picChg>
      </pc:sldChg>
      <pc:sldChg chg="modSp add mod">
        <pc:chgData name="Thijs Hauspie" userId="c5aa01d0-0751-4207-a587-d7124c844d8f" providerId="ADAL" clId="{C3A52D76-391A-43F8-B16D-AC801EA5CAA9}" dt="2023-11-08T15:09:12.039" v="2385"/>
        <pc:sldMkLst>
          <pc:docMk/>
          <pc:sldMk cId="2467169077" sldId="1773"/>
        </pc:sldMkLst>
        <pc:spChg chg="mod">
          <ac:chgData name="Thijs Hauspie" userId="c5aa01d0-0751-4207-a587-d7124c844d8f" providerId="ADAL" clId="{C3A52D76-391A-43F8-B16D-AC801EA5CAA9}" dt="2023-11-08T15:09:12.039" v="2385"/>
          <ac:spMkLst>
            <pc:docMk/>
            <pc:sldMk cId="2467169077" sldId="1773"/>
            <ac:spMk id="2" creationId="{2487FA35-A2A9-47D2-B705-6EA42514C1AE}"/>
          </ac:spMkLst>
        </pc:spChg>
      </pc:sldChg>
      <pc:sldChg chg="addSp delSp modSp add mod">
        <pc:chgData name="Thijs Hauspie" userId="c5aa01d0-0751-4207-a587-d7124c844d8f" providerId="ADAL" clId="{C3A52D76-391A-43F8-B16D-AC801EA5CAA9}" dt="2023-11-08T15:53:57.335" v="2502" actId="1076"/>
        <pc:sldMkLst>
          <pc:docMk/>
          <pc:sldMk cId="615129979" sldId="1774"/>
        </pc:sldMkLst>
        <pc:spChg chg="mod">
          <ac:chgData name="Thijs Hauspie" userId="c5aa01d0-0751-4207-a587-d7124c844d8f" providerId="ADAL" clId="{C3A52D76-391A-43F8-B16D-AC801EA5CAA9}" dt="2023-11-08T15:09:15.531" v="2386"/>
          <ac:spMkLst>
            <pc:docMk/>
            <pc:sldMk cId="615129979" sldId="1774"/>
            <ac:spMk id="5" creationId="{3A004925-A370-44E2-A732-52A6295CBDEB}"/>
          </ac:spMkLst>
        </pc:spChg>
        <pc:spChg chg="mod">
          <ac:chgData name="Thijs Hauspie" userId="c5aa01d0-0751-4207-a587-d7124c844d8f" providerId="ADAL" clId="{C3A52D76-391A-43F8-B16D-AC801EA5CAA9}" dt="2023-11-08T15:53:00.374" v="2500" actId="20577"/>
          <ac:spMkLst>
            <pc:docMk/>
            <pc:sldMk cId="615129979" sldId="1774"/>
            <ac:spMk id="6" creationId="{D218D92A-74AD-49F8-A8A9-AD801B689B50}"/>
          </ac:spMkLst>
        </pc:spChg>
        <pc:picChg chg="del">
          <ac:chgData name="Thijs Hauspie" userId="c5aa01d0-0751-4207-a587-d7124c844d8f" providerId="ADAL" clId="{C3A52D76-391A-43F8-B16D-AC801EA5CAA9}" dt="2023-11-08T15:51:10.002" v="2491" actId="478"/>
          <ac:picMkLst>
            <pc:docMk/>
            <pc:sldMk cId="615129979" sldId="1774"/>
            <ac:picMk id="3" creationId="{554FFC4E-7861-492D-A6F2-02AE901BC74B}"/>
          </ac:picMkLst>
        </pc:picChg>
        <pc:picChg chg="add mod">
          <ac:chgData name="Thijs Hauspie" userId="c5aa01d0-0751-4207-a587-d7124c844d8f" providerId="ADAL" clId="{C3A52D76-391A-43F8-B16D-AC801EA5CAA9}" dt="2023-11-08T15:53:57.335" v="2502" actId="1076"/>
          <ac:picMkLst>
            <pc:docMk/>
            <pc:sldMk cId="615129979" sldId="1774"/>
            <ac:picMk id="4" creationId="{6A7BD17F-F9E7-B5C5-23E2-FF457289C19F}"/>
          </ac:picMkLst>
        </pc:picChg>
        <pc:picChg chg="mod">
          <ac:chgData name="Thijs Hauspie" userId="c5aa01d0-0751-4207-a587-d7124c844d8f" providerId="ADAL" clId="{C3A52D76-391A-43F8-B16D-AC801EA5CAA9}" dt="2023-11-08T15:52:54.532" v="2496" actId="1076"/>
          <ac:picMkLst>
            <pc:docMk/>
            <pc:sldMk cId="615129979" sldId="1774"/>
            <ac:picMk id="10" creationId="{327F08CB-78C8-4E60-8C68-16CD6BFE7D7A}"/>
          </ac:picMkLst>
        </pc:picChg>
      </pc:sldChg>
      <pc:sldChg chg="modSp add mod">
        <pc:chgData name="Thijs Hauspie" userId="c5aa01d0-0751-4207-a587-d7124c844d8f" providerId="ADAL" clId="{C3A52D76-391A-43F8-B16D-AC801EA5CAA9}" dt="2023-11-08T15:09:44.952" v="2396" actId="20577"/>
        <pc:sldMkLst>
          <pc:docMk/>
          <pc:sldMk cId="1284158466" sldId="1775"/>
        </pc:sldMkLst>
        <pc:spChg chg="mod">
          <ac:chgData name="Thijs Hauspie" userId="c5aa01d0-0751-4207-a587-d7124c844d8f" providerId="ADAL" clId="{C3A52D76-391A-43F8-B16D-AC801EA5CAA9}" dt="2023-11-08T15:09:35.524" v="2387"/>
          <ac:spMkLst>
            <pc:docMk/>
            <pc:sldMk cId="1284158466" sldId="1775"/>
            <ac:spMk id="5" creationId="{3A004925-A370-44E2-A732-52A6295CBDEB}"/>
          </ac:spMkLst>
        </pc:spChg>
        <pc:spChg chg="mod">
          <ac:chgData name="Thijs Hauspie" userId="c5aa01d0-0751-4207-a587-d7124c844d8f" providerId="ADAL" clId="{C3A52D76-391A-43F8-B16D-AC801EA5CAA9}" dt="2023-11-08T15:09:44.952" v="2396" actId="20577"/>
          <ac:spMkLst>
            <pc:docMk/>
            <pc:sldMk cId="1284158466" sldId="1775"/>
            <ac:spMk id="6" creationId="{D218D92A-74AD-49F8-A8A9-AD801B689B50}"/>
          </ac:spMkLst>
        </pc:spChg>
      </pc:sldChg>
      <pc:sldChg chg="modSp add mod">
        <pc:chgData name="Thijs Hauspie" userId="c5aa01d0-0751-4207-a587-d7124c844d8f" providerId="ADAL" clId="{C3A52D76-391A-43F8-B16D-AC801EA5CAA9}" dt="2023-11-08T15:09:49.420" v="2397"/>
        <pc:sldMkLst>
          <pc:docMk/>
          <pc:sldMk cId="3194006944" sldId="1776"/>
        </pc:sldMkLst>
        <pc:spChg chg="mod">
          <ac:chgData name="Thijs Hauspie" userId="c5aa01d0-0751-4207-a587-d7124c844d8f" providerId="ADAL" clId="{C3A52D76-391A-43F8-B16D-AC801EA5CAA9}" dt="2023-11-08T15:09:49.420" v="2397"/>
          <ac:spMkLst>
            <pc:docMk/>
            <pc:sldMk cId="3194006944" sldId="1776"/>
            <ac:spMk id="2" creationId="{0674226E-B9FB-4C79-AF15-226E6C2663BB}"/>
          </ac:spMkLst>
        </pc:spChg>
      </pc:sldChg>
      <pc:sldChg chg="addSp modSp add mod">
        <pc:chgData name="Thijs Hauspie" userId="c5aa01d0-0751-4207-a587-d7124c844d8f" providerId="ADAL" clId="{C3A52D76-391A-43F8-B16D-AC801EA5CAA9}" dt="2023-11-08T15:48:57.108" v="2486" actId="1076"/>
        <pc:sldMkLst>
          <pc:docMk/>
          <pc:sldMk cId="2326481242" sldId="1777"/>
        </pc:sldMkLst>
        <pc:spChg chg="add mod">
          <ac:chgData name="Thijs Hauspie" userId="c5aa01d0-0751-4207-a587-d7124c844d8f" providerId="ADAL" clId="{C3A52D76-391A-43F8-B16D-AC801EA5CAA9}" dt="2023-11-08T15:11:57.423" v="2407" actId="14100"/>
          <ac:spMkLst>
            <pc:docMk/>
            <pc:sldMk cId="2326481242" sldId="1777"/>
            <ac:spMk id="2" creationId="{612A682D-88EF-1982-C6C0-0A6EACAE2301}"/>
          </ac:spMkLst>
        </pc:spChg>
        <pc:spChg chg="add mod">
          <ac:chgData name="Thijs Hauspie" userId="c5aa01d0-0751-4207-a587-d7124c844d8f" providerId="ADAL" clId="{C3A52D76-391A-43F8-B16D-AC801EA5CAA9}" dt="2023-11-08T15:48:07.992" v="2415" actId="208"/>
          <ac:spMkLst>
            <pc:docMk/>
            <pc:sldMk cId="2326481242" sldId="1777"/>
            <ac:spMk id="3" creationId="{A1FD3E02-B1C9-05A5-4ABB-0047CE45764C}"/>
          </ac:spMkLst>
        </pc:spChg>
        <pc:spChg chg="add mod">
          <ac:chgData name="Thijs Hauspie" userId="c5aa01d0-0751-4207-a587-d7124c844d8f" providerId="ADAL" clId="{C3A52D76-391A-43F8-B16D-AC801EA5CAA9}" dt="2023-11-08T15:48:57.108" v="2486" actId="1076"/>
          <ac:spMkLst>
            <pc:docMk/>
            <pc:sldMk cId="2326481242" sldId="1777"/>
            <ac:spMk id="4" creationId="{81715C70-3B30-864E-DE92-8C732723A2CD}"/>
          </ac:spMkLst>
        </pc:spChg>
        <pc:spChg chg="mod">
          <ac:chgData name="Thijs Hauspie" userId="c5aa01d0-0751-4207-a587-d7124c844d8f" providerId="ADAL" clId="{C3A52D76-391A-43F8-B16D-AC801EA5CAA9}" dt="2023-11-08T15:10:17.319" v="2399"/>
          <ac:spMkLst>
            <pc:docMk/>
            <pc:sldMk cId="2326481242" sldId="1777"/>
            <ac:spMk id="5" creationId="{3A004925-A370-44E2-A732-52A6295CBDEB}"/>
          </ac:spMkLst>
        </pc:spChg>
        <pc:spChg chg="mod">
          <ac:chgData name="Thijs Hauspie" userId="c5aa01d0-0751-4207-a587-d7124c844d8f" providerId="ADAL" clId="{C3A52D76-391A-43F8-B16D-AC801EA5CAA9}" dt="2023-11-08T15:11:39.838" v="2401" actId="1076"/>
          <ac:spMkLst>
            <pc:docMk/>
            <pc:sldMk cId="2326481242" sldId="1777"/>
            <ac:spMk id="9" creationId="{AD6CD837-D7C4-4F40-A1FE-8C90E1ADC60B}"/>
          </ac:spMkLst>
        </pc:spChg>
        <pc:spChg chg="mod">
          <ac:chgData name="Thijs Hauspie" userId="c5aa01d0-0751-4207-a587-d7124c844d8f" providerId="ADAL" clId="{C3A52D76-391A-43F8-B16D-AC801EA5CAA9}" dt="2023-11-08T15:48:18.064" v="2416" actId="1076"/>
          <ac:spMkLst>
            <pc:docMk/>
            <pc:sldMk cId="2326481242" sldId="1777"/>
            <ac:spMk id="13" creationId="{7045DB82-98AE-4350-99AA-36CE20BE5621}"/>
          </ac:spMkLst>
        </pc:spChg>
        <pc:picChg chg="mod">
          <ac:chgData name="Thijs Hauspie" userId="c5aa01d0-0751-4207-a587-d7124c844d8f" providerId="ADAL" clId="{C3A52D76-391A-43F8-B16D-AC801EA5CAA9}" dt="2023-11-08T15:11:48.776" v="2404" actId="1076"/>
          <ac:picMkLst>
            <pc:docMk/>
            <pc:sldMk cId="2326481242" sldId="1777"/>
            <ac:picMk id="7" creationId="{84F25842-BF35-4908-AAD7-B02DE30E91F7}"/>
          </ac:picMkLst>
        </pc:picChg>
        <pc:picChg chg="mod">
          <ac:chgData name="Thijs Hauspie" userId="c5aa01d0-0751-4207-a587-d7124c844d8f" providerId="ADAL" clId="{C3A52D76-391A-43F8-B16D-AC801EA5CAA9}" dt="2023-11-08T15:12:25.409" v="2410" actId="1076"/>
          <ac:picMkLst>
            <pc:docMk/>
            <pc:sldMk cId="2326481242" sldId="1777"/>
            <ac:picMk id="16" creationId="{CAD6E7A2-5192-4246-B96B-C49EFB38E05E}"/>
          </ac:picMkLst>
        </pc:picChg>
      </pc:sldChg>
      <pc:sldChg chg="modSp add mod">
        <pc:chgData name="Thijs Hauspie" userId="c5aa01d0-0751-4207-a587-d7124c844d8f" providerId="ADAL" clId="{C3A52D76-391A-43F8-B16D-AC801EA5CAA9}" dt="2023-11-08T15:50:06.262" v="2490" actId="20577"/>
        <pc:sldMkLst>
          <pc:docMk/>
          <pc:sldMk cId="3562619977" sldId="1778"/>
        </pc:sldMkLst>
        <pc:spChg chg="mod">
          <ac:chgData name="Thijs Hauspie" userId="c5aa01d0-0751-4207-a587-d7124c844d8f" providerId="ADAL" clId="{C3A52D76-391A-43F8-B16D-AC801EA5CAA9}" dt="2023-11-08T15:10:19.843" v="2400"/>
          <ac:spMkLst>
            <pc:docMk/>
            <pc:sldMk cId="3562619977" sldId="1778"/>
            <ac:spMk id="5" creationId="{3A004925-A370-44E2-A732-52A6295CBDEB}"/>
          </ac:spMkLst>
        </pc:spChg>
        <pc:spChg chg="mod">
          <ac:chgData name="Thijs Hauspie" userId="c5aa01d0-0751-4207-a587-d7124c844d8f" providerId="ADAL" clId="{C3A52D76-391A-43F8-B16D-AC801EA5CAA9}" dt="2023-11-08T15:50:06.262" v="2490" actId="20577"/>
          <ac:spMkLst>
            <pc:docMk/>
            <pc:sldMk cId="3562619977" sldId="1778"/>
            <ac:spMk id="6" creationId="{D218D92A-74AD-49F8-A8A9-AD801B689B50}"/>
          </ac:spMkLst>
        </pc:spChg>
      </pc:sldChg>
      <pc:sldChg chg="modSp add mod">
        <pc:chgData name="Thijs Hauspie" userId="c5aa01d0-0751-4207-a587-d7124c844d8f" providerId="ADAL" clId="{C3A52D76-391A-43F8-B16D-AC801EA5CAA9}" dt="2023-11-09T13:55:19.418" v="4086" actId="20577"/>
        <pc:sldMkLst>
          <pc:docMk/>
          <pc:sldMk cId="3905965917" sldId="1779"/>
        </pc:sldMkLst>
        <pc:spChg chg="mod">
          <ac:chgData name="Thijs Hauspie" userId="c5aa01d0-0751-4207-a587-d7124c844d8f" providerId="ADAL" clId="{C3A52D76-391A-43F8-B16D-AC801EA5CAA9}" dt="2023-11-09T13:55:19.418" v="4086" actId="20577"/>
          <ac:spMkLst>
            <pc:docMk/>
            <pc:sldMk cId="3905965917" sldId="1779"/>
            <ac:spMk id="2" creationId="{1D528B7A-3168-440C-A60C-A036931164EC}"/>
          </ac:spMkLst>
        </pc:spChg>
      </pc:sldChg>
      <pc:sldChg chg="addSp delSp modSp add del mod modClrScheme chgLayout">
        <pc:chgData name="Thijs Hauspie" userId="c5aa01d0-0751-4207-a587-d7124c844d8f" providerId="ADAL" clId="{C3A52D76-391A-43F8-B16D-AC801EA5CAA9}" dt="2023-11-09T09:21:34.829" v="2798" actId="47"/>
        <pc:sldMkLst>
          <pc:docMk/>
          <pc:sldMk cId="685646725" sldId="1780"/>
        </pc:sldMkLst>
        <pc:spChg chg="add del mod ord">
          <ac:chgData name="Thijs Hauspie" userId="c5aa01d0-0751-4207-a587-d7124c844d8f" providerId="ADAL" clId="{C3A52D76-391A-43F8-B16D-AC801EA5CAA9}" dt="2023-11-08T16:01:22.945" v="2529" actId="700"/>
          <ac:spMkLst>
            <pc:docMk/>
            <pc:sldMk cId="685646725" sldId="1780"/>
            <ac:spMk id="2" creationId="{472D3FF5-47D6-0816-4BF1-19F796AFBE67}"/>
          </ac:spMkLst>
        </pc:spChg>
        <pc:spChg chg="add del mod ord">
          <ac:chgData name="Thijs Hauspie" userId="c5aa01d0-0751-4207-a587-d7124c844d8f" providerId="ADAL" clId="{C3A52D76-391A-43F8-B16D-AC801EA5CAA9}" dt="2023-11-08T16:01:31.051" v="2531" actId="700"/>
          <ac:spMkLst>
            <pc:docMk/>
            <pc:sldMk cId="685646725" sldId="1780"/>
            <ac:spMk id="3" creationId="{DA74E902-664A-AD7F-E17D-49A3CD9F6683}"/>
          </ac:spMkLst>
        </pc:spChg>
        <pc:spChg chg="add del mod ord">
          <ac:chgData name="Thijs Hauspie" userId="c5aa01d0-0751-4207-a587-d7124c844d8f" providerId="ADAL" clId="{C3A52D76-391A-43F8-B16D-AC801EA5CAA9}" dt="2023-11-08T16:02:44.564" v="2548" actId="21"/>
          <ac:spMkLst>
            <pc:docMk/>
            <pc:sldMk cId="685646725" sldId="1780"/>
            <ac:spMk id="4" creationId="{4B964762-09BF-4771-95D5-61DE9B768E24}"/>
          </ac:spMkLst>
        </pc:spChg>
        <pc:spChg chg="add del">
          <ac:chgData name="Thijs Hauspie" userId="c5aa01d0-0751-4207-a587-d7124c844d8f" providerId="ADAL" clId="{C3A52D76-391A-43F8-B16D-AC801EA5CAA9}" dt="2023-11-08T16:02:44.564" v="2548" actId="21"/>
          <ac:spMkLst>
            <pc:docMk/>
            <pc:sldMk cId="685646725" sldId="1780"/>
            <ac:spMk id="6" creationId="{5081C82A-D336-47CA-AEFF-D561E49493D1}"/>
          </ac:spMkLst>
        </pc:spChg>
        <pc:spChg chg="add del">
          <ac:chgData name="Thijs Hauspie" userId="c5aa01d0-0751-4207-a587-d7124c844d8f" providerId="ADAL" clId="{C3A52D76-391A-43F8-B16D-AC801EA5CAA9}" dt="2023-11-08T16:02:44.564" v="2548" actId="21"/>
          <ac:spMkLst>
            <pc:docMk/>
            <pc:sldMk cId="685646725" sldId="1780"/>
            <ac:spMk id="7" creationId="{5265D672-A626-415A-8295-202B4868868B}"/>
          </ac:spMkLst>
        </pc:spChg>
        <pc:spChg chg="add del">
          <ac:chgData name="Thijs Hauspie" userId="c5aa01d0-0751-4207-a587-d7124c844d8f" providerId="ADAL" clId="{C3A52D76-391A-43F8-B16D-AC801EA5CAA9}" dt="2023-11-08T16:02:44.564" v="2548" actId="21"/>
          <ac:spMkLst>
            <pc:docMk/>
            <pc:sldMk cId="685646725" sldId="1780"/>
            <ac:spMk id="8" creationId="{8F4600DD-4393-466B-BEEB-882B3DA6D4B5}"/>
          </ac:spMkLst>
        </pc:spChg>
        <pc:spChg chg="add del">
          <ac:chgData name="Thijs Hauspie" userId="c5aa01d0-0751-4207-a587-d7124c844d8f" providerId="ADAL" clId="{C3A52D76-391A-43F8-B16D-AC801EA5CAA9}" dt="2023-11-08T16:02:44.564" v="2548" actId="21"/>
          <ac:spMkLst>
            <pc:docMk/>
            <pc:sldMk cId="685646725" sldId="1780"/>
            <ac:spMk id="9" creationId="{5F1F5C02-EFE6-49F0-A75F-AE1104AC7DEC}"/>
          </ac:spMkLst>
        </pc:spChg>
        <pc:spChg chg="add del">
          <ac:chgData name="Thijs Hauspie" userId="c5aa01d0-0751-4207-a587-d7124c844d8f" providerId="ADAL" clId="{C3A52D76-391A-43F8-B16D-AC801EA5CAA9}" dt="2023-11-08T16:02:44.564" v="2548" actId="21"/>
          <ac:spMkLst>
            <pc:docMk/>
            <pc:sldMk cId="685646725" sldId="1780"/>
            <ac:spMk id="10" creationId="{0CB43338-9162-4955-AC30-7E12E11A5188}"/>
          </ac:spMkLst>
        </pc:spChg>
        <pc:spChg chg="add del">
          <ac:chgData name="Thijs Hauspie" userId="c5aa01d0-0751-4207-a587-d7124c844d8f" providerId="ADAL" clId="{C3A52D76-391A-43F8-B16D-AC801EA5CAA9}" dt="2023-11-08T16:02:44.564" v="2548" actId="21"/>
          <ac:spMkLst>
            <pc:docMk/>
            <pc:sldMk cId="685646725" sldId="1780"/>
            <ac:spMk id="11" creationId="{21C2167C-EB1A-40E1-A7AB-BDA76FE6C4E3}"/>
          </ac:spMkLst>
        </pc:spChg>
        <pc:spChg chg="add del">
          <ac:chgData name="Thijs Hauspie" userId="c5aa01d0-0751-4207-a587-d7124c844d8f" providerId="ADAL" clId="{C3A52D76-391A-43F8-B16D-AC801EA5CAA9}" dt="2023-11-08T16:02:44.564" v="2548" actId="21"/>
          <ac:spMkLst>
            <pc:docMk/>
            <pc:sldMk cId="685646725" sldId="1780"/>
            <ac:spMk id="12" creationId="{9FE4E87F-DA61-4418-8711-7A2A8629B501}"/>
          </ac:spMkLst>
        </pc:spChg>
        <pc:spChg chg="add del">
          <ac:chgData name="Thijs Hauspie" userId="c5aa01d0-0751-4207-a587-d7124c844d8f" providerId="ADAL" clId="{C3A52D76-391A-43F8-B16D-AC801EA5CAA9}" dt="2023-11-08T16:02:44.564" v="2548" actId="21"/>
          <ac:spMkLst>
            <pc:docMk/>
            <pc:sldMk cId="685646725" sldId="1780"/>
            <ac:spMk id="14" creationId="{E7869E0C-9730-4D00-8A96-446A9BDE609B}"/>
          </ac:spMkLst>
        </pc:spChg>
        <pc:spChg chg="add del">
          <ac:chgData name="Thijs Hauspie" userId="c5aa01d0-0751-4207-a587-d7124c844d8f" providerId="ADAL" clId="{C3A52D76-391A-43F8-B16D-AC801EA5CAA9}" dt="2023-11-08T16:02:44.564" v="2548" actId="21"/>
          <ac:spMkLst>
            <pc:docMk/>
            <pc:sldMk cId="685646725" sldId="1780"/>
            <ac:spMk id="15" creationId="{C7DCBE10-8C56-4C40-978C-5BDC51E24E38}"/>
          </ac:spMkLst>
        </pc:spChg>
        <pc:spChg chg="add del">
          <ac:chgData name="Thijs Hauspie" userId="c5aa01d0-0751-4207-a587-d7124c844d8f" providerId="ADAL" clId="{C3A52D76-391A-43F8-B16D-AC801EA5CAA9}" dt="2023-11-08T16:02:44.564" v="2548" actId="21"/>
          <ac:spMkLst>
            <pc:docMk/>
            <pc:sldMk cId="685646725" sldId="1780"/>
            <ac:spMk id="16" creationId="{5F750A0F-ABD9-4088-803D-8CBD899DC78A}"/>
          </ac:spMkLst>
        </pc:spChg>
        <pc:spChg chg="add del">
          <ac:chgData name="Thijs Hauspie" userId="c5aa01d0-0751-4207-a587-d7124c844d8f" providerId="ADAL" clId="{C3A52D76-391A-43F8-B16D-AC801EA5CAA9}" dt="2023-11-08T16:02:44.564" v="2548" actId="21"/>
          <ac:spMkLst>
            <pc:docMk/>
            <pc:sldMk cId="685646725" sldId="1780"/>
            <ac:spMk id="17" creationId="{6CA60F3F-5936-4C21-A14E-DA2A5BFE407A}"/>
          </ac:spMkLst>
        </pc:spChg>
        <pc:spChg chg="add del">
          <ac:chgData name="Thijs Hauspie" userId="c5aa01d0-0751-4207-a587-d7124c844d8f" providerId="ADAL" clId="{C3A52D76-391A-43F8-B16D-AC801EA5CAA9}" dt="2023-11-08T16:02:44.564" v="2548" actId="21"/>
          <ac:spMkLst>
            <pc:docMk/>
            <pc:sldMk cId="685646725" sldId="1780"/>
            <ac:spMk id="18" creationId="{FBEC190E-C820-4FFB-9E78-A5F4E73A160A}"/>
          </ac:spMkLst>
        </pc:spChg>
        <pc:spChg chg="add del">
          <ac:chgData name="Thijs Hauspie" userId="c5aa01d0-0751-4207-a587-d7124c844d8f" providerId="ADAL" clId="{C3A52D76-391A-43F8-B16D-AC801EA5CAA9}" dt="2023-11-08T16:02:44.564" v="2548" actId="21"/>
          <ac:spMkLst>
            <pc:docMk/>
            <pc:sldMk cId="685646725" sldId="1780"/>
            <ac:spMk id="19" creationId="{B2BD1D95-F21A-46CF-A9AE-4A875C58E751}"/>
          </ac:spMkLst>
        </pc:spChg>
        <pc:spChg chg="add del">
          <ac:chgData name="Thijs Hauspie" userId="c5aa01d0-0751-4207-a587-d7124c844d8f" providerId="ADAL" clId="{C3A52D76-391A-43F8-B16D-AC801EA5CAA9}" dt="2023-11-08T16:02:44.564" v="2548" actId="21"/>
          <ac:spMkLst>
            <pc:docMk/>
            <pc:sldMk cId="685646725" sldId="1780"/>
            <ac:spMk id="20" creationId="{E66F50B3-4367-436E-9098-123479F8703E}"/>
          </ac:spMkLst>
        </pc:spChg>
        <pc:spChg chg="add del">
          <ac:chgData name="Thijs Hauspie" userId="c5aa01d0-0751-4207-a587-d7124c844d8f" providerId="ADAL" clId="{C3A52D76-391A-43F8-B16D-AC801EA5CAA9}" dt="2023-11-08T16:02:44.564" v="2548" actId="21"/>
          <ac:spMkLst>
            <pc:docMk/>
            <pc:sldMk cId="685646725" sldId="1780"/>
            <ac:spMk id="21" creationId="{9BFA3EFB-3D41-49A0-A600-D64D792FC957}"/>
          </ac:spMkLst>
        </pc:spChg>
        <pc:spChg chg="add del">
          <ac:chgData name="Thijs Hauspie" userId="c5aa01d0-0751-4207-a587-d7124c844d8f" providerId="ADAL" clId="{C3A52D76-391A-43F8-B16D-AC801EA5CAA9}" dt="2023-11-08T16:02:44.564" v="2548" actId="21"/>
          <ac:spMkLst>
            <pc:docMk/>
            <pc:sldMk cId="685646725" sldId="1780"/>
            <ac:spMk id="22" creationId="{CC6625A1-59D8-4F00-8D49-9ACAE95D6E79}"/>
          </ac:spMkLst>
        </pc:spChg>
        <pc:spChg chg="add del">
          <ac:chgData name="Thijs Hauspie" userId="c5aa01d0-0751-4207-a587-d7124c844d8f" providerId="ADAL" clId="{C3A52D76-391A-43F8-B16D-AC801EA5CAA9}" dt="2023-11-08T16:02:44.564" v="2548" actId="21"/>
          <ac:spMkLst>
            <pc:docMk/>
            <pc:sldMk cId="685646725" sldId="1780"/>
            <ac:spMk id="23" creationId="{3CEBAE4C-E952-4701-A588-0E506E9495CA}"/>
          </ac:spMkLst>
        </pc:spChg>
        <pc:spChg chg="add del">
          <ac:chgData name="Thijs Hauspie" userId="c5aa01d0-0751-4207-a587-d7124c844d8f" providerId="ADAL" clId="{C3A52D76-391A-43F8-B16D-AC801EA5CAA9}" dt="2023-11-08T16:02:44.564" v="2548" actId="21"/>
          <ac:spMkLst>
            <pc:docMk/>
            <pc:sldMk cId="685646725" sldId="1780"/>
            <ac:spMk id="24" creationId="{93BFC2C9-0AC0-4CB1-8AC9-84CC4C9E8B05}"/>
          </ac:spMkLst>
        </pc:spChg>
        <pc:spChg chg="add del">
          <ac:chgData name="Thijs Hauspie" userId="c5aa01d0-0751-4207-a587-d7124c844d8f" providerId="ADAL" clId="{C3A52D76-391A-43F8-B16D-AC801EA5CAA9}" dt="2023-11-08T16:02:44.564" v="2548" actId="21"/>
          <ac:spMkLst>
            <pc:docMk/>
            <pc:sldMk cId="685646725" sldId="1780"/>
            <ac:spMk id="25" creationId="{9146049E-5A0F-4129-980C-EAD1E577B984}"/>
          </ac:spMkLst>
        </pc:spChg>
        <pc:spChg chg="add del">
          <ac:chgData name="Thijs Hauspie" userId="c5aa01d0-0751-4207-a587-d7124c844d8f" providerId="ADAL" clId="{C3A52D76-391A-43F8-B16D-AC801EA5CAA9}" dt="2023-11-08T16:02:44.564" v="2548" actId="21"/>
          <ac:spMkLst>
            <pc:docMk/>
            <pc:sldMk cId="685646725" sldId="1780"/>
            <ac:spMk id="44" creationId="{B38A2F61-0C6E-438B-A660-1DF73E421A5E}"/>
          </ac:spMkLst>
        </pc:spChg>
        <pc:spChg chg="add del">
          <ac:chgData name="Thijs Hauspie" userId="c5aa01d0-0751-4207-a587-d7124c844d8f" providerId="ADAL" clId="{C3A52D76-391A-43F8-B16D-AC801EA5CAA9}" dt="2023-11-08T16:02:44.564" v="2548" actId="21"/>
          <ac:spMkLst>
            <pc:docMk/>
            <pc:sldMk cId="685646725" sldId="1780"/>
            <ac:spMk id="45" creationId="{38465FAD-3157-4A4E-BC35-645C9EFF3FDA}"/>
          </ac:spMkLst>
        </pc:spChg>
        <pc:spChg chg="add del">
          <ac:chgData name="Thijs Hauspie" userId="c5aa01d0-0751-4207-a587-d7124c844d8f" providerId="ADAL" clId="{C3A52D76-391A-43F8-B16D-AC801EA5CAA9}" dt="2023-11-08T16:02:44.564" v="2548" actId="21"/>
          <ac:spMkLst>
            <pc:docMk/>
            <pc:sldMk cId="685646725" sldId="1780"/>
            <ac:spMk id="50" creationId="{B644422B-4DE1-4B41-83C5-420D4616A5F3}"/>
          </ac:spMkLst>
        </pc:spChg>
        <pc:spChg chg="add del">
          <ac:chgData name="Thijs Hauspie" userId="c5aa01d0-0751-4207-a587-d7124c844d8f" providerId="ADAL" clId="{C3A52D76-391A-43F8-B16D-AC801EA5CAA9}" dt="2023-11-08T16:02:44.564" v="2548" actId="21"/>
          <ac:spMkLst>
            <pc:docMk/>
            <pc:sldMk cId="685646725" sldId="1780"/>
            <ac:spMk id="51" creationId="{901CED4F-99BB-48F7-B1B8-061CD3A87A9E}"/>
          </ac:spMkLst>
        </pc:spChg>
        <pc:spChg chg="add del">
          <ac:chgData name="Thijs Hauspie" userId="c5aa01d0-0751-4207-a587-d7124c844d8f" providerId="ADAL" clId="{C3A52D76-391A-43F8-B16D-AC801EA5CAA9}" dt="2023-11-08T16:02:44.564" v="2548" actId="21"/>
          <ac:spMkLst>
            <pc:docMk/>
            <pc:sldMk cId="685646725" sldId="1780"/>
            <ac:spMk id="52" creationId="{56304230-45D0-421F-9D4B-125749E06719}"/>
          </ac:spMkLst>
        </pc:spChg>
        <pc:spChg chg="add del">
          <ac:chgData name="Thijs Hauspie" userId="c5aa01d0-0751-4207-a587-d7124c844d8f" providerId="ADAL" clId="{C3A52D76-391A-43F8-B16D-AC801EA5CAA9}" dt="2023-11-08T16:02:44.564" v="2548" actId="21"/>
          <ac:spMkLst>
            <pc:docMk/>
            <pc:sldMk cId="685646725" sldId="1780"/>
            <ac:spMk id="53" creationId="{D9E503AC-43D0-43DB-81DE-2DEC6400219D}"/>
          </ac:spMkLst>
        </pc:spChg>
        <pc:spChg chg="add del">
          <ac:chgData name="Thijs Hauspie" userId="c5aa01d0-0751-4207-a587-d7124c844d8f" providerId="ADAL" clId="{C3A52D76-391A-43F8-B16D-AC801EA5CAA9}" dt="2023-11-08T16:02:44.564" v="2548" actId="21"/>
          <ac:spMkLst>
            <pc:docMk/>
            <pc:sldMk cId="685646725" sldId="1780"/>
            <ac:spMk id="54" creationId="{E6E67EF0-09FA-4683-874C-9A78D0025965}"/>
          </ac:spMkLst>
        </pc:spChg>
        <pc:spChg chg="add del">
          <ac:chgData name="Thijs Hauspie" userId="c5aa01d0-0751-4207-a587-d7124c844d8f" providerId="ADAL" clId="{C3A52D76-391A-43F8-B16D-AC801EA5CAA9}" dt="2023-11-08T16:02:44.564" v="2548" actId="21"/>
          <ac:spMkLst>
            <pc:docMk/>
            <pc:sldMk cId="685646725" sldId="1780"/>
            <ac:spMk id="55" creationId="{4B758496-3250-4ED5-9199-621003513B5E}"/>
          </ac:spMkLst>
        </pc:spChg>
        <pc:spChg chg="add del">
          <ac:chgData name="Thijs Hauspie" userId="c5aa01d0-0751-4207-a587-d7124c844d8f" providerId="ADAL" clId="{C3A52D76-391A-43F8-B16D-AC801EA5CAA9}" dt="2023-11-08T16:02:44.564" v="2548" actId="21"/>
          <ac:spMkLst>
            <pc:docMk/>
            <pc:sldMk cId="685646725" sldId="1780"/>
            <ac:spMk id="56" creationId="{AD0DAF08-6CB0-4C8A-97D6-820FB378F2E4}"/>
          </ac:spMkLst>
        </pc:spChg>
        <pc:spChg chg="add del">
          <ac:chgData name="Thijs Hauspie" userId="c5aa01d0-0751-4207-a587-d7124c844d8f" providerId="ADAL" clId="{C3A52D76-391A-43F8-B16D-AC801EA5CAA9}" dt="2023-11-08T16:02:44.564" v="2548" actId="21"/>
          <ac:spMkLst>
            <pc:docMk/>
            <pc:sldMk cId="685646725" sldId="1780"/>
            <ac:spMk id="57" creationId="{065975F4-B9A8-4F22-8575-2878AAD11B96}"/>
          </ac:spMkLst>
        </pc:spChg>
        <pc:spChg chg="add del">
          <ac:chgData name="Thijs Hauspie" userId="c5aa01d0-0751-4207-a587-d7124c844d8f" providerId="ADAL" clId="{C3A52D76-391A-43F8-B16D-AC801EA5CAA9}" dt="2023-11-08T16:02:44.564" v="2548" actId="21"/>
          <ac:spMkLst>
            <pc:docMk/>
            <pc:sldMk cId="685646725" sldId="1780"/>
            <ac:spMk id="58" creationId="{308AF8A7-B7E9-4105-AA81-0F6A34F30C78}"/>
          </ac:spMkLst>
        </pc:spChg>
        <pc:spChg chg="add del">
          <ac:chgData name="Thijs Hauspie" userId="c5aa01d0-0751-4207-a587-d7124c844d8f" providerId="ADAL" clId="{C3A52D76-391A-43F8-B16D-AC801EA5CAA9}" dt="2023-11-08T16:02:44.564" v="2548" actId="21"/>
          <ac:spMkLst>
            <pc:docMk/>
            <pc:sldMk cId="685646725" sldId="1780"/>
            <ac:spMk id="59" creationId="{6A53D3EF-F6D7-40F1-B395-AE09718ED3DA}"/>
          </ac:spMkLst>
        </pc:spChg>
        <pc:spChg chg="add del">
          <ac:chgData name="Thijs Hauspie" userId="c5aa01d0-0751-4207-a587-d7124c844d8f" providerId="ADAL" clId="{C3A52D76-391A-43F8-B16D-AC801EA5CAA9}" dt="2023-11-08T16:02:44.564" v="2548" actId="21"/>
          <ac:spMkLst>
            <pc:docMk/>
            <pc:sldMk cId="685646725" sldId="1780"/>
            <ac:spMk id="60" creationId="{A5DEC92C-B0F5-4D8D-AA66-814F25F1631E}"/>
          </ac:spMkLst>
        </pc:spChg>
        <pc:spChg chg="add del">
          <ac:chgData name="Thijs Hauspie" userId="c5aa01d0-0751-4207-a587-d7124c844d8f" providerId="ADAL" clId="{C3A52D76-391A-43F8-B16D-AC801EA5CAA9}" dt="2023-11-08T16:02:44.564" v="2548" actId="21"/>
          <ac:spMkLst>
            <pc:docMk/>
            <pc:sldMk cId="685646725" sldId="1780"/>
            <ac:spMk id="61" creationId="{71888385-8094-4CE8-8F15-3ED83454D2E5}"/>
          </ac:spMkLst>
        </pc:spChg>
        <pc:spChg chg="add del">
          <ac:chgData name="Thijs Hauspie" userId="c5aa01d0-0751-4207-a587-d7124c844d8f" providerId="ADAL" clId="{C3A52D76-391A-43F8-B16D-AC801EA5CAA9}" dt="2023-11-08T16:02:44.564" v="2548" actId="21"/>
          <ac:spMkLst>
            <pc:docMk/>
            <pc:sldMk cId="685646725" sldId="1780"/>
            <ac:spMk id="62" creationId="{985B99EB-9C58-4B0B-A6FB-4E3192809F01}"/>
          </ac:spMkLst>
        </pc:spChg>
        <pc:spChg chg="add del">
          <ac:chgData name="Thijs Hauspie" userId="c5aa01d0-0751-4207-a587-d7124c844d8f" providerId="ADAL" clId="{C3A52D76-391A-43F8-B16D-AC801EA5CAA9}" dt="2023-11-08T16:02:44.564" v="2548" actId="21"/>
          <ac:spMkLst>
            <pc:docMk/>
            <pc:sldMk cId="685646725" sldId="1780"/>
            <ac:spMk id="63" creationId="{AECB4626-384A-48FE-BE16-CD494A0DBF98}"/>
          </ac:spMkLst>
        </pc:spChg>
        <pc:spChg chg="add del">
          <ac:chgData name="Thijs Hauspie" userId="c5aa01d0-0751-4207-a587-d7124c844d8f" providerId="ADAL" clId="{C3A52D76-391A-43F8-B16D-AC801EA5CAA9}" dt="2023-11-08T16:02:44.564" v="2548" actId="21"/>
          <ac:spMkLst>
            <pc:docMk/>
            <pc:sldMk cId="685646725" sldId="1780"/>
            <ac:spMk id="64" creationId="{B32DF11A-4006-4748-A297-404DE1F9CDA1}"/>
          </ac:spMkLst>
        </pc:spChg>
        <pc:spChg chg="add del">
          <ac:chgData name="Thijs Hauspie" userId="c5aa01d0-0751-4207-a587-d7124c844d8f" providerId="ADAL" clId="{C3A52D76-391A-43F8-B16D-AC801EA5CAA9}" dt="2023-11-08T16:02:44.564" v="2548" actId="21"/>
          <ac:spMkLst>
            <pc:docMk/>
            <pc:sldMk cId="685646725" sldId="1780"/>
            <ac:spMk id="65" creationId="{D459D32C-AD1F-45CD-A89F-3695050BCFA1}"/>
          </ac:spMkLst>
        </pc:spChg>
        <pc:spChg chg="add del">
          <ac:chgData name="Thijs Hauspie" userId="c5aa01d0-0751-4207-a587-d7124c844d8f" providerId="ADAL" clId="{C3A52D76-391A-43F8-B16D-AC801EA5CAA9}" dt="2023-11-08T16:02:44.564" v="2548" actId="21"/>
          <ac:spMkLst>
            <pc:docMk/>
            <pc:sldMk cId="685646725" sldId="1780"/>
            <ac:spMk id="66" creationId="{22A2FA60-BAA2-4C9E-9976-6276A1F5AF29}"/>
          </ac:spMkLst>
        </pc:spChg>
        <pc:spChg chg="add del">
          <ac:chgData name="Thijs Hauspie" userId="c5aa01d0-0751-4207-a587-d7124c844d8f" providerId="ADAL" clId="{C3A52D76-391A-43F8-B16D-AC801EA5CAA9}" dt="2023-11-08T16:02:44.564" v="2548" actId="21"/>
          <ac:spMkLst>
            <pc:docMk/>
            <pc:sldMk cId="685646725" sldId="1780"/>
            <ac:spMk id="90" creationId="{8F08DB32-3106-4977-857B-5BD70495575B}"/>
          </ac:spMkLst>
        </pc:spChg>
        <pc:spChg chg="add del">
          <ac:chgData name="Thijs Hauspie" userId="c5aa01d0-0751-4207-a587-d7124c844d8f" providerId="ADAL" clId="{C3A52D76-391A-43F8-B16D-AC801EA5CAA9}" dt="2023-11-08T16:02:44.564" v="2548" actId="21"/>
          <ac:spMkLst>
            <pc:docMk/>
            <pc:sldMk cId="685646725" sldId="1780"/>
            <ac:spMk id="92" creationId="{838DDEF0-43B8-4A92-A651-844BAF4F6F44}"/>
          </ac:spMkLst>
        </pc:spChg>
        <pc:spChg chg="add del">
          <ac:chgData name="Thijs Hauspie" userId="c5aa01d0-0751-4207-a587-d7124c844d8f" providerId="ADAL" clId="{C3A52D76-391A-43F8-B16D-AC801EA5CAA9}" dt="2023-11-08T16:02:44.564" v="2548" actId="21"/>
          <ac:spMkLst>
            <pc:docMk/>
            <pc:sldMk cId="685646725" sldId="1780"/>
            <ac:spMk id="95" creationId="{9D1263EB-098B-4F10-98A9-2D8F062F9BC0}"/>
          </ac:spMkLst>
        </pc:spChg>
        <pc:spChg chg="add del">
          <ac:chgData name="Thijs Hauspie" userId="c5aa01d0-0751-4207-a587-d7124c844d8f" providerId="ADAL" clId="{C3A52D76-391A-43F8-B16D-AC801EA5CAA9}" dt="2023-11-08T16:02:44.564" v="2548" actId="21"/>
          <ac:spMkLst>
            <pc:docMk/>
            <pc:sldMk cId="685646725" sldId="1780"/>
            <ac:spMk id="96" creationId="{D02737FE-3FD5-464C-BB3F-55B5B4DB6A72}"/>
          </ac:spMkLst>
        </pc:spChg>
        <pc:spChg chg="add del">
          <ac:chgData name="Thijs Hauspie" userId="c5aa01d0-0751-4207-a587-d7124c844d8f" providerId="ADAL" clId="{C3A52D76-391A-43F8-B16D-AC801EA5CAA9}" dt="2023-11-08T16:02:44.564" v="2548" actId="21"/>
          <ac:spMkLst>
            <pc:docMk/>
            <pc:sldMk cId="685646725" sldId="1780"/>
            <ac:spMk id="97" creationId="{381A3B0D-05E4-4495-90AB-1889489EB642}"/>
          </ac:spMkLst>
        </pc:spChg>
        <pc:spChg chg="add del">
          <ac:chgData name="Thijs Hauspie" userId="c5aa01d0-0751-4207-a587-d7124c844d8f" providerId="ADAL" clId="{C3A52D76-391A-43F8-B16D-AC801EA5CAA9}" dt="2023-11-08T16:02:44.564" v="2548" actId="21"/>
          <ac:spMkLst>
            <pc:docMk/>
            <pc:sldMk cId="685646725" sldId="1780"/>
            <ac:spMk id="98" creationId="{32A75EBA-D1CB-451D-85AE-E6E9C62FF447}"/>
          </ac:spMkLst>
        </pc:spChg>
        <pc:spChg chg="add del">
          <ac:chgData name="Thijs Hauspie" userId="c5aa01d0-0751-4207-a587-d7124c844d8f" providerId="ADAL" clId="{C3A52D76-391A-43F8-B16D-AC801EA5CAA9}" dt="2023-11-08T16:02:44.564" v="2548" actId="21"/>
          <ac:spMkLst>
            <pc:docMk/>
            <pc:sldMk cId="685646725" sldId="1780"/>
            <ac:spMk id="99" creationId="{6C5A23B2-C377-4688-A096-FFAB11DD4FAA}"/>
          </ac:spMkLst>
        </pc:spChg>
        <pc:spChg chg="add del">
          <ac:chgData name="Thijs Hauspie" userId="c5aa01d0-0751-4207-a587-d7124c844d8f" providerId="ADAL" clId="{C3A52D76-391A-43F8-B16D-AC801EA5CAA9}" dt="2023-11-08T16:02:44.564" v="2548" actId="21"/>
          <ac:spMkLst>
            <pc:docMk/>
            <pc:sldMk cId="685646725" sldId="1780"/>
            <ac:spMk id="100" creationId="{4C9A50EC-A00D-474D-A161-D9DB6AEAD1D1}"/>
          </ac:spMkLst>
        </pc:spChg>
        <pc:spChg chg="add del">
          <ac:chgData name="Thijs Hauspie" userId="c5aa01d0-0751-4207-a587-d7124c844d8f" providerId="ADAL" clId="{C3A52D76-391A-43F8-B16D-AC801EA5CAA9}" dt="2023-11-08T16:02:44.564" v="2548" actId="21"/>
          <ac:spMkLst>
            <pc:docMk/>
            <pc:sldMk cId="685646725" sldId="1780"/>
            <ac:spMk id="101" creationId="{F65C5E7C-0172-4DA5-8502-7F770DEE2B7D}"/>
          </ac:spMkLst>
        </pc:spChg>
        <pc:spChg chg="add del">
          <ac:chgData name="Thijs Hauspie" userId="c5aa01d0-0751-4207-a587-d7124c844d8f" providerId="ADAL" clId="{C3A52D76-391A-43F8-B16D-AC801EA5CAA9}" dt="2023-11-08T16:02:44.564" v="2548" actId="21"/>
          <ac:spMkLst>
            <pc:docMk/>
            <pc:sldMk cId="685646725" sldId="1780"/>
            <ac:spMk id="110" creationId="{ACE68A54-568D-4B4F-BA14-D3767B116102}"/>
          </ac:spMkLst>
        </pc:spChg>
        <pc:spChg chg="add del">
          <ac:chgData name="Thijs Hauspie" userId="c5aa01d0-0751-4207-a587-d7124c844d8f" providerId="ADAL" clId="{C3A52D76-391A-43F8-B16D-AC801EA5CAA9}" dt="2023-11-08T16:02:44.564" v="2548" actId="21"/>
          <ac:spMkLst>
            <pc:docMk/>
            <pc:sldMk cId="685646725" sldId="1780"/>
            <ac:spMk id="111" creationId="{646262F7-32A7-4363-8867-A13C455DB1D1}"/>
          </ac:spMkLst>
        </pc:spChg>
        <pc:spChg chg="add del mod">
          <ac:chgData name="Thijs Hauspie" userId="c5aa01d0-0751-4207-a587-d7124c844d8f" providerId="ADAL" clId="{C3A52D76-391A-43F8-B16D-AC801EA5CAA9}" dt="2023-11-08T16:02:47.563" v="2549" actId="700"/>
          <ac:spMkLst>
            <pc:docMk/>
            <pc:sldMk cId="685646725" sldId="1780"/>
            <ac:spMk id="117" creationId="{FCA17BBE-7249-F84B-C543-67A23CBB4BF1}"/>
          </ac:spMkLst>
        </pc:spChg>
        <pc:spChg chg="add del mod ord">
          <ac:chgData name="Thijs Hauspie" userId="c5aa01d0-0751-4207-a587-d7124c844d8f" providerId="ADAL" clId="{C3A52D76-391A-43F8-B16D-AC801EA5CAA9}" dt="2023-11-08T16:02:52.125" v="2550" actId="478"/>
          <ac:spMkLst>
            <pc:docMk/>
            <pc:sldMk cId="685646725" sldId="1780"/>
            <ac:spMk id="118" creationId="{29954059-CE6A-C8A4-4014-608AA4BFE84D}"/>
          </ac:spMkLst>
        </pc:spChg>
        <pc:spChg chg="add del mod">
          <ac:chgData name="Thijs Hauspie" userId="c5aa01d0-0751-4207-a587-d7124c844d8f" providerId="ADAL" clId="{C3A52D76-391A-43F8-B16D-AC801EA5CAA9}" dt="2023-11-08T16:02:55.488" v="2554"/>
          <ac:spMkLst>
            <pc:docMk/>
            <pc:sldMk cId="685646725" sldId="1780"/>
            <ac:spMk id="119" creationId="{3590B990-BF51-6500-7844-0FB81B6D0067}"/>
          </ac:spMkLst>
        </pc:spChg>
        <pc:spChg chg="add del mod">
          <ac:chgData name="Thijs Hauspie" userId="c5aa01d0-0751-4207-a587-d7124c844d8f" providerId="ADAL" clId="{C3A52D76-391A-43F8-B16D-AC801EA5CAA9}" dt="2023-11-08T16:02:55.488" v="2554"/>
          <ac:spMkLst>
            <pc:docMk/>
            <pc:sldMk cId="685646725" sldId="1780"/>
            <ac:spMk id="120" creationId="{1A09796C-FD7B-C31D-46C0-148F1696A4EF}"/>
          </ac:spMkLst>
        </pc:spChg>
        <pc:spChg chg="add del mod">
          <ac:chgData name="Thijs Hauspie" userId="c5aa01d0-0751-4207-a587-d7124c844d8f" providerId="ADAL" clId="{C3A52D76-391A-43F8-B16D-AC801EA5CAA9}" dt="2023-11-08T16:02:55.488" v="2554"/>
          <ac:spMkLst>
            <pc:docMk/>
            <pc:sldMk cId="685646725" sldId="1780"/>
            <ac:spMk id="121" creationId="{F9B0CC34-5FF8-343E-686A-3225ABF98EC0}"/>
          </ac:spMkLst>
        </pc:spChg>
        <pc:spChg chg="add del mod">
          <ac:chgData name="Thijs Hauspie" userId="c5aa01d0-0751-4207-a587-d7124c844d8f" providerId="ADAL" clId="{C3A52D76-391A-43F8-B16D-AC801EA5CAA9}" dt="2023-11-08T16:02:55.488" v="2554"/>
          <ac:spMkLst>
            <pc:docMk/>
            <pc:sldMk cId="685646725" sldId="1780"/>
            <ac:spMk id="122" creationId="{2F2B25CD-D587-C898-EEEA-2C57403132EF}"/>
          </ac:spMkLst>
        </pc:spChg>
        <pc:spChg chg="add del mod">
          <ac:chgData name="Thijs Hauspie" userId="c5aa01d0-0751-4207-a587-d7124c844d8f" providerId="ADAL" clId="{C3A52D76-391A-43F8-B16D-AC801EA5CAA9}" dt="2023-11-08T16:02:44.564" v="2548" actId="21"/>
          <ac:spMkLst>
            <pc:docMk/>
            <pc:sldMk cId="685646725" sldId="1780"/>
            <ac:spMk id="123" creationId="{6843F54F-30B2-40AE-9E9A-0824B077C728}"/>
          </ac:spMkLst>
        </pc:spChg>
        <pc:spChg chg="add del">
          <ac:chgData name="Thijs Hauspie" userId="c5aa01d0-0751-4207-a587-d7124c844d8f" providerId="ADAL" clId="{C3A52D76-391A-43F8-B16D-AC801EA5CAA9}" dt="2023-11-08T16:02:44.564" v="2548" actId="21"/>
          <ac:spMkLst>
            <pc:docMk/>
            <pc:sldMk cId="685646725" sldId="1780"/>
            <ac:spMk id="125" creationId="{103C826C-28D0-4687-9030-226058BFCD03}"/>
          </ac:spMkLst>
        </pc:spChg>
        <pc:spChg chg="add del mod">
          <ac:chgData name="Thijs Hauspie" userId="c5aa01d0-0751-4207-a587-d7124c844d8f" providerId="ADAL" clId="{C3A52D76-391A-43F8-B16D-AC801EA5CAA9}" dt="2023-11-08T16:02:55.488" v="2554"/>
          <ac:spMkLst>
            <pc:docMk/>
            <pc:sldMk cId="685646725" sldId="1780"/>
            <ac:spMk id="127" creationId="{A420A1C8-C47D-EF01-95E7-B13A60DE71A3}"/>
          </ac:spMkLst>
        </pc:spChg>
        <pc:spChg chg="add del mod">
          <ac:chgData name="Thijs Hauspie" userId="c5aa01d0-0751-4207-a587-d7124c844d8f" providerId="ADAL" clId="{C3A52D76-391A-43F8-B16D-AC801EA5CAA9}" dt="2023-11-08T16:02:55.488" v="2554"/>
          <ac:spMkLst>
            <pc:docMk/>
            <pc:sldMk cId="685646725" sldId="1780"/>
            <ac:spMk id="128" creationId="{B3109A17-2FA1-88BF-D31A-C389122C7813}"/>
          </ac:spMkLst>
        </pc:spChg>
        <pc:spChg chg="add del mod">
          <ac:chgData name="Thijs Hauspie" userId="c5aa01d0-0751-4207-a587-d7124c844d8f" providerId="ADAL" clId="{C3A52D76-391A-43F8-B16D-AC801EA5CAA9}" dt="2023-11-08T16:02:55.488" v="2554"/>
          <ac:spMkLst>
            <pc:docMk/>
            <pc:sldMk cId="685646725" sldId="1780"/>
            <ac:spMk id="129" creationId="{47C66C99-E184-25C9-29A2-594E338298E6}"/>
          </ac:spMkLst>
        </pc:spChg>
        <pc:spChg chg="add del mod">
          <ac:chgData name="Thijs Hauspie" userId="c5aa01d0-0751-4207-a587-d7124c844d8f" providerId="ADAL" clId="{C3A52D76-391A-43F8-B16D-AC801EA5CAA9}" dt="2023-11-08T16:02:55.488" v="2554"/>
          <ac:spMkLst>
            <pc:docMk/>
            <pc:sldMk cId="685646725" sldId="1780"/>
            <ac:spMk id="131" creationId="{54F9D169-58C4-A261-79B6-A9D0E44A4333}"/>
          </ac:spMkLst>
        </pc:spChg>
        <pc:spChg chg="add del mod">
          <ac:chgData name="Thijs Hauspie" userId="c5aa01d0-0751-4207-a587-d7124c844d8f" providerId="ADAL" clId="{C3A52D76-391A-43F8-B16D-AC801EA5CAA9}" dt="2023-11-08T16:02:55.488" v="2554"/>
          <ac:spMkLst>
            <pc:docMk/>
            <pc:sldMk cId="685646725" sldId="1780"/>
            <ac:spMk id="132" creationId="{7F05C9C0-70B2-B98F-4745-19C6AF8F5EFD}"/>
          </ac:spMkLst>
        </pc:spChg>
        <pc:spChg chg="add del">
          <ac:chgData name="Thijs Hauspie" userId="c5aa01d0-0751-4207-a587-d7124c844d8f" providerId="ADAL" clId="{C3A52D76-391A-43F8-B16D-AC801EA5CAA9}" dt="2023-11-08T16:02:44.564" v="2548" actId="21"/>
          <ac:spMkLst>
            <pc:docMk/>
            <pc:sldMk cId="685646725" sldId="1780"/>
            <ac:spMk id="133" creationId="{ABDFDD3A-FD55-4AD8-A07C-D32031676684}"/>
          </ac:spMkLst>
        </pc:spChg>
        <pc:spChg chg="add del mod">
          <ac:chgData name="Thijs Hauspie" userId="c5aa01d0-0751-4207-a587-d7124c844d8f" providerId="ADAL" clId="{C3A52D76-391A-43F8-B16D-AC801EA5CAA9}" dt="2023-11-08T16:02:55.488" v="2554"/>
          <ac:spMkLst>
            <pc:docMk/>
            <pc:sldMk cId="685646725" sldId="1780"/>
            <ac:spMk id="134" creationId="{378D3909-AC2D-6545-802A-1EDA3E353D1E}"/>
          </ac:spMkLst>
        </pc:spChg>
        <pc:spChg chg="add del mod">
          <ac:chgData name="Thijs Hauspie" userId="c5aa01d0-0751-4207-a587-d7124c844d8f" providerId="ADAL" clId="{C3A52D76-391A-43F8-B16D-AC801EA5CAA9}" dt="2023-11-08T16:02:55.488" v="2554"/>
          <ac:spMkLst>
            <pc:docMk/>
            <pc:sldMk cId="685646725" sldId="1780"/>
            <ac:spMk id="136" creationId="{C1420251-8D89-B353-7C07-AA431E13F362}"/>
          </ac:spMkLst>
        </pc:spChg>
        <pc:spChg chg="add del mod">
          <ac:chgData name="Thijs Hauspie" userId="c5aa01d0-0751-4207-a587-d7124c844d8f" providerId="ADAL" clId="{C3A52D76-391A-43F8-B16D-AC801EA5CAA9}" dt="2023-11-08T16:02:55.488" v="2554"/>
          <ac:spMkLst>
            <pc:docMk/>
            <pc:sldMk cId="685646725" sldId="1780"/>
            <ac:spMk id="137" creationId="{170D38F5-9D5A-7117-F679-73B1A03E613E}"/>
          </ac:spMkLst>
        </pc:spChg>
        <pc:spChg chg="add del mod">
          <ac:chgData name="Thijs Hauspie" userId="c5aa01d0-0751-4207-a587-d7124c844d8f" providerId="ADAL" clId="{C3A52D76-391A-43F8-B16D-AC801EA5CAA9}" dt="2023-11-08T16:02:55.488" v="2554"/>
          <ac:spMkLst>
            <pc:docMk/>
            <pc:sldMk cId="685646725" sldId="1780"/>
            <ac:spMk id="138" creationId="{3490B99D-749D-935F-AFDD-87A821E0DA65}"/>
          </ac:spMkLst>
        </pc:spChg>
        <pc:spChg chg="add del mod">
          <ac:chgData name="Thijs Hauspie" userId="c5aa01d0-0751-4207-a587-d7124c844d8f" providerId="ADAL" clId="{C3A52D76-391A-43F8-B16D-AC801EA5CAA9}" dt="2023-11-08T16:02:55.488" v="2554"/>
          <ac:spMkLst>
            <pc:docMk/>
            <pc:sldMk cId="685646725" sldId="1780"/>
            <ac:spMk id="139" creationId="{5926BEE0-A59C-AE85-EF1B-F439F5D8F014}"/>
          </ac:spMkLst>
        </pc:spChg>
        <pc:spChg chg="add del mod">
          <ac:chgData name="Thijs Hauspie" userId="c5aa01d0-0751-4207-a587-d7124c844d8f" providerId="ADAL" clId="{C3A52D76-391A-43F8-B16D-AC801EA5CAA9}" dt="2023-11-08T16:02:55.488" v="2554"/>
          <ac:spMkLst>
            <pc:docMk/>
            <pc:sldMk cId="685646725" sldId="1780"/>
            <ac:spMk id="140" creationId="{F8779DFD-ABCD-88C1-E787-E68A230F4104}"/>
          </ac:spMkLst>
        </pc:spChg>
        <pc:spChg chg="add del mod">
          <ac:chgData name="Thijs Hauspie" userId="c5aa01d0-0751-4207-a587-d7124c844d8f" providerId="ADAL" clId="{C3A52D76-391A-43F8-B16D-AC801EA5CAA9}" dt="2023-11-08T16:02:55.488" v="2554"/>
          <ac:spMkLst>
            <pc:docMk/>
            <pc:sldMk cId="685646725" sldId="1780"/>
            <ac:spMk id="141" creationId="{8810EAE5-CEC6-233D-224E-14FF6A7A5F5A}"/>
          </ac:spMkLst>
        </pc:spChg>
        <pc:spChg chg="add del mod">
          <ac:chgData name="Thijs Hauspie" userId="c5aa01d0-0751-4207-a587-d7124c844d8f" providerId="ADAL" clId="{C3A52D76-391A-43F8-B16D-AC801EA5CAA9}" dt="2023-11-08T16:02:55.488" v="2554"/>
          <ac:spMkLst>
            <pc:docMk/>
            <pc:sldMk cId="685646725" sldId="1780"/>
            <ac:spMk id="142" creationId="{FD1A8DA7-A90D-FAC9-1819-79A46C0E3E73}"/>
          </ac:spMkLst>
        </pc:spChg>
        <pc:spChg chg="add del mod">
          <ac:chgData name="Thijs Hauspie" userId="c5aa01d0-0751-4207-a587-d7124c844d8f" providerId="ADAL" clId="{C3A52D76-391A-43F8-B16D-AC801EA5CAA9}" dt="2023-11-08T16:02:55.488" v="2554"/>
          <ac:spMkLst>
            <pc:docMk/>
            <pc:sldMk cId="685646725" sldId="1780"/>
            <ac:spMk id="143" creationId="{DF1D28B8-880D-3EB7-7F95-3A284330AAA8}"/>
          </ac:spMkLst>
        </pc:spChg>
        <pc:spChg chg="add del">
          <ac:chgData name="Thijs Hauspie" userId="c5aa01d0-0751-4207-a587-d7124c844d8f" providerId="ADAL" clId="{C3A52D76-391A-43F8-B16D-AC801EA5CAA9}" dt="2023-11-08T16:02:44.564" v="2548" actId="21"/>
          <ac:spMkLst>
            <pc:docMk/>
            <pc:sldMk cId="685646725" sldId="1780"/>
            <ac:spMk id="144" creationId="{D9AEFC00-DD16-44CB-810A-689CF89D2CBA}"/>
          </ac:spMkLst>
        </pc:spChg>
        <pc:spChg chg="add del mod">
          <ac:chgData name="Thijs Hauspie" userId="c5aa01d0-0751-4207-a587-d7124c844d8f" providerId="ADAL" clId="{C3A52D76-391A-43F8-B16D-AC801EA5CAA9}" dt="2023-11-08T16:02:55.488" v="2554"/>
          <ac:spMkLst>
            <pc:docMk/>
            <pc:sldMk cId="685646725" sldId="1780"/>
            <ac:spMk id="145" creationId="{B93B14D9-5963-DAC8-8C6C-CC339AED4AF0}"/>
          </ac:spMkLst>
        </pc:spChg>
        <pc:spChg chg="add del mod">
          <ac:chgData name="Thijs Hauspie" userId="c5aa01d0-0751-4207-a587-d7124c844d8f" providerId="ADAL" clId="{C3A52D76-391A-43F8-B16D-AC801EA5CAA9}" dt="2023-11-08T16:02:55.488" v="2554"/>
          <ac:spMkLst>
            <pc:docMk/>
            <pc:sldMk cId="685646725" sldId="1780"/>
            <ac:spMk id="146" creationId="{266579EF-44F4-63EB-3A69-444E0D36C3A1}"/>
          </ac:spMkLst>
        </pc:spChg>
        <pc:spChg chg="add del mod">
          <ac:chgData name="Thijs Hauspie" userId="c5aa01d0-0751-4207-a587-d7124c844d8f" providerId="ADAL" clId="{C3A52D76-391A-43F8-B16D-AC801EA5CAA9}" dt="2023-11-08T16:02:55.488" v="2554"/>
          <ac:spMkLst>
            <pc:docMk/>
            <pc:sldMk cId="685646725" sldId="1780"/>
            <ac:spMk id="147" creationId="{C1611237-9591-0566-EF16-6FCB9B610807}"/>
          </ac:spMkLst>
        </pc:spChg>
        <pc:spChg chg="add del mod">
          <ac:chgData name="Thijs Hauspie" userId="c5aa01d0-0751-4207-a587-d7124c844d8f" providerId="ADAL" clId="{C3A52D76-391A-43F8-B16D-AC801EA5CAA9}" dt="2023-11-08T16:02:55.488" v="2554"/>
          <ac:spMkLst>
            <pc:docMk/>
            <pc:sldMk cId="685646725" sldId="1780"/>
            <ac:spMk id="148" creationId="{D251EC7C-BBA2-98E7-C58E-10C44770E591}"/>
          </ac:spMkLst>
        </pc:spChg>
        <pc:spChg chg="add del mod">
          <ac:chgData name="Thijs Hauspie" userId="c5aa01d0-0751-4207-a587-d7124c844d8f" providerId="ADAL" clId="{C3A52D76-391A-43F8-B16D-AC801EA5CAA9}" dt="2023-11-08T16:02:55.488" v="2554"/>
          <ac:spMkLst>
            <pc:docMk/>
            <pc:sldMk cId="685646725" sldId="1780"/>
            <ac:spMk id="170" creationId="{10D41A6C-C75A-ABA3-CC7F-95F556D7A5FB}"/>
          </ac:spMkLst>
        </pc:spChg>
        <pc:spChg chg="add del mod">
          <ac:chgData name="Thijs Hauspie" userId="c5aa01d0-0751-4207-a587-d7124c844d8f" providerId="ADAL" clId="{C3A52D76-391A-43F8-B16D-AC801EA5CAA9}" dt="2023-11-08T16:02:55.488" v="2554"/>
          <ac:spMkLst>
            <pc:docMk/>
            <pc:sldMk cId="685646725" sldId="1780"/>
            <ac:spMk id="171" creationId="{BB8C0A99-BCDF-1725-57D5-344DF5BB8987}"/>
          </ac:spMkLst>
        </pc:spChg>
        <pc:spChg chg="add del mod">
          <ac:chgData name="Thijs Hauspie" userId="c5aa01d0-0751-4207-a587-d7124c844d8f" providerId="ADAL" clId="{C3A52D76-391A-43F8-B16D-AC801EA5CAA9}" dt="2023-11-08T16:02:55.488" v="2554"/>
          <ac:spMkLst>
            <pc:docMk/>
            <pc:sldMk cId="685646725" sldId="1780"/>
            <ac:spMk id="176" creationId="{30C53ABC-3990-C851-D4D1-03FD7B985AB2}"/>
          </ac:spMkLst>
        </pc:spChg>
        <pc:spChg chg="add del mod">
          <ac:chgData name="Thijs Hauspie" userId="c5aa01d0-0751-4207-a587-d7124c844d8f" providerId="ADAL" clId="{C3A52D76-391A-43F8-B16D-AC801EA5CAA9}" dt="2023-11-08T16:02:55.488" v="2554"/>
          <ac:spMkLst>
            <pc:docMk/>
            <pc:sldMk cId="685646725" sldId="1780"/>
            <ac:spMk id="177" creationId="{DDFAA8AF-D581-0FF6-688A-3357B8241ED0}"/>
          </ac:spMkLst>
        </pc:spChg>
        <pc:spChg chg="add del mod">
          <ac:chgData name="Thijs Hauspie" userId="c5aa01d0-0751-4207-a587-d7124c844d8f" providerId="ADAL" clId="{C3A52D76-391A-43F8-B16D-AC801EA5CAA9}" dt="2023-11-08T16:02:55.488" v="2554"/>
          <ac:spMkLst>
            <pc:docMk/>
            <pc:sldMk cId="685646725" sldId="1780"/>
            <ac:spMk id="178" creationId="{FBA1EAA5-2E8C-F79E-A78B-EFD4848A431B}"/>
          </ac:spMkLst>
        </pc:spChg>
        <pc:spChg chg="add del mod">
          <ac:chgData name="Thijs Hauspie" userId="c5aa01d0-0751-4207-a587-d7124c844d8f" providerId="ADAL" clId="{C3A52D76-391A-43F8-B16D-AC801EA5CAA9}" dt="2023-11-08T16:02:55.488" v="2554"/>
          <ac:spMkLst>
            <pc:docMk/>
            <pc:sldMk cId="685646725" sldId="1780"/>
            <ac:spMk id="179" creationId="{0E986451-E3E5-6D17-6158-2A6039BACAD8}"/>
          </ac:spMkLst>
        </pc:spChg>
        <pc:spChg chg="add del mod">
          <ac:chgData name="Thijs Hauspie" userId="c5aa01d0-0751-4207-a587-d7124c844d8f" providerId="ADAL" clId="{C3A52D76-391A-43F8-B16D-AC801EA5CAA9}" dt="2023-11-08T16:02:55.488" v="2554"/>
          <ac:spMkLst>
            <pc:docMk/>
            <pc:sldMk cId="685646725" sldId="1780"/>
            <ac:spMk id="180" creationId="{BF014272-4B79-3C58-C83B-EBD25178CDFC}"/>
          </ac:spMkLst>
        </pc:spChg>
        <pc:spChg chg="add del mod">
          <ac:chgData name="Thijs Hauspie" userId="c5aa01d0-0751-4207-a587-d7124c844d8f" providerId="ADAL" clId="{C3A52D76-391A-43F8-B16D-AC801EA5CAA9}" dt="2023-11-08T16:02:55.488" v="2554"/>
          <ac:spMkLst>
            <pc:docMk/>
            <pc:sldMk cId="685646725" sldId="1780"/>
            <ac:spMk id="181" creationId="{1EE5D311-85FF-DD3F-A709-827D948C9822}"/>
          </ac:spMkLst>
        </pc:spChg>
        <pc:spChg chg="add del mod">
          <ac:chgData name="Thijs Hauspie" userId="c5aa01d0-0751-4207-a587-d7124c844d8f" providerId="ADAL" clId="{C3A52D76-391A-43F8-B16D-AC801EA5CAA9}" dt="2023-11-08T16:02:55.488" v="2554"/>
          <ac:spMkLst>
            <pc:docMk/>
            <pc:sldMk cId="685646725" sldId="1780"/>
            <ac:spMk id="182" creationId="{7C9CEA29-9B52-96CB-0F3E-11105625213E}"/>
          </ac:spMkLst>
        </pc:spChg>
        <pc:spChg chg="add del mod">
          <ac:chgData name="Thijs Hauspie" userId="c5aa01d0-0751-4207-a587-d7124c844d8f" providerId="ADAL" clId="{C3A52D76-391A-43F8-B16D-AC801EA5CAA9}" dt="2023-11-08T16:02:55.488" v="2554"/>
          <ac:spMkLst>
            <pc:docMk/>
            <pc:sldMk cId="685646725" sldId="1780"/>
            <ac:spMk id="183" creationId="{349EC924-C057-F47F-1366-238D5B8C4571}"/>
          </ac:spMkLst>
        </pc:spChg>
        <pc:spChg chg="add del mod">
          <ac:chgData name="Thijs Hauspie" userId="c5aa01d0-0751-4207-a587-d7124c844d8f" providerId="ADAL" clId="{C3A52D76-391A-43F8-B16D-AC801EA5CAA9}" dt="2023-11-08T16:02:55.488" v="2554"/>
          <ac:spMkLst>
            <pc:docMk/>
            <pc:sldMk cId="685646725" sldId="1780"/>
            <ac:spMk id="184" creationId="{DD077A07-33F3-0F7F-D719-5A02770621C8}"/>
          </ac:spMkLst>
        </pc:spChg>
        <pc:spChg chg="add del mod">
          <ac:chgData name="Thijs Hauspie" userId="c5aa01d0-0751-4207-a587-d7124c844d8f" providerId="ADAL" clId="{C3A52D76-391A-43F8-B16D-AC801EA5CAA9}" dt="2023-11-08T16:02:55.488" v="2554"/>
          <ac:spMkLst>
            <pc:docMk/>
            <pc:sldMk cId="685646725" sldId="1780"/>
            <ac:spMk id="185" creationId="{CF701CCC-9853-4DE5-8C8C-094B8BA9B9AE}"/>
          </ac:spMkLst>
        </pc:spChg>
        <pc:spChg chg="add del mod">
          <ac:chgData name="Thijs Hauspie" userId="c5aa01d0-0751-4207-a587-d7124c844d8f" providerId="ADAL" clId="{C3A52D76-391A-43F8-B16D-AC801EA5CAA9}" dt="2023-11-08T16:02:55.488" v="2554"/>
          <ac:spMkLst>
            <pc:docMk/>
            <pc:sldMk cId="685646725" sldId="1780"/>
            <ac:spMk id="186" creationId="{94D1A590-9A82-7280-D0AC-BDB8F5651E2C}"/>
          </ac:spMkLst>
        </pc:spChg>
        <pc:spChg chg="add del mod">
          <ac:chgData name="Thijs Hauspie" userId="c5aa01d0-0751-4207-a587-d7124c844d8f" providerId="ADAL" clId="{C3A52D76-391A-43F8-B16D-AC801EA5CAA9}" dt="2023-11-08T16:02:55.488" v="2554"/>
          <ac:spMkLst>
            <pc:docMk/>
            <pc:sldMk cId="685646725" sldId="1780"/>
            <ac:spMk id="187" creationId="{931D58FC-C440-DB9B-6AC6-039048B6B0F8}"/>
          </ac:spMkLst>
        </pc:spChg>
        <pc:spChg chg="add del mod">
          <ac:chgData name="Thijs Hauspie" userId="c5aa01d0-0751-4207-a587-d7124c844d8f" providerId="ADAL" clId="{C3A52D76-391A-43F8-B16D-AC801EA5CAA9}" dt="2023-11-08T16:02:55.488" v="2554"/>
          <ac:spMkLst>
            <pc:docMk/>
            <pc:sldMk cId="685646725" sldId="1780"/>
            <ac:spMk id="188" creationId="{A0021E2D-3292-5FE1-2234-E18F35004C7A}"/>
          </ac:spMkLst>
        </pc:spChg>
        <pc:spChg chg="add del mod">
          <ac:chgData name="Thijs Hauspie" userId="c5aa01d0-0751-4207-a587-d7124c844d8f" providerId="ADAL" clId="{C3A52D76-391A-43F8-B16D-AC801EA5CAA9}" dt="2023-11-08T16:02:55.488" v="2554"/>
          <ac:spMkLst>
            <pc:docMk/>
            <pc:sldMk cId="685646725" sldId="1780"/>
            <ac:spMk id="189" creationId="{DAEAA166-A483-6AB6-352B-E93A3D8F566F}"/>
          </ac:spMkLst>
        </pc:spChg>
        <pc:spChg chg="add del mod">
          <ac:chgData name="Thijs Hauspie" userId="c5aa01d0-0751-4207-a587-d7124c844d8f" providerId="ADAL" clId="{C3A52D76-391A-43F8-B16D-AC801EA5CAA9}" dt="2023-11-08T16:02:55.488" v="2554"/>
          <ac:spMkLst>
            <pc:docMk/>
            <pc:sldMk cId="685646725" sldId="1780"/>
            <ac:spMk id="190" creationId="{1AB23FA4-AEA1-4D1C-7E59-381D41864A32}"/>
          </ac:spMkLst>
        </pc:spChg>
        <pc:spChg chg="add del mod">
          <ac:chgData name="Thijs Hauspie" userId="c5aa01d0-0751-4207-a587-d7124c844d8f" providerId="ADAL" clId="{C3A52D76-391A-43F8-B16D-AC801EA5CAA9}" dt="2023-11-08T16:02:55.488" v="2554"/>
          <ac:spMkLst>
            <pc:docMk/>
            <pc:sldMk cId="685646725" sldId="1780"/>
            <ac:spMk id="191" creationId="{1427E41D-8C34-0A82-66EB-379A6BBD53E2}"/>
          </ac:spMkLst>
        </pc:spChg>
        <pc:spChg chg="add del mod">
          <ac:chgData name="Thijs Hauspie" userId="c5aa01d0-0751-4207-a587-d7124c844d8f" providerId="ADAL" clId="{C3A52D76-391A-43F8-B16D-AC801EA5CAA9}" dt="2023-11-08T16:02:55.488" v="2554"/>
          <ac:spMkLst>
            <pc:docMk/>
            <pc:sldMk cId="685646725" sldId="1780"/>
            <ac:spMk id="192" creationId="{446EFE8C-6FE7-F188-735E-C32355FB7D97}"/>
          </ac:spMkLst>
        </pc:spChg>
        <pc:spChg chg="add del mod">
          <ac:chgData name="Thijs Hauspie" userId="c5aa01d0-0751-4207-a587-d7124c844d8f" providerId="ADAL" clId="{C3A52D76-391A-43F8-B16D-AC801EA5CAA9}" dt="2023-11-08T16:02:55.488" v="2554"/>
          <ac:spMkLst>
            <pc:docMk/>
            <pc:sldMk cId="685646725" sldId="1780"/>
            <ac:spMk id="217" creationId="{9568F240-971F-3381-3714-2766CD2E6510}"/>
          </ac:spMkLst>
        </pc:spChg>
        <pc:spChg chg="add del mod">
          <ac:chgData name="Thijs Hauspie" userId="c5aa01d0-0751-4207-a587-d7124c844d8f" providerId="ADAL" clId="{C3A52D76-391A-43F8-B16D-AC801EA5CAA9}" dt="2023-11-08T16:02:55.488" v="2554"/>
          <ac:spMkLst>
            <pc:docMk/>
            <pc:sldMk cId="685646725" sldId="1780"/>
            <ac:spMk id="220" creationId="{678836A7-36C4-E323-AEDA-468FE3DA2EF6}"/>
          </ac:spMkLst>
        </pc:spChg>
        <pc:spChg chg="add del mod">
          <ac:chgData name="Thijs Hauspie" userId="c5aa01d0-0751-4207-a587-d7124c844d8f" providerId="ADAL" clId="{C3A52D76-391A-43F8-B16D-AC801EA5CAA9}" dt="2023-11-08T16:02:55.488" v="2554"/>
          <ac:spMkLst>
            <pc:docMk/>
            <pc:sldMk cId="685646725" sldId="1780"/>
            <ac:spMk id="221" creationId="{B9681AD3-E7B3-DB98-2570-C52FCEE0027A}"/>
          </ac:spMkLst>
        </pc:spChg>
        <pc:spChg chg="add del mod">
          <ac:chgData name="Thijs Hauspie" userId="c5aa01d0-0751-4207-a587-d7124c844d8f" providerId="ADAL" clId="{C3A52D76-391A-43F8-B16D-AC801EA5CAA9}" dt="2023-11-08T16:02:55.488" v="2554"/>
          <ac:spMkLst>
            <pc:docMk/>
            <pc:sldMk cId="685646725" sldId="1780"/>
            <ac:spMk id="222" creationId="{34062765-291A-DEEC-1021-170D86664053}"/>
          </ac:spMkLst>
        </pc:spChg>
        <pc:spChg chg="add del mod">
          <ac:chgData name="Thijs Hauspie" userId="c5aa01d0-0751-4207-a587-d7124c844d8f" providerId="ADAL" clId="{C3A52D76-391A-43F8-B16D-AC801EA5CAA9}" dt="2023-11-08T16:02:55.488" v="2554"/>
          <ac:spMkLst>
            <pc:docMk/>
            <pc:sldMk cId="685646725" sldId="1780"/>
            <ac:spMk id="223" creationId="{C379AD5E-8DC0-13AC-6AE2-BB2F963CE593}"/>
          </ac:spMkLst>
        </pc:spChg>
        <pc:spChg chg="add del mod">
          <ac:chgData name="Thijs Hauspie" userId="c5aa01d0-0751-4207-a587-d7124c844d8f" providerId="ADAL" clId="{C3A52D76-391A-43F8-B16D-AC801EA5CAA9}" dt="2023-11-08T16:02:55.488" v="2554"/>
          <ac:spMkLst>
            <pc:docMk/>
            <pc:sldMk cId="685646725" sldId="1780"/>
            <ac:spMk id="224" creationId="{F0B3AA5E-4273-B5FE-6520-B8AA9185385E}"/>
          </ac:spMkLst>
        </pc:spChg>
        <pc:spChg chg="add del mod">
          <ac:chgData name="Thijs Hauspie" userId="c5aa01d0-0751-4207-a587-d7124c844d8f" providerId="ADAL" clId="{C3A52D76-391A-43F8-B16D-AC801EA5CAA9}" dt="2023-11-08T16:02:55.488" v="2554"/>
          <ac:spMkLst>
            <pc:docMk/>
            <pc:sldMk cId="685646725" sldId="1780"/>
            <ac:spMk id="225" creationId="{3C6C9DA3-3DF1-D748-3D33-633FF336752D}"/>
          </ac:spMkLst>
        </pc:spChg>
        <pc:spChg chg="add del mod">
          <ac:chgData name="Thijs Hauspie" userId="c5aa01d0-0751-4207-a587-d7124c844d8f" providerId="ADAL" clId="{C3A52D76-391A-43F8-B16D-AC801EA5CAA9}" dt="2023-11-08T16:02:55.488" v="2554"/>
          <ac:spMkLst>
            <pc:docMk/>
            <pc:sldMk cId="685646725" sldId="1780"/>
            <ac:spMk id="226" creationId="{38D74D4B-2DCB-FBAF-4644-3FA8A2C45CDA}"/>
          </ac:spMkLst>
        </pc:spChg>
        <pc:spChg chg="add del mod">
          <ac:chgData name="Thijs Hauspie" userId="c5aa01d0-0751-4207-a587-d7124c844d8f" providerId="ADAL" clId="{C3A52D76-391A-43F8-B16D-AC801EA5CAA9}" dt="2023-11-08T16:02:55.488" v="2554"/>
          <ac:spMkLst>
            <pc:docMk/>
            <pc:sldMk cId="685646725" sldId="1780"/>
            <ac:spMk id="235" creationId="{93A8C814-68DC-E798-F543-41C785A38102}"/>
          </ac:spMkLst>
        </pc:spChg>
        <pc:spChg chg="add del mod">
          <ac:chgData name="Thijs Hauspie" userId="c5aa01d0-0751-4207-a587-d7124c844d8f" providerId="ADAL" clId="{C3A52D76-391A-43F8-B16D-AC801EA5CAA9}" dt="2023-11-08T16:02:55.488" v="2554"/>
          <ac:spMkLst>
            <pc:docMk/>
            <pc:sldMk cId="685646725" sldId="1780"/>
            <ac:spMk id="236" creationId="{9679F9A5-F5A9-9B21-D148-9A5D1146FF74}"/>
          </ac:spMkLst>
        </pc:spChg>
        <pc:spChg chg="add del mod">
          <ac:chgData name="Thijs Hauspie" userId="c5aa01d0-0751-4207-a587-d7124c844d8f" providerId="ADAL" clId="{C3A52D76-391A-43F8-B16D-AC801EA5CAA9}" dt="2023-11-08T16:02:55.488" v="2554"/>
          <ac:spMkLst>
            <pc:docMk/>
            <pc:sldMk cId="685646725" sldId="1780"/>
            <ac:spMk id="242" creationId="{AA0ACEDA-C6FF-3F31-4C83-569498AA2978}"/>
          </ac:spMkLst>
        </pc:spChg>
        <pc:spChg chg="add del mod">
          <ac:chgData name="Thijs Hauspie" userId="c5aa01d0-0751-4207-a587-d7124c844d8f" providerId="ADAL" clId="{C3A52D76-391A-43F8-B16D-AC801EA5CAA9}" dt="2023-11-08T16:02:55.488" v="2554"/>
          <ac:spMkLst>
            <pc:docMk/>
            <pc:sldMk cId="685646725" sldId="1780"/>
            <ac:spMk id="243" creationId="{0B379C77-4D5E-C364-E43F-ED4B9F929861}"/>
          </ac:spMkLst>
        </pc:spChg>
        <pc:spChg chg="del mod ord">
          <ac:chgData name="Thijs Hauspie" userId="c5aa01d0-0751-4207-a587-d7124c844d8f" providerId="ADAL" clId="{C3A52D76-391A-43F8-B16D-AC801EA5CAA9}" dt="2023-11-08T16:02:44.564" v="2548" actId="21"/>
          <ac:spMkLst>
            <pc:docMk/>
            <pc:sldMk cId="685646725" sldId="1780"/>
            <ac:spMk id="245" creationId="{18FC5625-A36C-4539-B58D-A6C810CAD8CC}"/>
          </ac:spMkLst>
        </pc:spChg>
        <pc:spChg chg="add del mod">
          <ac:chgData name="Thijs Hauspie" userId="c5aa01d0-0751-4207-a587-d7124c844d8f" providerId="ADAL" clId="{C3A52D76-391A-43F8-B16D-AC801EA5CAA9}" dt="2023-11-08T16:02:55.488" v="2554"/>
          <ac:spMkLst>
            <pc:docMk/>
            <pc:sldMk cId="685646725" sldId="1780"/>
            <ac:spMk id="248" creationId="{A26EA8FF-7B9A-B37A-D4B8-C6E16CC6C5D5}"/>
          </ac:spMkLst>
        </pc:spChg>
        <pc:spChg chg="add del mod">
          <ac:chgData name="Thijs Hauspie" userId="c5aa01d0-0751-4207-a587-d7124c844d8f" providerId="ADAL" clId="{C3A52D76-391A-43F8-B16D-AC801EA5CAA9}" dt="2023-11-08T16:02:55.488" v="2554"/>
          <ac:spMkLst>
            <pc:docMk/>
            <pc:sldMk cId="685646725" sldId="1780"/>
            <ac:spMk id="251" creationId="{A2DE8F41-914A-82E8-9D6E-3EC599ED620B}"/>
          </ac:spMkLst>
        </pc:spChg>
        <pc:graphicFrameChg chg="add del">
          <ac:chgData name="Thijs Hauspie" userId="c5aa01d0-0751-4207-a587-d7124c844d8f" providerId="ADAL" clId="{C3A52D76-391A-43F8-B16D-AC801EA5CAA9}" dt="2023-11-08T16:02:44.564" v="2548" actId="21"/>
          <ac:graphicFrameMkLst>
            <pc:docMk/>
            <pc:sldMk cId="685646725" sldId="1780"/>
            <ac:graphicFrameMk id="91" creationId="{3CFB8AB4-FEFB-4A84-B384-AEC2F695BE45}"/>
          </ac:graphicFrameMkLst>
        </pc:graphicFrameChg>
        <pc:graphicFrameChg chg="add del mod">
          <ac:chgData name="Thijs Hauspie" userId="c5aa01d0-0751-4207-a587-d7124c844d8f" providerId="ADAL" clId="{C3A52D76-391A-43F8-B16D-AC801EA5CAA9}" dt="2023-11-08T16:02:55.488" v="2554"/>
          <ac:graphicFrameMkLst>
            <pc:docMk/>
            <pc:sldMk cId="685646725" sldId="1780"/>
            <ac:graphicFrameMk id="216" creationId="{CE2367FD-58B5-5487-5EC0-E7077D0001DF}"/>
          </ac:graphicFrameMkLst>
        </pc:graphicFrameChg>
        <pc:picChg chg="add">
          <ac:chgData name="Thijs Hauspie" userId="c5aa01d0-0751-4207-a587-d7124c844d8f" providerId="ADAL" clId="{C3A52D76-391A-43F8-B16D-AC801EA5CAA9}" dt="2023-11-08T16:02:55.829" v="2555"/>
          <ac:picMkLst>
            <pc:docMk/>
            <pc:sldMk cId="685646725" sldId="1780"/>
            <ac:picMk id="252" creationId="{7EAF0E98-4D24-D364-90DE-61327D543D33}"/>
          </ac:picMkLst>
        </pc:picChg>
        <pc:cxnChg chg="add del mod">
          <ac:chgData name="Thijs Hauspie" userId="c5aa01d0-0751-4207-a587-d7124c844d8f" providerId="ADAL" clId="{C3A52D76-391A-43F8-B16D-AC801EA5CAA9}" dt="2023-11-08T16:02:44.564" v="2548" actId="21"/>
          <ac:cxnSpMkLst>
            <pc:docMk/>
            <pc:sldMk cId="685646725" sldId="1780"/>
            <ac:cxnSpMk id="13" creationId="{B1FF0BF9-6799-4152-99E5-A549EC4FA225}"/>
          </ac:cxnSpMkLst>
        </pc:cxnChg>
        <pc:cxnChg chg="add del mod">
          <ac:chgData name="Thijs Hauspie" userId="c5aa01d0-0751-4207-a587-d7124c844d8f" providerId="ADAL" clId="{C3A52D76-391A-43F8-B16D-AC801EA5CAA9}" dt="2023-11-08T16:02:44.564" v="2548" actId="21"/>
          <ac:cxnSpMkLst>
            <pc:docMk/>
            <pc:sldMk cId="685646725" sldId="1780"/>
            <ac:cxnSpMk id="26" creationId="{C2E40CDE-0509-4980-8ABC-D5E13B4D63EC}"/>
          </ac:cxnSpMkLst>
        </pc:cxnChg>
        <pc:cxnChg chg="add del mod">
          <ac:chgData name="Thijs Hauspie" userId="c5aa01d0-0751-4207-a587-d7124c844d8f" providerId="ADAL" clId="{C3A52D76-391A-43F8-B16D-AC801EA5CAA9}" dt="2023-11-08T16:02:44.564" v="2548" actId="21"/>
          <ac:cxnSpMkLst>
            <pc:docMk/>
            <pc:sldMk cId="685646725" sldId="1780"/>
            <ac:cxnSpMk id="27" creationId="{63ED7FAA-3E92-40CF-B548-DAEC25B4DEE5}"/>
          </ac:cxnSpMkLst>
        </pc:cxnChg>
        <pc:cxnChg chg="add del mod">
          <ac:chgData name="Thijs Hauspie" userId="c5aa01d0-0751-4207-a587-d7124c844d8f" providerId="ADAL" clId="{C3A52D76-391A-43F8-B16D-AC801EA5CAA9}" dt="2023-11-08T16:02:44.564" v="2548" actId="21"/>
          <ac:cxnSpMkLst>
            <pc:docMk/>
            <pc:sldMk cId="685646725" sldId="1780"/>
            <ac:cxnSpMk id="28" creationId="{C049D1A6-52D5-421E-ADBC-D406D68A1E03}"/>
          </ac:cxnSpMkLst>
        </pc:cxnChg>
        <pc:cxnChg chg="add del mod">
          <ac:chgData name="Thijs Hauspie" userId="c5aa01d0-0751-4207-a587-d7124c844d8f" providerId="ADAL" clId="{C3A52D76-391A-43F8-B16D-AC801EA5CAA9}" dt="2023-11-08T16:02:44.564" v="2548" actId="21"/>
          <ac:cxnSpMkLst>
            <pc:docMk/>
            <pc:sldMk cId="685646725" sldId="1780"/>
            <ac:cxnSpMk id="29" creationId="{B48BBA74-0B02-4E1C-916A-3BF2D95B892A}"/>
          </ac:cxnSpMkLst>
        </pc:cxnChg>
        <pc:cxnChg chg="add del mod">
          <ac:chgData name="Thijs Hauspie" userId="c5aa01d0-0751-4207-a587-d7124c844d8f" providerId="ADAL" clId="{C3A52D76-391A-43F8-B16D-AC801EA5CAA9}" dt="2023-11-08T16:02:44.564" v="2548" actId="21"/>
          <ac:cxnSpMkLst>
            <pc:docMk/>
            <pc:sldMk cId="685646725" sldId="1780"/>
            <ac:cxnSpMk id="30" creationId="{5F95BA9C-6341-4AF6-8E4E-20D71A502B91}"/>
          </ac:cxnSpMkLst>
        </pc:cxnChg>
        <pc:cxnChg chg="add del mod">
          <ac:chgData name="Thijs Hauspie" userId="c5aa01d0-0751-4207-a587-d7124c844d8f" providerId="ADAL" clId="{C3A52D76-391A-43F8-B16D-AC801EA5CAA9}" dt="2023-11-08T16:02:44.564" v="2548" actId="21"/>
          <ac:cxnSpMkLst>
            <pc:docMk/>
            <pc:sldMk cId="685646725" sldId="1780"/>
            <ac:cxnSpMk id="31" creationId="{7F2DA6E5-A9D3-4BA4-B370-C8B749981BCA}"/>
          </ac:cxnSpMkLst>
        </pc:cxnChg>
        <pc:cxnChg chg="add del mod">
          <ac:chgData name="Thijs Hauspie" userId="c5aa01d0-0751-4207-a587-d7124c844d8f" providerId="ADAL" clId="{C3A52D76-391A-43F8-B16D-AC801EA5CAA9}" dt="2023-11-08T16:02:44.564" v="2548" actId="21"/>
          <ac:cxnSpMkLst>
            <pc:docMk/>
            <pc:sldMk cId="685646725" sldId="1780"/>
            <ac:cxnSpMk id="32" creationId="{2AC0B029-CC19-4668-8F88-D219AD5CA9D4}"/>
          </ac:cxnSpMkLst>
        </pc:cxnChg>
        <pc:cxnChg chg="add del mod">
          <ac:chgData name="Thijs Hauspie" userId="c5aa01d0-0751-4207-a587-d7124c844d8f" providerId="ADAL" clId="{C3A52D76-391A-43F8-B16D-AC801EA5CAA9}" dt="2023-11-08T16:02:44.564" v="2548" actId="21"/>
          <ac:cxnSpMkLst>
            <pc:docMk/>
            <pc:sldMk cId="685646725" sldId="1780"/>
            <ac:cxnSpMk id="33" creationId="{47D6A7D7-9301-4822-B0D1-672E58693E6C}"/>
          </ac:cxnSpMkLst>
        </pc:cxnChg>
        <pc:cxnChg chg="add del mod">
          <ac:chgData name="Thijs Hauspie" userId="c5aa01d0-0751-4207-a587-d7124c844d8f" providerId="ADAL" clId="{C3A52D76-391A-43F8-B16D-AC801EA5CAA9}" dt="2023-11-08T16:02:44.564" v="2548" actId="21"/>
          <ac:cxnSpMkLst>
            <pc:docMk/>
            <pc:sldMk cId="685646725" sldId="1780"/>
            <ac:cxnSpMk id="34" creationId="{57E46F4F-9CE9-4193-A0A3-AC0BFB0153E3}"/>
          </ac:cxnSpMkLst>
        </pc:cxnChg>
        <pc:cxnChg chg="add del mod">
          <ac:chgData name="Thijs Hauspie" userId="c5aa01d0-0751-4207-a587-d7124c844d8f" providerId="ADAL" clId="{C3A52D76-391A-43F8-B16D-AC801EA5CAA9}" dt="2023-11-08T16:02:44.564" v="2548" actId="21"/>
          <ac:cxnSpMkLst>
            <pc:docMk/>
            <pc:sldMk cId="685646725" sldId="1780"/>
            <ac:cxnSpMk id="35" creationId="{8C4F753A-C967-474B-B16D-3D797DCA47BC}"/>
          </ac:cxnSpMkLst>
        </pc:cxnChg>
        <pc:cxnChg chg="add del mod">
          <ac:chgData name="Thijs Hauspie" userId="c5aa01d0-0751-4207-a587-d7124c844d8f" providerId="ADAL" clId="{C3A52D76-391A-43F8-B16D-AC801EA5CAA9}" dt="2023-11-08T16:02:44.564" v="2548" actId="21"/>
          <ac:cxnSpMkLst>
            <pc:docMk/>
            <pc:sldMk cId="685646725" sldId="1780"/>
            <ac:cxnSpMk id="36" creationId="{95271780-69D1-4B9A-AB0A-50671DFB34D0}"/>
          </ac:cxnSpMkLst>
        </pc:cxnChg>
        <pc:cxnChg chg="add del mod">
          <ac:chgData name="Thijs Hauspie" userId="c5aa01d0-0751-4207-a587-d7124c844d8f" providerId="ADAL" clId="{C3A52D76-391A-43F8-B16D-AC801EA5CAA9}" dt="2023-11-08T16:02:44.564" v="2548" actId="21"/>
          <ac:cxnSpMkLst>
            <pc:docMk/>
            <pc:sldMk cId="685646725" sldId="1780"/>
            <ac:cxnSpMk id="37" creationId="{482698B3-52BB-489E-ACCD-55314AC2B672}"/>
          </ac:cxnSpMkLst>
        </pc:cxnChg>
        <pc:cxnChg chg="add del mod">
          <ac:chgData name="Thijs Hauspie" userId="c5aa01d0-0751-4207-a587-d7124c844d8f" providerId="ADAL" clId="{C3A52D76-391A-43F8-B16D-AC801EA5CAA9}" dt="2023-11-08T16:02:44.564" v="2548" actId="21"/>
          <ac:cxnSpMkLst>
            <pc:docMk/>
            <pc:sldMk cId="685646725" sldId="1780"/>
            <ac:cxnSpMk id="38" creationId="{520539FF-C4AB-47F7-B74A-E8BEA15B37DD}"/>
          </ac:cxnSpMkLst>
        </pc:cxnChg>
        <pc:cxnChg chg="add del mod">
          <ac:chgData name="Thijs Hauspie" userId="c5aa01d0-0751-4207-a587-d7124c844d8f" providerId="ADAL" clId="{C3A52D76-391A-43F8-B16D-AC801EA5CAA9}" dt="2023-11-08T16:02:44.564" v="2548" actId="21"/>
          <ac:cxnSpMkLst>
            <pc:docMk/>
            <pc:sldMk cId="685646725" sldId="1780"/>
            <ac:cxnSpMk id="39" creationId="{881E4FBB-500B-4A48-A435-26A60401AA8A}"/>
          </ac:cxnSpMkLst>
        </pc:cxnChg>
        <pc:cxnChg chg="add del mod">
          <ac:chgData name="Thijs Hauspie" userId="c5aa01d0-0751-4207-a587-d7124c844d8f" providerId="ADAL" clId="{C3A52D76-391A-43F8-B16D-AC801EA5CAA9}" dt="2023-11-08T16:02:44.564" v="2548" actId="21"/>
          <ac:cxnSpMkLst>
            <pc:docMk/>
            <pc:sldMk cId="685646725" sldId="1780"/>
            <ac:cxnSpMk id="40" creationId="{9A5D1B40-1C0C-4650-98DC-E845DD7F7FCA}"/>
          </ac:cxnSpMkLst>
        </pc:cxnChg>
        <pc:cxnChg chg="add del mod">
          <ac:chgData name="Thijs Hauspie" userId="c5aa01d0-0751-4207-a587-d7124c844d8f" providerId="ADAL" clId="{C3A52D76-391A-43F8-B16D-AC801EA5CAA9}" dt="2023-11-08T16:02:44.564" v="2548" actId="21"/>
          <ac:cxnSpMkLst>
            <pc:docMk/>
            <pc:sldMk cId="685646725" sldId="1780"/>
            <ac:cxnSpMk id="41" creationId="{DAFDF9B0-1199-451D-A3A8-280B50010582}"/>
          </ac:cxnSpMkLst>
        </pc:cxnChg>
        <pc:cxnChg chg="add del mod">
          <ac:chgData name="Thijs Hauspie" userId="c5aa01d0-0751-4207-a587-d7124c844d8f" providerId="ADAL" clId="{C3A52D76-391A-43F8-B16D-AC801EA5CAA9}" dt="2023-11-08T16:02:44.564" v="2548" actId="21"/>
          <ac:cxnSpMkLst>
            <pc:docMk/>
            <pc:sldMk cId="685646725" sldId="1780"/>
            <ac:cxnSpMk id="42" creationId="{815DC919-FC68-4AC6-9C2D-F1F424E8B5D1}"/>
          </ac:cxnSpMkLst>
        </pc:cxnChg>
        <pc:cxnChg chg="add del mod">
          <ac:chgData name="Thijs Hauspie" userId="c5aa01d0-0751-4207-a587-d7124c844d8f" providerId="ADAL" clId="{C3A52D76-391A-43F8-B16D-AC801EA5CAA9}" dt="2023-11-08T16:02:44.564" v="2548" actId="21"/>
          <ac:cxnSpMkLst>
            <pc:docMk/>
            <pc:sldMk cId="685646725" sldId="1780"/>
            <ac:cxnSpMk id="43" creationId="{1944AF4B-AFB3-47F3-AA7E-B48BB0E4812C}"/>
          </ac:cxnSpMkLst>
        </pc:cxnChg>
        <pc:cxnChg chg="add del mod">
          <ac:chgData name="Thijs Hauspie" userId="c5aa01d0-0751-4207-a587-d7124c844d8f" providerId="ADAL" clId="{C3A52D76-391A-43F8-B16D-AC801EA5CAA9}" dt="2023-11-08T16:02:44.564" v="2548" actId="21"/>
          <ac:cxnSpMkLst>
            <pc:docMk/>
            <pc:sldMk cId="685646725" sldId="1780"/>
            <ac:cxnSpMk id="46" creationId="{B4169F39-ADC8-41DE-9507-5F0F4D0FC769}"/>
          </ac:cxnSpMkLst>
        </pc:cxnChg>
        <pc:cxnChg chg="add del mod">
          <ac:chgData name="Thijs Hauspie" userId="c5aa01d0-0751-4207-a587-d7124c844d8f" providerId="ADAL" clId="{C3A52D76-391A-43F8-B16D-AC801EA5CAA9}" dt="2023-11-08T16:02:44.564" v="2548" actId="21"/>
          <ac:cxnSpMkLst>
            <pc:docMk/>
            <pc:sldMk cId="685646725" sldId="1780"/>
            <ac:cxnSpMk id="47" creationId="{D23A0FE4-A792-4EAA-AE89-2284D5597B64}"/>
          </ac:cxnSpMkLst>
        </pc:cxnChg>
        <pc:cxnChg chg="add del mod">
          <ac:chgData name="Thijs Hauspie" userId="c5aa01d0-0751-4207-a587-d7124c844d8f" providerId="ADAL" clId="{C3A52D76-391A-43F8-B16D-AC801EA5CAA9}" dt="2023-11-08T16:02:44.564" v="2548" actId="21"/>
          <ac:cxnSpMkLst>
            <pc:docMk/>
            <pc:sldMk cId="685646725" sldId="1780"/>
            <ac:cxnSpMk id="48" creationId="{47105FBF-E393-4EF6-8B39-CA9B43410538}"/>
          </ac:cxnSpMkLst>
        </pc:cxnChg>
        <pc:cxnChg chg="add del mod">
          <ac:chgData name="Thijs Hauspie" userId="c5aa01d0-0751-4207-a587-d7124c844d8f" providerId="ADAL" clId="{C3A52D76-391A-43F8-B16D-AC801EA5CAA9}" dt="2023-11-08T16:02:44.564" v="2548" actId="21"/>
          <ac:cxnSpMkLst>
            <pc:docMk/>
            <pc:sldMk cId="685646725" sldId="1780"/>
            <ac:cxnSpMk id="49" creationId="{622DC63D-5E25-4303-8371-36871A070E51}"/>
          </ac:cxnSpMkLst>
        </pc:cxnChg>
        <pc:cxnChg chg="add del mod">
          <ac:chgData name="Thijs Hauspie" userId="c5aa01d0-0751-4207-a587-d7124c844d8f" providerId="ADAL" clId="{C3A52D76-391A-43F8-B16D-AC801EA5CAA9}" dt="2023-11-08T16:02:44.564" v="2548" actId="21"/>
          <ac:cxnSpMkLst>
            <pc:docMk/>
            <pc:sldMk cId="685646725" sldId="1780"/>
            <ac:cxnSpMk id="67" creationId="{F66BC1AC-DE00-4DB4-9FFF-BB24E0FC3388}"/>
          </ac:cxnSpMkLst>
        </pc:cxnChg>
        <pc:cxnChg chg="add del mod">
          <ac:chgData name="Thijs Hauspie" userId="c5aa01d0-0751-4207-a587-d7124c844d8f" providerId="ADAL" clId="{C3A52D76-391A-43F8-B16D-AC801EA5CAA9}" dt="2023-11-08T16:02:44.564" v="2548" actId="21"/>
          <ac:cxnSpMkLst>
            <pc:docMk/>
            <pc:sldMk cId="685646725" sldId="1780"/>
            <ac:cxnSpMk id="68" creationId="{A458D58C-EBE9-457B-B5F1-162E5044909D}"/>
          </ac:cxnSpMkLst>
        </pc:cxnChg>
        <pc:cxnChg chg="add del mod">
          <ac:chgData name="Thijs Hauspie" userId="c5aa01d0-0751-4207-a587-d7124c844d8f" providerId="ADAL" clId="{C3A52D76-391A-43F8-B16D-AC801EA5CAA9}" dt="2023-11-08T16:02:44.564" v="2548" actId="21"/>
          <ac:cxnSpMkLst>
            <pc:docMk/>
            <pc:sldMk cId="685646725" sldId="1780"/>
            <ac:cxnSpMk id="69" creationId="{8F7B5D1D-34FD-4376-BFF8-10E79A5F6573}"/>
          </ac:cxnSpMkLst>
        </pc:cxnChg>
        <pc:cxnChg chg="add del mod">
          <ac:chgData name="Thijs Hauspie" userId="c5aa01d0-0751-4207-a587-d7124c844d8f" providerId="ADAL" clId="{C3A52D76-391A-43F8-B16D-AC801EA5CAA9}" dt="2023-11-08T16:02:44.564" v="2548" actId="21"/>
          <ac:cxnSpMkLst>
            <pc:docMk/>
            <pc:sldMk cId="685646725" sldId="1780"/>
            <ac:cxnSpMk id="70" creationId="{B46EC9F2-49F3-490B-8BE7-0CA667998221}"/>
          </ac:cxnSpMkLst>
        </pc:cxnChg>
        <pc:cxnChg chg="add del mod">
          <ac:chgData name="Thijs Hauspie" userId="c5aa01d0-0751-4207-a587-d7124c844d8f" providerId="ADAL" clId="{C3A52D76-391A-43F8-B16D-AC801EA5CAA9}" dt="2023-11-08T16:02:44.564" v="2548" actId="21"/>
          <ac:cxnSpMkLst>
            <pc:docMk/>
            <pc:sldMk cId="685646725" sldId="1780"/>
            <ac:cxnSpMk id="71" creationId="{A7C30FC4-B666-447B-807F-F092B3346730}"/>
          </ac:cxnSpMkLst>
        </pc:cxnChg>
        <pc:cxnChg chg="add del mod">
          <ac:chgData name="Thijs Hauspie" userId="c5aa01d0-0751-4207-a587-d7124c844d8f" providerId="ADAL" clId="{C3A52D76-391A-43F8-B16D-AC801EA5CAA9}" dt="2023-11-08T16:02:44.564" v="2548" actId="21"/>
          <ac:cxnSpMkLst>
            <pc:docMk/>
            <pc:sldMk cId="685646725" sldId="1780"/>
            <ac:cxnSpMk id="72" creationId="{054CC0C7-79EC-4399-8768-1A3C0AF1033D}"/>
          </ac:cxnSpMkLst>
        </pc:cxnChg>
        <pc:cxnChg chg="add del mod">
          <ac:chgData name="Thijs Hauspie" userId="c5aa01d0-0751-4207-a587-d7124c844d8f" providerId="ADAL" clId="{C3A52D76-391A-43F8-B16D-AC801EA5CAA9}" dt="2023-11-08T16:02:44.564" v="2548" actId="21"/>
          <ac:cxnSpMkLst>
            <pc:docMk/>
            <pc:sldMk cId="685646725" sldId="1780"/>
            <ac:cxnSpMk id="73" creationId="{CA10B793-566D-4D20-B3EA-0B125063F0EB}"/>
          </ac:cxnSpMkLst>
        </pc:cxnChg>
        <pc:cxnChg chg="add del mod">
          <ac:chgData name="Thijs Hauspie" userId="c5aa01d0-0751-4207-a587-d7124c844d8f" providerId="ADAL" clId="{C3A52D76-391A-43F8-B16D-AC801EA5CAA9}" dt="2023-11-08T16:02:44.564" v="2548" actId="21"/>
          <ac:cxnSpMkLst>
            <pc:docMk/>
            <pc:sldMk cId="685646725" sldId="1780"/>
            <ac:cxnSpMk id="74" creationId="{2EE34B8A-C17D-4215-BBCE-9ACB39DD17E1}"/>
          </ac:cxnSpMkLst>
        </pc:cxnChg>
        <pc:cxnChg chg="add del mod">
          <ac:chgData name="Thijs Hauspie" userId="c5aa01d0-0751-4207-a587-d7124c844d8f" providerId="ADAL" clId="{C3A52D76-391A-43F8-B16D-AC801EA5CAA9}" dt="2023-11-08T16:02:44.564" v="2548" actId="21"/>
          <ac:cxnSpMkLst>
            <pc:docMk/>
            <pc:sldMk cId="685646725" sldId="1780"/>
            <ac:cxnSpMk id="75" creationId="{6AFBB4FD-D9D9-4DBC-8083-3E76128BDFD0}"/>
          </ac:cxnSpMkLst>
        </pc:cxnChg>
        <pc:cxnChg chg="add del mod">
          <ac:chgData name="Thijs Hauspie" userId="c5aa01d0-0751-4207-a587-d7124c844d8f" providerId="ADAL" clId="{C3A52D76-391A-43F8-B16D-AC801EA5CAA9}" dt="2023-11-08T16:02:44.564" v="2548" actId="21"/>
          <ac:cxnSpMkLst>
            <pc:docMk/>
            <pc:sldMk cId="685646725" sldId="1780"/>
            <ac:cxnSpMk id="76" creationId="{19327863-622A-4D2D-958A-6A73E65828F5}"/>
          </ac:cxnSpMkLst>
        </pc:cxnChg>
        <pc:cxnChg chg="add del mod">
          <ac:chgData name="Thijs Hauspie" userId="c5aa01d0-0751-4207-a587-d7124c844d8f" providerId="ADAL" clId="{C3A52D76-391A-43F8-B16D-AC801EA5CAA9}" dt="2023-11-08T16:02:44.564" v="2548" actId="21"/>
          <ac:cxnSpMkLst>
            <pc:docMk/>
            <pc:sldMk cId="685646725" sldId="1780"/>
            <ac:cxnSpMk id="77" creationId="{7C4BC1B0-8D09-4AEC-8FF9-2A8D210701B4}"/>
          </ac:cxnSpMkLst>
        </pc:cxnChg>
        <pc:cxnChg chg="add del mod">
          <ac:chgData name="Thijs Hauspie" userId="c5aa01d0-0751-4207-a587-d7124c844d8f" providerId="ADAL" clId="{C3A52D76-391A-43F8-B16D-AC801EA5CAA9}" dt="2023-11-08T16:02:44.564" v="2548" actId="21"/>
          <ac:cxnSpMkLst>
            <pc:docMk/>
            <pc:sldMk cId="685646725" sldId="1780"/>
            <ac:cxnSpMk id="78" creationId="{39999253-11FB-4D85-8E57-6D112A29BC97}"/>
          </ac:cxnSpMkLst>
        </pc:cxnChg>
        <pc:cxnChg chg="add del mod">
          <ac:chgData name="Thijs Hauspie" userId="c5aa01d0-0751-4207-a587-d7124c844d8f" providerId="ADAL" clId="{C3A52D76-391A-43F8-B16D-AC801EA5CAA9}" dt="2023-11-08T16:02:44.564" v="2548" actId="21"/>
          <ac:cxnSpMkLst>
            <pc:docMk/>
            <pc:sldMk cId="685646725" sldId="1780"/>
            <ac:cxnSpMk id="79" creationId="{EF3C6B94-58DE-4068-89D5-D62DDBB9AD4B}"/>
          </ac:cxnSpMkLst>
        </pc:cxnChg>
        <pc:cxnChg chg="add del mod">
          <ac:chgData name="Thijs Hauspie" userId="c5aa01d0-0751-4207-a587-d7124c844d8f" providerId="ADAL" clId="{C3A52D76-391A-43F8-B16D-AC801EA5CAA9}" dt="2023-11-08T16:02:44.564" v="2548" actId="21"/>
          <ac:cxnSpMkLst>
            <pc:docMk/>
            <pc:sldMk cId="685646725" sldId="1780"/>
            <ac:cxnSpMk id="80" creationId="{5293EFDC-09C3-4C0C-AAC5-9C73BBD0EBC3}"/>
          </ac:cxnSpMkLst>
        </pc:cxnChg>
        <pc:cxnChg chg="add del mod">
          <ac:chgData name="Thijs Hauspie" userId="c5aa01d0-0751-4207-a587-d7124c844d8f" providerId="ADAL" clId="{C3A52D76-391A-43F8-B16D-AC801EA5CAA9}" dt="2023-11-08T16:02:44.564" v="2548" actId="21"/>
          <ac:cxnSpMkLst>
            <pc:docMk/>
            <pc:sldMk cId="685646725" sldId="1780"/>
            <ac:cxnSpMk id="81" creationId="{25F1D0FF-EB60-4D63-9E7B-3CAADBD2844F}"/>
          </ac:cxnSpMkLst>
        </pc:cxnChg>
        <pc:cxnChg chg="add del mod">
          <ac:chgData name="Thijs Hauspie" userId="c5aa01d0-0751-4207-a587-d7124c844d8f" providerId="ADAL" clId="{C3A52D76-391A-43F8-B16D-AC801EA5CAA9}" dt="2023-11-08T16:02:44.564" v="2548" actId="21"/>
          <ac:cxnSpMkLst>
            <pc:docMk/>
            <pc:sldMk cId="685646725" sldId="1780"/>
            <ac:cxnSpMk id="82" creationId="{21382894-DCD5-4DB3-A118-700DB7D0450D}"/>
          </ac:cxnSpMkLst>
        </pc:cxnChg>
        <pc:cxnChg chg="add del mod">
          <ac:chgData name="Thijs Hauspie" userId="c5aa01d0-0751-4207-a587-d7124c844d8f" providerId="ADAL" clId="{C3A52D76-391A-43F8-B16D-AC801EA5CAA9}" dt="2023-11-08T16:02:44.564" v="2548" actId="21"/>
          <ac:cxnSpMkLst>
            <pc:docMk/>
            <pc:sldMk cId="685646725" sldId="1780"/>
            <ac:cxnSpMk id="83" creationId="{1B7E3A95-B1A7-4652-A777-3F35D04F13D0}"/>
          </ac:cxnSpMkLst>
        </pc:cxnChg>
        <pc:cxnChg chg="add del mod">
          <ac:chgData name="Thijs Hauspie" userId="c5aa01d0-0751-4207-a587-d7124c844d8f" providerId="ADAL" clId="{C3A52D76-391A-43F8-B16D-AC801EA5CAA9}" dt="2023-11-08T16:02:44.564" v="2548" actId="21"/>
          <ac:cxnSpMkLst>
            <pc:docMk/>
            <pc:sldMk cId="685646725" sldId="1780"/>
            <ac:cxnSpMk id="84" creationId="{A7A925A2-C39B-49E6-9B80-A29B717BA1FB}"/>
          </ac:cxnSpMkLst>
        </pc:cxnChg>
        <pc:cxnChg chg="add del mod">
          <ac:chgData name="Thijs Hauspie" userId="c5aa01d0-0751-4207-a587-d7124c844d8f" providerId="ADAL" clId="{C3A52D76-391A-43F8-B16D-AC801EA5CAA9}" dt="2023-11-08T16:02:44.564" v="2548" actId="21"/>
          <ac:cxnSpMkLst>
            <pc:docMk/>
            <pc:sldMk cId="685646725" sldId="1780"/>
            <ac:cxnSpMk id="85" creationId="{91233978-DD2F-48D1-B891-1EDE2E6AB672}"/>
          </ac:cxnSpMkLst>
        </pc:cxnChg>
        <pc:cxnChg chg="add del mod">
          <ac:chgData name="Thijs Hauspie" userId="c5aa01d0-0751-4207-a587-d7124c844d8f" providerId="ADAL" clId="{C3A52D76-391A-43F8-B16D-AC801EA5CAA9}" dt="2023-11-08T16:02:44.564" v="2548" actId="21"/>
          <ac:cxnSpMkLst>
            <pc:docMk/>
            <pc:sldMk cId="685646725" sldId="1780"/>
            <ac:cxnSpMk id="86" creationId="{EBBCAC1D-EDA6-4562-977E-E49B134496BD}"/>
          </ac:cxnSpMkLst>
        </pc:cxnChg>
        <pc:cxnChg chg="add del mod">
          <ac:chgData name="Thijs Hauspie" userId="c5aa01d0-0751-4207-a587-d7124c844d8f" providerId="ADAL" clId="{C3A52D76-391A-43F8-B16D-AC801EA5CAA9}" dt="2023-11-08T16:02:44.564" v="2548" actId="21"/>
          <ac:cxnSpMkLst>
            <pc:docMk/>
            <pc:sldMk cId="685646725" sldId="1780"/>
            <ac:cxnSpMk id="87" creationId="{C5D190C3-81A3-4077-B335-B3E487EFA780}"/>
          </ac:cxnSpMkLst>
        </pc:cxnChg>
        <pc:cxnChg chg="add del mod">
          <ac:chgData name="Thijs Hauspie" userId="c5aa01d0-0751-4207-a587-d7124c844d8f" providerId="ADAL" clId="{C3A52D76-391A-43F8-B16D-AC801EA5CAA9}" dt="2023-11-08T16:02:44.564" v="2548" actId="21"/>
          <ac:cxnSpMkLst>
            <pc:docMk/>
            <pc:sldMk cId="685646725" sldId="1780"/>
            <ac:cxnSpMk id="88" creationId="{AFFBD7B7-BBFD-49D2-BBDF-0F75A5180039}"/>
          </ac:cxnSpMkLst>
        </pc:cxnChg>
        <pc:cxnChg chg="add del mod">
          <ac:chgData name="Thijs Hauspie" userId="c5aa01d0-0751-4207-a587-d7124c844d8f" providerId="ADAL" clId="{C3A52D76-391A-43F8-B16D-AC801EA5CAA9}" dt="2023-11-08T16:02:44.564" v="2548" actId="21"/>
          <ac:cxnSpMkLst>
            <pc:docMk/>
            <pc:sldMk cId="685646725" sldId="1780"/>
            <ac:cxnSpMk id="89" creationId="{DB1E8405-EC5F-434A-9FBC-362021D762FA}"/>
          </ac:cxnSpMkLst>
        </pc:cxnChg>
        <pc:cxnChg chg="add del mod">
          <ac:chgData name="Thijs Hauspie" userId="c5aa01d0-0751-4207-a587-d7124c844d8f" providerId="ADAL" clId="{C3A52D76-391A-43F8-B16D-AC801EA5CAA9}" dt="2023-11-08T16:02:44.564" v="2548" actId="21"/>
          <ac:cxnSpMkLst>
            <pc:docMk/>
            <pc:sldMk cId="685646725" sldId="1780"/>
            <ac:cxnSpMk id="93" creationId="{D87290EF-50FC-4CE6-BABA-BF2AEC1D09AD}"/>
          </ac:cxnSpMkLst>
        </pc:cxnChg>
        <pc:cxnChg chg="add del mod">
          <ac:chgData name="Thijs Hauspie" userId="c5aa01d0-0751-4207-a587-d7124c844d8f" providerId="ADAL" clId="{C3A52D76-391A-43F8-B16D-AC801EA5CAA9}" dt="2023-11-08T16:02:44.564" v="2548" actId="21"/>
          <ac:cxnSpMkLst>
            <pc:docMk/>
            <pc:sldMk cId="685646725" sldId="1780"/>
            <ac:cxnSpMk id="94" creationId="{32A7FE00-92F1-42F4-9CA6-2D7D54210A65}"/>
          </ac:cxnSpMkLst>
        </pc:cxnChg>
        <pc:cxnChg chg="add del mod">
          <ac:chgData name="Thijs Hauspie" userId="c5aa01d0-0751-4207-a587-d7124c844d8f" providerId="ADAL" clId="{C3A52D76-391A-43F8-B16D-AC801EA5CAA9}" dt="2023-11-08T16:02:44.564" v="2548" actId="21"/>
          <ac:cxnSpMkLst>
            <pc:docMk/>
            <pc:sldMk cId="685646725" sldId="1780"/>
            <ac:cxnSpMk id="102" creationId="{591D1ACD-1AB5-408A-A603-BFACEE53FBEE}"/>
          </ac:cxnSpMkLst>
        </pc:cxnChg>
        <pc:cxnChg chg="add del mod">
          <ac:chgData name="Thijs Hauspie" userId="c5aa01d0-0751-4207-a587-d7124c844d8f" providerId="ADAL" clId="{C3A52D76-391A-43F8-B16D-AC801EA5CAA9}" dt="2023-11-08T16:02:44.564" v="2548" actId="21"/>
          <ac:cxnSpMkLst>
            <pc:docMk/>
            <pc:sldMk cId="685646725" sldId="1780"/>
            <ac:cxnSpMk id="103" creationId="{BF882E85-60E5-4AE3-A75B-1E7840A0F402}"/>
          </ac:cxnSpMkLst>
        </pc:cxnChg>
        <pc:cxnChg chg="add del mod">
          <ac:chgData name="Thijs Hauspie" userId="c5aa01d0-0751-4207-a587-d7124c844d8f" providerId="ADAL" clId="{C3A52D76-391A-43F8-B16D-AC801EA5CAA9}" dt="2023-11-08T16:02:44.564" v="2548" actId="21"/>
          <ac:cxnSpMkLst>
            <pc:docMk/>
            <pc:sldMk cId="685646725" sldId="1780"/>
            <ac:cxnSpMk id="104" creationId="{CBAA9CD0-EFE9-4867-8E95-EABC30B398E8}"/>
          </ac:cxnSpMkLst>
        </pc:cxnChg>
        <pc:cxnChg chg="add del mod">
          <ac:chgData name="Thijs Hauspie" userId="c5aa01d0-0751-4207-a587-d7124c844d8f" providerId="ADAL" clId="{C3A52D76-391A-43F8-B16D-AC801EA5CAA9}" dt="2023-11-08T16:02:44.564" v="2548" actId="21"/>
          <ac:cxnSpMkLst>
            <pc:docMk/>
            <pc:sldMk cId="685646725" sldId="1780"/>
            <ac:cxnSpMk id="105" creationId="{D7B02C01-3CC8-4D08-BC82-93586A324D82}"/>
          </ac:cxnSpMkLst>
        </pc:cxnChg>
        <pc:cxnChg chg="add del mod">
          <ac:chgData name="Thijs Hauspie" userId="c5aa01d0-0751-4207-a587-d7124c844d8f" providerId="ADAL" clId="{C3A52D76-391A-43F8-B16D-AC801EA5CAA9}" dt="2023-11-08T16:02:44.564" v="2548" actId="21"/>
          <ac:cxnSpMkLst>
            <pc:docMk/>
            <pc:sldMk cId="685646725" sldId="1780"/>
            <ac:cxnSpMk id="106" creationId="{1FD3AA2F-5E77-4ADC-8CBA-296B56C6A5F3}"/>
          </ac:cxnSpMkLst>
        </pc:cxnChg>
        <pc:cxnChg chg="add del mod">
          <ac:chgData name="Thijs Hauspie" userId="c5aa01d0-0751-4207-a587-d7124c844d8f" providerId="ADAL" clId="{C3A52D76-391A-43F8-B16D-AC801EA5CAA9}" dt="2023-11-08T16:02:44.564" v="2548" actId="21"/>
          <ac:cxnSpMkLst>
            <pc:docMk/>
            <pc:sldMk cId="685646725" sldId="1780"/>
            <ac:cxnSpMk id="107" creationId="{8937E4BE-E114-401B-B906-91B001D7D680}"/>
          </ac:cxnSpMkLst>
        </pc:cxnChg>
        <pc:cxnChg chg="add del mod">
          <ac:chgData name="Thijs Hauspie" userId="c5aa01d0-0751-4207-a587-d7124c844d8f" providerId="ADAL" clId="{C3A52D76-391A-43F8-B16D-AC801EA5CAA9}" dt="2023-11-08T16:02:44.564" v="2548" actId="21"/>
          <ac:cxnSpMkLst>
            <pc:docMk/>
            <pc:sldMk cId="685646725" sldId="1780"/>
            <ac:cxnSpMk id="108" creationId="{0929AD6F-73C6-4174-91CB-489055F92111}"/>
          </ac:cxnSpMkLst>
        </pc:cxnChg>
        <pc:cxnChg chg="add del mod">
          <ac:chgData name="Thijs Hauspie" userId="c5aa01d0-0751-4207-a587-d7124c844d8f" providerId="ADAL" clId="{C3A52D76-391A-43F8-B16D-AC801EA5CAA9}" dt="2023-11-08T16:02:44.564" v="2548" actId="21"/>
          <ac:cxnSpMkLst>
            <pc:docMk/>
            <pc:sldMk cId="685646725" sldId="1780"/>
            <ac:cxnSpMk id="109" creationId="{17EDA111-5521-4B20-8B2C-C0AA4D7727B4}"/>
          </ac:cxnSpMkLst>
        </pc:cxnChg>
        <pc:cxnChg chg="add del mod">
          <ac:chgData name="Thijs Hauspie" userId="c5aa01d0-0751-4207-a587-d7124c844d8f" providerId="ADAL" clId="{C3A52D76-391A-43F8-B16D-AC801EA5CAA9}" dt="2023-11-08T16:02:44.564" v="2548" actId="21"/>
          <ac:cxnSpMkLst>
            <pc:docMk/>
            <pc:sldMk cId="685646725" sldId="1780"/>
            <ac:cxnSpMk id="112" creationId="{B9C206CA-E8BA-4BA8-9B14-782B792B3105}"/>
          </ac:cxnSpMkLst>
        </pc:cxnChg>
        <pc:cxnChg chg="add del mod">
          <ac:chgData name="Thijs Hauspie" userId="c5aa01d0-0751-4207-a587-d7124c844d8f" providerId="ADAL" clId="{C3A52D76-391A-43F8-B16D-AC801EA5CAA9}" dt="2023-11-08T16:02:44.564" v="2548" actId="21"/>
          <ac:cxnSpMkLst>
            <pc:docMk/>
            <pc:sldMk cId="685646725" sldId="1780"/>
            <ac:cxnSpMk id="113" creationId="{1DEB3FDA-3EAA-43F5-86BA-2EF5345CE4EE}"/>
          </ac:cxnSpMkLst>
        </pc:cxnChg>
        <pc:cxnChg chg="add del mod">
          <ac:chgData name="Thijs Hauspie" userId="c5aa01d0-0751-4207-a587-d7124c844d8f" providerId="ADAL" clId="{C3A52D76-391A-43F8-B16D-AC801EA5CAA9}" dt="2023-11-08T16:02:44.564" v="2548" actId="21"/>
          <ac:cxnSpMkLst>
            <pc:docMk/>
            <pc:sldMk cId="685646725" sldId="1780"/>
            <ac:cxnSpMk id="114" creationId="{F7BC28EB-7802-4243-984E-D9BA15170706}"/>
          </ac:cxnSpMkLst>
        </pc:cxnChg>
        <pc:cxnChg chg="add del mod">
          <ac:chgData name="Thijs Hauspie" userId="c5aa01d0-0751-4207-a587-d7124c844d8f" providerId="ADAL" clId="{C3A52D76-391A-43F8-B16D-AC801EA5CAA9}" dt="2023-11-08T16:02:44.564" v="2548" actId="21"/>
          <ac:cxnSpMkLst>
            <pc:docMk/>
            <pc:sldMk cId="685646725" sldId="1780"/>
            <ac:cxnSpMk id="115" creationId="{EFDAB80B-EC43-4EE1-A264-67B7A4426992}"/>
          </ac:cxnSpMkLst>
        </pc:cxnChg>
        <pc:cxnChg chg="add del mod">
          <ac:chgData name="Thijs Hauspie" userId="c5aa01d0-0751-4207-a587-d7124c844d8f" providerId="ADAL" clId="{C3A52D76-391A-43F8-B16D-AC801EA5CAA9}" dt="2023-11-08T16:02:44.564" v="2548" actId="21"/>
          <ac:cxnSpMkLst>
            <pc:docMk/>
            <pc:sldMk cId="685646725" sldId="1780"/>
            <ac:cxnSpMk id="116" creationId="{A8DAAF80-0101-45A1-BD8D-93742278F755}"/>
          </ac:cxnSpMkLst>
        </pc:cxnChg>
        <pc:cxnChg chg="add del mod">
          <ac:chgData name="Thijs Hauspie" userId="c5aa01d0-0751-4207-a587-d7124c844d8f" providerId="ADAL" clId="{C3A52D76-391A-43F8-B16D-AC801EA5CAA9}" dt="2023-11-08T16:02:44.564" v="2548" actId="21"/>
          <ac:cxnSpMkLst>
            <pc:docMk/>
            <pc:sldMk cId="685646725" sldId="1780"/>
            <ac:cxnSpMk id="126" creationId="{6FDDEAB3-17CF-46FC-9AF5-4203B6CC8159}"/>
          </ac:cxnSpMkLst>
        </pc:cxnChg>
        <pc:cxnChg chg="add del mod">
          <ac:chgData name="Thijs Hauspie" userId="c5aa01d0-0751-4207-a587-d7124c844d8f" providerId="ADAL" clId="{C3A52D76-391A-43F8-B16D-AC801EA5CAA9}" dt="2023-11-08T16:02:44.564" v="2548" actId="21"/>
          <ac:cxnSpMkLst>
            <pc:docMk/>
            <pc:sldMk cId="685646725" sldId="1780"/>
            <ac:cxnSpMk id="130" creationId="{ABF727C3-614D-4F30-B279-42182219A65E}"/>
          </ac:cxnSpMkLst>
        </pc:cxnChg>
        <pc:cxnChg chg="add del mod">
          <ac:chgData name="Thijs Hauspie" userId="c5aa01d0-0751-4207-a587-d7124c844d8f" providerId="ADAL" clId="{C3A52D76-391A-43F8-B16D-AC801EA5CAA9}" dt="2023-11-08T16:02:55.488" v="2554"/>
          <ac:cxnSpMkLst>
            <pc:docMk/>
            <pc:sldMk cId="685646725" sldId="1780"/>
            <ac:cxnSpMk id="135" creationId="{9FD829AB-3FBB-1AC7-FE28-0464EA803E2E}"/>
          </ac:cxnSpMkLst>
        </pc:cxnChg>
        <pc:cxnChg chg="add del mod">
          <ac:chgData name="Thijs Hauspie" userId="c5aa01d0-0751-4207-a587-d7124c844d8f" providerId="ADAL" clId="{C3A52D76-391A-43F8-B16D-AC801EA5CAA9}" dt="2023-11-08T16:02:55.488" v="2554"/>
          <ac:cxnSpMkLst>
            <pc:docMk/>
            <pc:sldMk cId="685646725" sldId="1780"/>
            <ac:cxnSpMk id="149" creationId="{5A67225C-5983-AA73-335B-B8F729D7F2DE}"/>
          </ac:cxnSpMkLst>
        </pc:cxnChg>
        <pc:cxnChg chg="add del mod">
          <ac:chgData name="Thijs Hauspie" userId="c5aa01d0-0751-4207-a587-d7124c844d8f" providerId="ADAL" clId="{C3A52D76-391A-43F8-B16D-AC801EA5CAA9}" dt="2023-11-08T16:02:44.564" v="2548" actId="21"/>
          <ac:cxnSpMkLst>
            <pc:docMk/>
            <pc:sldMk cId="685646725" sldId="1780"/>
            <ac:cxnSpMk id="150" creationId="{1FAD0767-08F7-4619-96F5-AEFCCF0988BA}"/>
          </ac:cxnSpMkLst>
        </pc:cxnChg>
        <pc:cxnChg chg="add del mod">
          <ac:chgData name="Thijs Hauspie" userId="c5aa01d0-0751-4207-a587-d7124c844d8f" providerId="ADAL" clId="{C3A52D76-391A-43F8-B16D-AC801EA5CAA9}" dt="2023-11-08T16:02:55.488" v="2554"/>
          <ac:cxnSpMkLst>
            <pc:docMk/>
            <pc:sldMk cId="685646725" sldId="1780"/>
            <ac:cxnSpMk id="151" creationId="{04702381-1A8D-66F3-0EBA-CC4128081543}"/>
          </ac:cxnSpMkLst>
        </pc:cxnChg>
        <pc:cxnChg chg="add del mod">
          <ac:chgData name="Thijs Hauspie" userId="c5aa01d0-0751-4207-a587-d7124c844d8f" providerId="ADAL" clId="{C3A52D76-391A-43F8-B16D-AC801EA5CAA9}" dt="2023-11-08T16:02:55.488" v="2554"/>
          <ac:cxnSpMkLst>
            <pc:docMk/>
            <pc:sldMk cId="685646725" sldId="1780"/>
            <ac:cxnSpMk id="152" creationId="{194AC120-5E62-F927-8F8A-1509A5601945}"/>
          </ac:cxnSpMkLst>
        </pc:cxnChg>
        <pc:cxnChg chg="add del mod">
          <ac:chgData name="Thijs Hauspie" userId="c5aa01d0-0751-4207-a587-d7124c844d8f" providerId="ADAL" clId="{C3A52D76-391A-43F8-B16D-AC801EA5CAA9}" dt="2023-11-08T16:02:44.564" v="2548" actId="21"/>
          <ac:cxnSpMkLst>
            <pc:docMk/>
            <pc:sldMk cId="685646725" sldId="1780"/>
            <ac:cxnSpMk id="153" creationId="{810DD2B1-AC05-4C3C-94F2-1CEB7949146F}"/>
          </ac:cxnSpMkLst>
        </pc:cxnChg>
        <pc:cxnChg chg="add del mod">
          <ac:chgData name="Thijs Hauspie" userId="c5aa01d0-0751-4207-a587-d7124c844d8f" providerId="ADAL" clId="{C3A52D76-391A-43F8-B16D-AC801EA5CAA9}" dt="2023-11-08T16:02:55.488" v="2554"/>
          <ac:cxnSpMkLst>
            <pc:docMk/>
            <pc:sldMk cId="685646725" sldId="1780"/>
            <ac:cxnSpMk id="154" creationId="{963B09C2-8BA2-E52C-A443-86F9B48E7AD0}"/>
          </ac:cxnSpMkLst>
        </pc:cxnChg>
        <pc:cxnChg chg="add del mod">
          <ac:chgData name="Thijs Hauspie" userId="c5aa01d0-0751-4207-a587-d7124c844d8f" providerId="ADAL" clId="{C3A52D76-391A-43F8-B16D-AC801EA5CAA9}" dt="2023-11-08T16:02:55.488" v="2554"/>
          <ac:cxnSpMkLst>
            <pc:docMk/>
            <pc:sldMk cId="685646725" sldId="1780"/>
            <ac:cxnSpMk id="155" creationId="{13732CE1-1537-C835-499B-F0DEA0021B8B}"/>
          </ac:cxnSpMkLst>
        </pc:cxnChg>
        <pc:cxnChg chg="add del mod">
          <ac:chgData name="Thijs Hauspie" userId="c5aa01d0-0751-4207-a587-d7124c844d8f" providerId="ADAL" clId="{C3A52D76-391A-43F8-B16D-AC801EA5CAA9}" dt="2023-11-08T16:02:44.564" v="2548" actId="21"/>
          <ac:cxnSpMkLst>
            <pc:docMk/>
            <pc:sldMk cId="685646725" sldId="1780"/>
            <ac:cxnSpMk id="156" creationId="{C310CB75-1EA4-428A-8AED-E7B290126272}"/>
          </ac:cxnSpMkLst>
        </pc:cxnChg>
        <pc:cxnChg chg="add del mod">
          <ac:chgData name="Thijs Hauspie" userId="c5aa01d0-0751-4207-a587-d7124c844d8f" providerId="ADAL" clId="{C3A52D76-391A-43F8-B16D-AC801EA5CAA9}" dt="2023-11-08T16:02:55.488" v="2554"/>
          <ac:cxnSpMkLst>
            <pc:docMk/>
            <pc:sldMk cId="685646725" sldId="1780"/>
            <ac:cxnSpMk id="157" creationId="{505698B6-25F3-0A10-7B46-8F72E5199CC6}"/>
          </ac:cxnSpMkLst>
        </pc:cxnChg>
        <pc:cxnChg chg="add del mod">
          <ac:chgData name="Thijs Hauspie" userId="c5aa01d0-0751-4207-a587-d7124c844d8f" providerId="ADAL" clId="{C3A52D76-391A-43F8-B16D-AC801EA5CAA9}" dt="2023-11-08T16:02:55.488" v="2554"/>
          <ac:cxnSpMkLst>
            <pc:docMk/>
            <pc:sldMk cId="685646725" sldId="1780"/>
            <ac:cxnSpMk id="158" creationId="{A09C67E5-0D3E-5C3C-F596-48A233D33FB9}"/>
          </ac:cxnSpMkLst>
        </pc:cxnChg>
        <pc:cxnChg chg="add del mod">
          <ac:chgData name="Thijs Hauspie" userId="c5aa01d0-0751-4207-a587-d7124c844d8f" providerId="ADAL" clId="{C3A52D76-391A-43F8-B16D-AC801EA5CAA9}" dt="2023-11-08T16:02:55.488" v="2554"/>
          <ac:cxnSpMkLst>
            <pc:docMk/>
            <pc:sldMk cId="685646725" sldId="1780"/>
            <ac:cxnSpMk id="159" creationId="{1A6C130B-3F42-E724-B5A2-7E1DF8460168}"/>
          </ac:cxnSpMkLst>
        </pc:cxnChg>
        <pc:cxnChg chg="add del mod">
          <ac:chgData name="Thijs Hauspie" userId="c5aa01d0-0751-4207-a587-d7124c844d8f" providerId="ADAL" clId="{C3A52D76-391A-43F8-B16D-AC801EA5CAA9}" dt="2023-11-08T16:02:55.488" v="2554"/>
          <ac:cxnSpMkLst>
            <pc:docMk/>
            <pc:sldMk cId="685646725" sldId="1780"/>
            <ac:cxnSpMk id="160" creationId="{5A95DA2F-401E-3B56-CDDE-3FFFC14B7C34}"/>
          </ac:cxnSpMkLst>
        </pc:cxnChg>
        <pc:cxnChg chg="add del mod">
          <ac:chgData name="Thijs Hauspie" userId="c5aa01d0-0751-4207-a587-d7124c844d8f" providerId="ADAL" clId="{C3A52D76-391A-43F8-B16D-AC801EA5CAA9}" dt="2023-11-08T16:02:55.488" v="2554"/>
          <ac:cxnSpMkLst>
            <pc:docMk/>
            <pc:sldMk cId="685646725" sldId="1780"/>
            <ac:cxnSpMk id="161" creationId="{52CA4F89-BBFF-430D-5934-794F14BC33BD}"/>
          </ac:cxnSpMkLst>
        </pc:cxnChg>
        <pc:cxnChg chg="add del mod">
          <ac:chgData name="Thijs Hauspie" userId="c5aa01d0-0751-4207-a587-d7124c844d8f" providerId="ADAL" clId="{C3A52D76-391A-43F8-B16D-AC801EA5CAA9}" dt="2023-11-08T16:02:55.488" v="2554"/>
          <ac:cxnSpMkLst>
            <pc:docMk/>
            <pc:sldMk cId="685646725" sldId="1780"/>
            <ac:cxnSpMk id="162" creationId="{75125A6F-FBAE-5390-1E8F-52124F07FF4B}"/>
          </ac:cxnSpMkLst>
        </pc:cxnChg>
        <pc:cxnChg chg="add del mod">
          <ac:chgData name="Thijs Hauspie" userId="c5aa01d0-0751-4207-a587-d7124c844d8f" providerId="ADAL" clId="{C3A52D76-391A-43F8-B16D-AC801EA5CAA9}" dt="2023-11-08T16:02:55.488" v="2554"/>
          <ac:cxnSpMkLst>
            <pc:docMk/>
            <pc:sldMk cId="685646725" sldId="1780"/>
            <ac:cxnSpMk id="163" creationId="{F125498C-E1EC-4611-4E28-A8FC8299FAC6}"/>
          </ac:cxnSpMkLst>
        </pc:cxnChg>
        <pc:cxnChg chg="add del mod">
          <ac:chgData name="Thijs Hauspie" userId="c5aa01d0-0751-4207-a587-d7124c844d8f" providerId="ADAL" clId="{C3A52D76-391A-43F8-B16D-AC801EA5CAA9}" dt="2023-11-08T16:02:55.488" v="2554"/>
          <ac:cxnSpMkLst>
            <pc:docMk/>
            <pc:sldMk cId="685646725" sldId="1780"/>
            <ac:cxnSpMk id="164" creationId="{FA1BC1C3-70F7-337E-7B8C-9D412DA7B350}"/>
          </ac:cxnSpMkLst>
        </pc:cxnChg>
        <pc:cxnChg chg="add del mod">
          <ac:chgData name="Thijs Hauspie" userId="c5aa01d0-0751-4207-a587-d7124c844d8f" providerId="ADAL" clId="{C3A52D76-391A-43F8-B16D-AC801EA5CAA9}" dt="2023-11-08T16:02:55.488" v="2554"/>
          <ac:cxnSpMkLst>
            <pc:docMk/>
            <pc:sldMk cId="685646725" sldId="1780"/>
            <ac:cxnSpMk id="165" creationId="{B67F91E3-A59F-7E33-F7E7-3B088E6F2B25}"/>
          </ac:cxnSpMkLst>
        </pc:cxnChg>
        <pc:cxnChg chg="add del mod">
          <ac:chgData name="Thijs Hauspie" userId="c5aa01d0-0751-4207-a587-d7124c844d8f" providerId="ADAL" clId="{C3A52D76-391A-43F8-B16D-AC801EA5CAA9}" dt="2023-11-08T16:02:55.488" v="2554"/>
          <ac:cxnSpMkLst>
            <pc:docMk/>
            <pc:sldMk cId="685646725" sldId="1780"/>
            <ac:cxnSpMk id="166" creationId="{26C704CB-B41C-376F-2401-CF40CC607263}"/>
          </ac:cxnSpMkLst>
        </pc:cxnChg>
        <pc:cxnChg chg="add del mod">
          <ac:chgData name="Thijs Hauspie" userId="c5aa01d0-0751-4207-a587-d7124c844d8f" providerId="ADAL" clId="{C3A52D76-391A-43F8-B16D-AC801EA5CAA9}" dt="2023-11-08T16:02:55.488" v="2554"/>
          <ac:cxnSpMkLst>
            <pc:docMk/>
            <pc:sldMk cId="685646725" sldId="1780"/>
            <ac:cxnSpMk id="167" creationId="{4AED8B40-5FCD-98AD-9F2C-714F8CA17555}"/>
          </ac:cxnSpMkLst>
        </pc:cxnChg>
        <pc:cxnChg chg="add del mod">
          <ac:chgData name="Thijs Hauspie" userId="c5aa01d0-0751-4207-a587-d7124c844d8f" providerId="ADAL" clId="{C3A52D76-391A-43F8-B16D-AC801EA5CAA9}" dt="2023-11-08T16:02:55.488" v="2554"/>
          <ac:cxnSpMkLst>
            <pc:docMk/>
            <pc:sldMk cId="685646725" sldId="1780"/>
            <ac:cxnSpMk id="168" creationId="{B4E8F930-3931-5645-A2D3-26FEDE19B635}"/>
          </ac:cxnSpMkLst>
        </pc:cxnChg>
        <pc:cxnChg chg="add del mod">
          <ac:chgData name="Thijs Hauspie" userId="c5aa01d0-0751-4207-a587-d7124c844d8f" providerId="ADAL" clId="{C3A52D76-391A-43F8-B16D-AC801EA5CAA9}" dt="2023-11-08T16:02:55.488" v="2554"/>
          <ac:cxnSpMkLst>
            <pc:docMk/>
            <pc:sldMk cId="685646725" sldId="1780"/>
            <ac:cxnSpMk id="169" creationId="{D71D14E0-AE23-0AF9-59EE-D279E6B0FE99}"/>
          </ac:cxnSpMkLst>
        </pc:cxnChg>
        <pc:cxnChg chg="add del mod">
          <ac:chgData name="Thijs Hauspie" userId="c5aa01d0-0751-4207-a587-d7124c844d8f" providerId="ADAL" clId="{C3A52D76-391A-43F8-B16D-AC801EA5CAA9}" dt="2023-11-08T16:02:55.488" v="2554"/>
          <ac:cxnSpMkLst>
            <pc:docMk/>
            <pc:sldMk cId="685646725" sldId="1780"/>
            <ac:cxnSpMk id="172" creationId="{D7E9A595-C003-83AF-A03D-2221BC782E24}"/>
          </ac:cxnSpMkLst>
        </pc:cxnChg>
        <pc:cxnChg chg="add del mod">
          <ac:chgData name="Thijs Hauspie" userId="c5aa01d0-0751-4207-a587-d7124c844d8f" providerId="ADAL" clId="{C3A52D76-391A-43F8-B16D-AC801EA5CAA9}" dt="2023-11-08T16:02:55.488" v="2554"/>
          <ac:cxnSpMkLst>
            <pc:docMk/>
            <pc:sldMk cId="685646725" sldId="1780"/>
            <ac:cxnSpMk id="173" creationId="{53A4A2F7-F895-3E07-FD0A-E018E679B067}"/>
          </ac:cxnSpMkLst>
        </pc:cxnChg>
        <pc:cxnChg chg="add del mod">
          <ac:chgData name="Thijs Hauspie" userId="c5aa01d0-0751-4207-a587-d7124c844d8f" providerId="ADAL" clId="{C3A52D76-391A-43F8-B16D-AC801EA5CAA9}" dt="2023-11-08T16:02:55.488" v="2554"/>
          <ac:cxnSpMkLst>
            <pc:docMk/>
            <pc:sldMk cId="685646725" sldId="1780"/>
            <ac:cxnSpMk id="174" creationId="{968A1CF1-2898-3E04-CDA6-DA64CD23B595}"/>
          </ac:cxnSpMkLst>
        </pc:cxnChg>
        <pc:cxnChg chg="add del mod">
          <ac:chgData name="Thijs Hauspie" userId="c5aa01d0-0751-4207-a587-d7124c844d8f" providerId="ADAL" clId="{C3A52D76-391A-43F8-B16D-AC801EA5CAA9}" dt="2023-11-08T16:02:55.488" v="2554"/>
          <ac:cxnSpMkLst>
            <pc:docMk/>
            <pc:sldMk cId="685646725" sldId="1780"/>
            <ac:cxnSpMk id="175" creationId="{8085A570-C842-F3B8-7A45-C103711DB218}"/>
          </ac:cxnSpMkLst>
        </pc:cxnChg>
        <pc:cxnChg chg="add del mod">
          <ac:chgData name="Thijs Hauspie" userId="c5aa01d0-0751-4207-a587-d7124c844d8f" providerId="ADAL" clId="{C3A52D76-391A-43F8-B16D-AC801EA5CAA9}" dt="2023-11-08T16:02:55.488" v="2554"/>
          <ac:cxnSpMkLst>
            <pc:docMk/>
            <pc:sldMk cId="685646725" sldId="1780"/>
            <ac:cxnSpMk id="193" creationId="{C99FEAF4-ACBA-3A36-ABA3-6604328F149F}"/>
          </ac:cxnSpMkLst>
        </pc:cxnChg>
        <pc:cxnChg chg="add del mod">
          <ac:chgData name="Thijs Hauspie" userId="c5aa01d0-0751-4207-a587-d7124c844d8f" providerId="ADAL" clId="{C3A52D76-391A-43F8-B16D-AC801EA5CAA9}" dt="2023-11-08T16:02:55.488" v="2554"/>
          <ac:cxnSpMkLst>
            <pc:docMk/>
            <pc:sldMk cId="685646725" sldId="1780"/>
            <ac:cxnSpMk id="194" creationId="{187388CA-3357-F87C-42D9-C00247D33A9C}"/>
          </ac:cxnSpMkLst>
        </pc:cxnChg>
        <pc:cxnChg chg="add del mod">
          <ac:chgData name="Thijs Hauspie" userId="c5aa01d0-0751-4207-a587-d7124c844d8f" providerId="ADAL" clId="{C3A52D76-391A-43F8-B16D-AC801EA5CAA9}" dt="2023-11-08T16:02:55.488" v="2554"/>
          <ac:cxnSpMkLst>
            <pc:docMk/>
            <pc:sldMk cId="685646725" sldId="1780"/>
            <ac:cxnSpMk id="195" creationId="{7EF9748C-621A-EEC3-15D8-808ABEF4895E}"/>
          </ac:cxnSpMkLst>
        </pc:cxnChg>
        <pc:cxnChg chg="add del mod">
          <ac:chgData name="Thijs Hauspie" userId="c5aa01d0-0751-4207-a587-d7124c844d8f" providerId="ADAL" clId="{C3A52D76-391A-43F8-B16D-AC801EA5CAA9}" dt="2023-11-08T16:02:55.488" v="2554"/>
          <ac:cxnSpMkLst>
            <pc:docMk/>
            <pc:sldMk cId="685646725" sldId="1780"/>
            <ac:cxnSpMk id="196" creationId="{7DE61738-6891-0D71-9520-D7001F40DAC6}"/>
          </ac:cxnSpMkLst>
        </pc:cxnChg>
        <pc:cxnChg chg="add del mod">
          <ac:chgData name="Thijs Hauspie" userId="c5aa01d0-0751-4207-a587-d7124c844d8f" providerId="ADAL" clId="{C3A52D76-391A-43F8-B16D-AC801EA5CAA9}" dt="2023-11-08T16:02:55.488" v="2554"/>
          <ac:cxnSpMkLst>
            <pc:docMk/>
            <pc:sldMk cId="685646725" sldId="1780"/>
            <ac:cxnSpMk id="197" creationId="{3CE8BC1D-2348-526D-1ADE-B672DADB42CB}"/>
          </ac:cxnSpMkLst>
        </pc:cxnChg>
        <pc:cxnChg chg="add del mod">
          <ac:chgData name="Thijs Hauspie" userId="c5aa01d0-0751-4207-a587-d7124c844d8f" providerId="ADAL" clId="{C3A52D76-391A-43F8-B16D-AC801EA5CAA9}" dt="2023-11-08T16:02:55.488" v="2554"/>
          <ac:cxnSpMkLst>
            <pc:docMk/>
            <pc:sldMk cId="685646725" sldId="1780"/>
            <ac:cxnSpMk id="198" creationId="{C535C578-BA83-C186-5DBE-7055BD536698}"/>
          </ac:cxnSpMkLst>
        </pc:cxnChg>
        <pc:cxnChg chg="add del mod">
          <ac:chgData name="Thijs Hauspie" userId="c5aa01d0-0751-4207-a587-d7124c844d8f" providerId="ADAL" clId="{C3A52D76-391A-43F8-B16D-AC801EA5CAA9}" dt="2023-11-08T16:02:55.488" v="2554"/>
          <ac:cxnSpMkLst>
            <pc:docMk/>
            <pc:sldMk cId="685646725" sldId="1780"/>
            <ac:cxnSpMk id="199" creationId="{1E13B826-F98D-FE59-7032-2C9B00F26360}"/>
          </ac:cxnSpMkLst>
        </pc:cxnChg>
        <pc:cxnChg chg="add del mod">
          <ac:chgData name="Thijs Hauspie" userId="c5aa01d0-0751-4207-a587-d7124c844d8f" providerId="ADAL" clId="{C3A52D76-391A-43F8-B16D-AC801EA5CAA9}" dt="2023-11-08T16:02:55.488" v="2554"/>
          <ac:cxnSpMkLst>
            <pc:docMk/>
            <pc:sldMk cId="685646725" sldId="1780"/>
            <ac:cxnSpMk id="200" creationId="{7E16F025-B015-FF8F-B7B3-E1A1571086C3}"/>
          </ac:cxnSpMkLst>
        </pc:cxnChg>
        <pc:cxnChg chg="add del mod">
          <ac:chgData name="Thijs Hauspie" userId="c5aa01d0-0751-4207-a587-d7124c844d8f" providerId="ADAL" clId="{C3A52D76-391A-43F8-B16D-AC801EA5CAA9}" dt="2023-11-08T16:02:55.488" v="2554"/>
          <ac:cxnSpMkLst>
            <pc:docMk/>
            <pc:sldMk cId="685646725" sldId="1780"/>
            <ac:cxnSpMk id="201" creationId="{A8B7E0EF-096C-6D0D-E766-CE8686908598}"/>
          </ac:cxnSpMkLst>
        </pc:cxnChg>
        <pc:cxnChg chg="add del mod">
          <ac:chgData name="Thijs Hauspie" userId="c5aa01d0-0751-4207-a587-d7124c844d8f" providerId="ADAL" clId="{C3A52D76-391A-43F8-B16D-AC801EA5CAA9}" dt="2023-11-08T16:02:55.488" v="2554"/>
          <ac:cxnSpMkLst>
            <pc:docMk/>
            <pc:sldMk cId="685646725" sldId="1780"/>
            <ac:cxnSpMk id="202" creationId="{17441C25-11BA-7FDF-DFCC-3F42218FDC7E}"/>
          </ac:cxnSpMkLst>
        </pc:cxnChg>
        <pc:cxnChg chg="add del mod">
          <ac:chgData name="Thijs Hauspie" userId="c5aa01d0-0751-4207-a587-d7124c844d8f" providerId="ADAL" clId="{C3A52D76-391A-43F8-B16D-AC801EA5CAA9}" dt="2023-11-08T16:02:55.488" v="2554"/>
          <ac:cxnSpMkLst>
            <pc:docMk/>
            <pc:sldMk cId="685646725" sldId="1780"/>
            <ac:cxnSpMk id="203" creationId="{7453CB7D-6822-B24C-D553-807E2A06C509}"/>
          </ac:cxnSpMkLst>
        </pc:cxnChg>
        <pc:cxnChg chg="add del mod">
          <ac:chgData name="Thijs Hauspie" userId="c5aa01d0-0751-4207-a587-d7124c844d8f" providerId="ADAL" clId="{C3A52D76-391A-43F8-B16D-AC801EA5CAA9}" dt="2023-11-08T16:02:55.488" v="2554"/>
          <ac:cxnSpMkLst>
            <pc:docMk/>
            <pc:sldMk cId="685646725" sldId="1780"/>
            <ac:cxnSpMk id="204" creationId="{5E026D99-5670-AA11-FBA2-29433A0CABD5}"/>
          </ac:cxnSpMkLst>
        </pc:cxnChg>
        <pc:cxnChg chg="add del mod">
          <ac:chgData name="Thijs Hauspie" userId="c5aa01d0-0751-4207-a587-d7124c844d8f" providerId="ADAL" clId="{C3A52D76-391A-43F8-B16D-AC801EA5CAA9}" dt="2023-11-08T16:02:55.488" v="2554"/>
          <ac:cxnSpMkLst>
            <pc:docMk/>
            <pc:sldMk cId="685646725" sldId="1780"/>
            <ac:cxnSpMk id="205" creationId="{773C7702-61A5-CE35-BFDA-DCB795A889E2}"/>
          </ac:cxnSpMkLst>
        </pc:cxnChg>
        <pc:cxnChg chg="add del mod">
          <ac:chgData name="Thijs Hauspie" userId="c5aa01d0-0751-4207-a587-d7124c844d8f" providerId="ADAL" clId="{C3A52D76-391A-43F8-B16D-AC801EA5CAA9}" dt="2023-11-08T16:02:55.488" v="2554"/>
          <ac:cxnSpMkLst>
            <pc:docMk/>
            <pc:sldMk cId="685646725" sldId="1780"/>
            <ac:cxnSpMk id="206" creationId="{D92594E2-48DF-2D22-79B4-00F17A4E7CC5}"/>
          </ac:cxnSpMkLst>
        </pc:cxnChg>
        <pc:cxnChg chg="add del mod">
          <ac:chgData name="Thijs Hauspie" userId="c5aa01d0-0751-4207-a587-d7124c844d8f" providerId="ADAL" clId="{C3A52D76-391A-43F8-B16D-AC801EA5CAA9}" dt="2023-11-08T16:02:55.488" v="2554"/>
          <ac:cxnSpMkLst>
            <pc:docMk/>
            <pc:sldMk cId="685646725" sldId="1780"/>
            <ac:cxnSpMk id="207" creationId="{23432921-E63F-566A-F9F8-61FB946B392A}"/>
          </ac:cxnSpMkLst>
        </pc:cxnChg>
        <pc:cxnChg chg="add del mod">
          <ac:chgData name="Thijs Hauspie" userId="c5aa01d0-0751-4207-a587-d7124c844d8f" providerId="ADAL" clId="{C3A52D76-391A-43F8-B16D-AC801EA5CAA9}" dt="2023-11-08T16:02:55.488" v="2554"/>
          <ac:cxnSpMkLst>
            <pc:docMk/>
            <pc:sldMk cId="685646725" sldId="1780"/>
            <ac:cxnSpMk id="208" creationId="{9E65D1F2-303D-68A4-4869-31462C48A431}"/>
          </ac:cxnSpMkLst>
        </pc:cxnChg>
        <pc:cxnChg chg="add del mod">
          <ac:chgData name="Thijs Hauspie" userId="c5aa01d0-0751-4207-a587-d7124c844d8f" providerId="ADAL" clId="{C3A52D76-391A-43F8-B16D-AC801EA5CAA9}" dt="2023-11-08T16:02:55.488" v="2554"/>
          <ac:cxnSpMkLst>
            <pc:docMk/>
            <pc:sldMk cId="685646725" sldId="1780"/>
            <ac:cxnSpMk id="209" creationId="{E144A118-5B42-569C-E76D-07EF50BAED46}"/>
          </ac:cxnSpMkLst>
        </pc:cxnChg>
        <pc:cxnChg chg="add del mod">
          <ac:chgData name="Thijs Hauspie" userId="c5aa01d0-0751-4207-a587-d7124c844d8f" providerId="ADAL" clId="{C3A52D76-391A-43F8-B16D-AC801EA5CAA9}" dt="2023-11-08T16:02:55.488" v="2554"/>
          <ac:cxnSpMkLst>
            <pc:docMk/>
            <pc:sldMk cId="685646725" sldId="1780"/>
            <ac:cxnSpMk id="210" creationId="{B975BC62-D4A8-F3DA-0BC9-469B90683F11}"/>
          </ac:cxnSpMkLst>
        </pc:cxnChg>
        <pc:cxnChg chg="add del mod">
          <ac:chgData name="Thijs Hauspie" userId="c5aa01d0-0751-4207-a587-d7124c844d8f" providerId="ADAL" clId="{C3A52D76-391A-43F8-B16D-AC801EA5CAA9}" dt="2023-11-08T16:02:55.488" v="2554"/>
          <ac:cxnSpMkLst>
            <pc:docMk/>
            <pc:sldMk cId="685646725" sldId="1780"/>
            <ac:cxnSpMk id="211" creationId="{F0B5BF4E-BF64-BFD6-C24C-B0F4CB71168D}"/>
          </ac:cxnSpMkLst>
        </pc:cxnChg>
        <pc:cxnChg chg="add del mod">
          <ac:chgData name="Thijs Hauspie" userId="c5aa01d0-0751-4207-a587-d7124c844d8f" providerId="ADAL" clId="{C3A52D76-391A-43F8-B16D-AC801EA5CAA9}" dt="2023-11-08T16:02:55.488" v="2554"/>
          <ac:cxnSpMkLst>
            <pc:docMk/>
            <pc:sldMk cId="685646725" sldId="1780"/>
            <ac:cxnSpMk id="212" creationId="{7BFA9D2E-63A3-2623-F91E-96B3F39F717D}"/>
          </ac:cxnSpMkLst>
        </pc:cxnChg>
        <pc:cxnChg chg="add del mod">
          <ac:chgData name="Thijs Hauspie" userId="c5aa01d0-0751-4207-a587-d7124c844d8f" providerId="ADAL" clId="{C3A52D76-391A-43F8-B16D-AC801EA5CAA9}" dt="2023-11-08T16:02:55.488" v="2554"/>
          <ac:cxnSpMkLst>
            <pc:docMk/>
            <pc:sldMk cId="685646725" sldId="1780"/>
            <ac:cxnSpMk id="213" creationId="{063A854F-7083-FA9C-7B2C-43972EA0ABEC}"/>
          </ac:cxnSpMkLst>
        </pc:cxnChg>
        <pc:cxnChg chg="add del mod">
          <ac:chgData name="Thijs Hauspie" userId="c5aa01d0-0751-4207-a587-d7124c844d8f" providerId="ADAL" clId="{C3A52D76-391A-43F8-B16D-AC801EA5CAA9}" dt="2023-11-08T16:02:55.488" v="2554"/>
          <ac:cxnSpMkLst>
            <pc:docMk/>
            <pc:sldMk cId="685646725" sldId="1780"/>
            <ac:cxnSpMk id="214" creationId="{E9D87727-CDD2-C749-38DB-3B3E69A43C37}"/>
          </ac:cxnSpMkLst>
        </pc:cxnChg>
        <pc:cxnChg chg="add del mod">
          <ac:chgData name="Thijs Hauspie" userId="c5aa01d0-0751-4207-a587-d7124c844d8f" providerId="ADAL" clId="{C3A52D76-391A-43F8-B16D-AC801EA5CAA9}" dt="2023-11-08T16:02:55.488" v="2554"/>
          <ac:cxnSpMkLst>
            <pc:docMk/>
            <pc:sldMk cId="685646725" sldId="1780"/>
            <ac:cxnSpMk id="215" creationId="{B601C859-6696-1309-1AC5-9F2C766E53FC}"/>
          </ac:cxnSpMkLst>
        </pc:cxnChg>
        <pc:cxnChg chg="add del mod">
          <ac:chgData name="Thijs Hauspie" userId="c5aa01d0-0751-4207-a587-d7124c844d8f" providerId="ADAL" clId="{C3A52D76-391A-43F8-B16D-AC801EA5CAA9}" dt="2023-11-08T16:02:55.488" v="2554"/>
          <ac:cxnSpMkLst>
            <pc:docMk/>
            <pc:sldMk cId="685646725" sldId="1780"/>
            <ac:cxnSpMk id="218" creationId="{23DE35D1-C155-26BE-D26B-80CA9EDB5EDE}"/>
          </ac:cxnSpMkLst>
        </pc:cxnChg>
        <pc:cxnChg chg="add del mod">
          <ac:chgData name="Thijs Hauspie" userId="c5aa01d0-0751-4207-a587-d7124c844d8f" providerId="ADAL" clId="{C3A52D76-391A-43F8-B16D-AC801EA5CAA9}" dt="2023-11-08T16:02:55.488" v="2554"/>
          <ac:cxnSpMkLst>
            <pc:docMk/>
            <pc:sldMk cId="685646725" sldId="1780"/>
            <ac:cxnSpMk id="219" creationId="{342B86B0-B636-6303-95E1-443B73CB32C7}"/>
          </ac:cxnSpMkLst>
        </pc:cxnChg>
        <pc:cxnChg chg="add del mod">
          <ac:chgData name="Thijs Hauspie" userId="c5aa01d0-0751-4207-a587-d7124c844d8f" providerId="ADAL" clId="{C3A52D76-391A-43F8-B16D-AC801EA5CAA9}" dt="2023-11-08T16:02:55.488" v="2554"/>
          <ac:cxnSpMkLst>
            <pc:docMk/>
            <pc:sldMk cId="685646725" sldId="1780"/>
            <ac:cxnSpMk id="227" creationId="{770A3F76-1D3E-9887-DE5C-96F137919FC9}"/>
          </ac:cxnSpMkLst>
        </pc:cxnChg>
        <pc:cxnChg chg="add del mod">
          <ac:chgData name="Thijs Hauspie" userId="c5aa01d0-0751-4207-a587-d7124c844d8f" providerId="ADAL" clId="{C3A52D76-391A-43F8-B16D-AC801EA5CAA9}" dt="2023-11-08T16:02:55.488" v="2554"/>
          <ac:cxnSpMkLst>
            <pc:docMk/>
            <pc:sldMk cId="685646725" sldId="1780"/>
            <ac:cxnSpMk id="228" creationId="{8B3B3224-C445-5C0A-D087-914935984B84}"/>
          </ac:cxnSpMkLst>
        </pc:cxnChg>
        <pc:cxnChg chg="add del mod">
          <ac:chgData name="Thijs Hauspie" userId="c5aa01d0-0751-4207-a587-d7124c844d8f" providerId="ADAL" clId="{C3A52D76-391A-43F8-B16D-AC801EA5CAA9}" dt="2023-11-08T16:02:55.488" v="2554"/>
          <ac:cxnSpMkLst>
            <pc:docMk/>
            <pc:sldMk cId="685646725" sldId="1780"/>
            <ac:cxnSpMk id="229" creationId="{EF85043D-F4C8-83D6-FE78-85043A3E8CAA}"/>
          </ac:cxnSpMkLst>
        </pc:cxnChg>
        <pc:cxnChg chg="add del mod">
          <ac:chgData name="Thijs Hauspie" userId="c5aa01d0-0751-4207-a587-d7124c844d8f" providerId="ADAL" clId="{C3A52D76-391A-43F8-B16D-AC801EA5CAA9}" dt="2023-11-08T16:02:55.488" v="2554"/>
          <ac:cxnSpMkLst>
            <pc:docMk/>
            <pc:sldMk cId="685646725" sldId="1780"/>
            <ac:cxnSpMk id="230" creationId="{E6558AE8-558C-5C94-510A-8AFC1419C5CB}"/>
          </ac:cxnSpMkLst>
        </pc:cxnChg>
        <pc:cxnChg chg="add del mod">
          <ac:chgData name="Thijs Hauspie" userId="c5aa01d0-0751-4207-a587-d7124c844d8f" providerId="ADAL" clId="{C3A52D76-391A-43F8-B16D-AC801EA5CAA9}" dt="2023-11-08T16:02:55.488" v="2554"/>
          <ac:cxnSpMkLst>
            <pc:docMk/>
            <pc:sldMk cId="685646725" sldId="1780"/>
            <ac:cxnSpMk id="231" creationId="{ACC11B42-82A8-9F5D-E875-FFAE848F017F}"/>
          </ac:cxnSpMkLst>
        </pc:cxnChg>
        <pc:cxnChg chg="add del mod">
          <ac:chgData name="Thijs Hauspie" userId="c5aa01d0-0751-4207-a587-d7124c844d8f" providerId="ADAL" clId="{C3A52D76-391A-43F8-B16D-AC801EA5CAA9}" dt="2023-11-08T16:02:55.488" v="2554"/>
          <ac:cxnSpMkLst>
            <pc:docMk/>
            <pc:sldMk cId="685646725" sldId="1780"/>
            <ac:cxnSpMk id="232" creationId="{E2DD6679-E67D-2156-6CE0-DCC72ED78978}"/>
          </ac:cxnSpMkLst>
        </pc:cxnChg>
        <pc:cxnChg chg="add del mod">
          <ac:chgData name="Thijs Hauspie" userId="c5aa01d0-0751-4207-a587-d7124c844d8f" providerId="ADAL" clId="{C3A52D76-391A-43F8-B16D-AC801EA5CAA9}" dt="2023-11-08T16:02:55.488" v="2554"/>
          <ac:cxnSpMkLst>
            <pc:docMk/>
            <pc:sldMk cId="685646725" sldId="1780"/>
            <ac:cxnSpMk id="233" creationId="{B98C4159-00A9-577D-F3B9-C44918FC2E06}"/>
          </ac:cxnSpMkLst>
        </pc:cxnChg>
        <pc:cxnChg chg="add del mod">
          <ac:chgData name="Thijs Hauspie" userId="c5aa01d0-0751-4207-a587-d7124c844d8f" providerId="ADAL" clId="{C3A52D76-391A-43F8-B16D-AC801EA5CAA9}" dt="2023-11-08T16:02:55.488" v="2554"/>
          <ac:cxnSpMkLst>
            <pc:docMk/>
            <pc:sldMk cId="685646725" sldId="1780"/>
            <ac:cxnSpMk id="234" creationId="{5EFC854F-A595-8C32-AF5F-E0C37EF16422}"/>
          </ac:cxnSpMkLst>
        </pc:cxnChg>
        <pc:cxnChg chg="add del mod">
          <ac:chgData name="Thijs Hauspie" userId="c5aa01d0-0751-4207-a587-d7124c844d8f" providerId="ADAL" clId="{C3A52D76-391A-43F8-B16D-AC801EA5CAA9}" dt="2023-11-08T16:02:55.488" v="2554"/>
          <ac:cxnSpMkLst>
            <pc:docMk/>
            <pc:sldMk cId="685646725" sldId="1780"/>
            <ac:cxnSpMk id="237" creationId="{F475D244-0A79-E505-D729-6BB0385A6AC3}"/>
          </ac:cxnSpMkLst>
        </pc:cxnChg>
        <pc:cxnChg chg="add del mod">
          <ac:chgData name="Thijs Hauspie" userId="c5aa01d0-0751-4207-a587-d7124c844d8f" providerId="ADAL" clId="{C3A52D76-391A-43F8-B16D-AC801EA5CAA9}" dt="2023-11-08T16:02:55.488" v="2554"/>
          <ac:cxnSpMkLst>
            <pc:docMk/>
            <pc:sldMk cId="685646725" sldId="1780"/>
            <ac:cxnSpMk id="238" creationId="{A8725E8D-4E09-4E84-8346-2521C1260016}"/>
          </ac:cxnSpMkLst>
        </pc:cxnChg>
        <pc:cxnChg chg="add del mod">
          <ac:chgData name="Thijs Hauspie" userId="c5aa01d0-0751-4207-a587-d7124c844d8f" providerId="ADAL" clId="{C3A52D76-391A-43F8-B16D-AC801EA5CAA9}" dt="2023-11-08T16:02:55.488" v="2554"/>
          <ac:cxnSpMkLst>
            <pc:docMk/>
            <pc:sldMk cId="685646725" sldId="1780"/>
            <ac:cxnSpMk id="239" creationId="{F682B167-C065-38E7-A5AA-1C27F1E780CC}"/>
          </ac:cxnSpMkLst>
        </pc:cxnChg>
        <pc:cxnChg chg="add del mod">
          <ac:chgData name="Thijs Hauspie" userId="c5aa01d0-0751-4207-a587-d7124c844d8f" providerId="ADAL" clId="{C3A52D76-391A-43F8-B16D-AC801EA5CAA9}" dt="2023-11-08T16:02:55.488" v="2554"/>
          <ac:cxnSpMkLst>
            <pc:docMk/>
            <pc:sldMk cId="685646725" sldId="1780"/>
            <ac:cxnSpMk id="240" creationId="{3AA01233-13A4-5B74-1E76-81AFE16B7140}"/>
          </ac:cxnSpMkLst>
        </pc:cxnChg>
        <pc:cxnChg chg="add del mod">
          <ac:chgData name="Thijs Hauspie" userId="c5aa01d0-0751-4207-a587-d7124c844d8f" providerId="ADAL" clId="{C3A52D76-391A-43F8-B16D-AC801EA5CAA9}" dt="2023-11-08T16:02:55.488" v="2554"/>
          <ac:cxnSpMkLst>
            <pc:docMk/>
            <pc:sldMk cId="685646725" sldId="1780"/>
            <ac:cxnSpMk id="241" creationId="{DF3CA887-00AA-C3C2-6C45-550476EBC42F}"/>
          </ac:cxnSpMkLst>
        </pc:cxnChg>
        <pc:cxnChg chg="add del mod">
          <ac:chgData name="Thijs Hauspie" userId="c5aa01d0-0751-4207-a587-d7124c844d8f" providerId="ADAL" clId="{C3A52D76-391A-43F8-B16D-AC801EA5CAA9}" dt="2023-11-08T16:02:55.488" v="2554"/>
          <ac:cxnSpMkLst>
            <pc:docMk/>
            <pc:sldMk cId="685646725" sldId="1780"/>
            <ac:cxnSpMk id="244" creationId="{B19700F7-1167-B8A7-2EBB-E6EA41582AB6}"/>
          </ac:cxnSpMkLst>
        </pc:cxnChg>
        <pc:cxnChg chg="add del mod">
          <ac:chgData name="Thijs Hauspie" userId="c5aa01d0-0751-4207-a587-d7124c844d8f" providerId="ADAL" clId="{C3A52D76-391A-43F8-B16D-AC801EA5CAA9}" dt="2023-11-08T16:02:55.488" v="2554"/>
          <ac:cxnSpMkLst>
            <pc:docMk/>
            <pc:sldMk cId="685646725" sldId="1780"/>
            <ac:cxnSpMk id="246" creationId="{DC0B986A-D60E-3D52-D660-95FCACE4927D}"/>
          </ac:cxnSpMkLst>
        </pc:cxnChg>
        <pc:cxnChg chg="add del mod">
          <ac:chgData name="Thijs Hauspie" userId="c5aa01d0-0751-4207-a587-d7124c844d8f" providerId="ADAL" clId="{C3A52D76-391A-43F8-B16D-AC801EA5CAA9}" dt="2023-11-08T16:02:55.488" v="2554"/>
          <ac:cxnSpMkLst>
            <pc:docMk/>
            <pc:sldMk cId="685646725" sldId="1780"/>
            <ac:cxnSpMk id="247" creationId="{99062BA5-B2A7-387E-DE58-A6343B6A784D}"/>
          </ac:cxnSpMkLst>
        </pc:cxnChg>
        <pc:cxnChg chg="add del mod">
          <ac:chgData name="Thijs Hauspie" userId="c5aa01d0-0751-4207-a587-d7124c844d8f" providerId="ADAL" clId="{C3A52D76-391A-43F8-B16D-AC801EA5CAA9}" dt="2023-11-08T16:02:55.488" v="2554"/>
          <ac:cxnSpMkLst>
            <pc:docMk/>
            <pc:sldMk cId="685646725" sldId="1780"/>
            <ac:cxnSpMk id="249" creationId="{BE0FBADB-BBC2-8BC1-41AF-BFE8B883B251}"/>
          </ac:cxnSpMkLst>
        </pc:cxnChg>
        <pc:cxnChg chg="add del mod">
          <ac:chgData name="Thijs Hauspie" userId="c5aa01d0-0751-4207-a587-d7124c844d8f" providerId="ADAL" clId="{C3A52D76-391A-43F8-B16D-AC801EA5CAA9}" dt="2023-11-08T16:02:55.488" v="2554"/>
          <ac:cxnSpMkLst>
            <pc:docMk/>
            <pc:sldMk cId="685646725" sldId="1780"/>
            <ac:cxnSpMk id="250" creationId="{C7E3ACFA-9913-7046-9302-FD29E4990517}"/>
          </ac:cxnSpMkLst>
        </pc:cxnChg>
      </pc:sldChg>
      <pc:sldChg chg="add del">
        <pc:chgData name="Thijs Hauspie" userId="c5aa01d0-0751-4207-a587-d7124c844d8f" providerId="ADAL" clId="{C3A52D76-391A-43F8-B16D-AC801EA5CAA9}" dt="2023-11-08T15:58:21.822" v="2506" actId="47"/>
        <pc:sldMkLst>
          <pc:docMk/>
          <pc:sldMk cId="1689037911" sldId="1780"/>
        </pc:sldMkLst>
      </pc:sldChg>
      <pc:sldChg chg="modSp add mod">
        <pc:chgData name="Thijs Hauspie" userId="c5aa01d0-0751-4207-a587-d7124c844d8f" providerId="ADAL" clId="{C3A52D76-391A-43F8-B16D-AC801EA5CAA9}" dt="2023-11-10T11:10:10.671" v="5698" actId="20577"/>
        <pc:sldMkLst>
          <pc:docMk/>
          <pc:sldMk cId="2143869658" sldId="1781"/>
        </pc:sldMkLst>
        <pc:spChg chg="mod">
          <ac:chgData name="Thijs Hauspie" userId="c5aa01d0-0751-4207-a587-d7124c844d8f" providerId="ADAL" clId="{C3A52D76-391A-43F8-B16D-AC801EA5CAA9}" dt="2023-11-10T11:10:10.671" v="5698" actId="20577"/>
          <ac:spMkLst>
            <pc:docMk/>
            <pc:sldMk cId="2143869658" sldId="1781"/>
            <ac:spMk id="3" creationId="{AFA9732D-AB41-4AF6-9647-B5196F5786EE}"/>
          </ac:spMkLst>
        </pc:spChg>
      </pc:sldChg>
      <pc:sldChg chg="delSp modSp mod">
        <pc:chgData name="Thijs Hauspie" userId="c5aa01d0-0751-4207-a587-d7124c844d8f" providerId="ADAL" clId="{C3A52D76-391A-43F8-B16D-AC801EA5CAA9}" dt="2023-11-09T09:19:24.659" v="2787" actId="478"/>
        <pc:sldMkLst>
          <pc:docMk/>
          <pc:sldMk cId="1267013484" sldId="1782"/>
        </pc:sldMkLst>
        <pc:spChg chg="del">
          <ac:chgData name="Thijs Hauspie" userId="c5aa01d0-0751-4207-a587-d7124c844d8f" providerId="ADAL" clId="{C3A52D76-391A-43F8-B16D-AC801EA5CAA9}" dt="2023-11-09T09:19:24.659" v="2787" actId="478"/>
          <ac:spMkLst>
            <pc:docMk/>
            <pc:sldMk cId="1267013484" sldId="1782"/>
            <ac:spMk id="123" creationId="{6843F54F-30B2-40AE-9E9A-0824B077C728}"/>
          </ac:spMkLst>
        </pc:spChg>
        <pc:cxnChg chg="mod">
          <ac:chgData name="Thijs Hauspie" userId="c5aa01d0-0751-4207-a587-d7124c844d8f" providerId="ADAL" clId="{C3A52D76-391A-43F8-B16D-AC801EA5CAA9}" dt="2023-11-09T09:19:13.933" v="2785" actId="208"/>
          <ac:cxnSpMkLst>
            <pc:docMk/>
            <pc:sldMk cId="1267013484" sldId="1782"/>
            <ac:cxnSpMk id="150" creationId="{1FAD0767-08F7-4619-96F5-AEFCCF0988BA}"/>
          </ac:cxnSpMkLst>
        </pc:cxnChg>
        <pc:cxnChg chg="mod">
          <ac:chgData name="Thijs Hauspie" userId="c5aa01d0-0751-4207-a587-d7124c844d8f" providerId="ADAL" clId="{C3A52D76-391A-43F8-B16D-AC801EA5CAA9}" dt="2023-11-09T09:19:22.023" v="2786" actId="208"/>
          <ac:cxnSpMkLst>
            <pc:docMk/>
            <pc:sldMk cId="1267013484" sldId="1782"/>
            <ac:cxnSpMk id="156" creationId="{C310CB75-1EA4-428A-8AED-E7B290126272}"/>
          </ac:cxnSpMkLst>
        </pc:cxnChg>
      </pc:sldChg>
      <pc:sldChg chg="add del">
        <pc:chgData name="Thijs Hauspie" userId="c5aa01d0-0751-4207-a587-d7124c844d8f" providerId="ADAL" clId="{C3A52D76-391A-43F8-B16D-AC801EA5CAA9}" dt="2023-11-09T09:19:47.336" v="2789"/>
        <pc:sldMkLst>
          <pc:docMk/>
          <pc:sldMk cId="3454408785" sldId="1783"/>
        </pc:sldMkLst>
      </pc:sldChg>
      <pc:sldChg chg="addSp modSp add mod">
        <pc:chgData name="Thijs Hauspie" userId="c5aa01d0-0751-4207-a587-d7124c844d8f" providerId="ADAL" clId="{C3A52D76-391A-43F8-B16D-AC801EA5CAA9}" dt="2023-11-09T09:20:48.811" v="2797" actId="208"/>
        <pc:sldMkLst>
          <pc:docMk/>
          <pc:sldMk cId="3819753356" sldId="1783"/>
        </pc:sldMkLst>
        <pc:spChg chg="add mod">
          <ac:chgData name="Thijs Hauspie" userId="c5aa01d0-0751-4207-a587-d7124c844d8f" providerId="ADAL" clId="{C3A52D76-391A-43F8-B16D-AC801EA5CAA9}" dt="2023-11-09T09:20:40.503" v="2796" actId="14100"/>
          <ac:spMkLst>
            <pc:docMk/>
            <pc:sldMk cId="3819753356" sldId="1783"/>
            <ac:spMk id="2" creationId="{75B1C2F7-321A-01C2-D201-9BB79CB6E296}"/>
          </ac:spMkLst>
        </pc:spChg>
        <pc:cxnChg chg="mod">
          <ac:chgData name="Thijs Hauspie" userId="c5aa01d0-0751-4207-a587-d7124c844d8f" providerId="ADAL" clId="{C3A52D76-391A-43F8-B16D-AC801EA5CAA9}" dt="2023-11-09T09:20:48.811" v="2797" actId="208"/>
          <ac:cxnSpMkLst>
            <pc:docMk/>
            <pc:sldMk cId="3819753356" sldId="1783"/>
            <ac:cxnSpMk id="114" creationId="{F7BC28EB-7802-4243-984E-D9BA15170706}"/>
          </ac:cxnSpMkLst>
        </pc:cxnChg>
        <pc:cxnChg chg="mod">
          <ac:chgData name="Thijs Hauspie" userId="c5aa01d0-0751-4207-a587-d7124c844d8f" providerId="ADAL" clId="{C3A52D76-391A-43F8-B16D-AC801EA5CAA9}" dt="2023-11-09T09:20:48.811" v="2797" actId="208"/>
          <ac:cxnSpMkLst>
            <pc:docMk/>
            <pc:sldMk cId="3819753356" sldId="1783"/>
            <ac:cxnSpMk id="153" creationId="{810DD2B1-AC05-4C3C-94F2-1CEB7949146F}"/>
          </ac:cxnSpMkLst>
        </pc:cxnChg>
      </pc:sldChg>
      <pc:sldChg chg="add">
        <pc:chgData name="Thijs Hauspie" userId="c5aa01d0-0751-4207-a587-d7124c844d8f" providerId="ADAL" clId="{C3A52D76-391A-43F8-B16D-AC801EA5CAA9}" dt="2023-11-09T09:46:34.020" v="2883" actId="2890"/>
        <pc:sldMkLst>
          <pc:docMk/>
          <pc:sldMk cId="3807610048" sldId="1784"/>
        </pc:sldMkLst>
      </pc:sldChg>
      <pc:sldChg chg="add del">
        <pc:chgData name="Thijs Hauspie" userId="c5aa01d0-0751-4207-a587-d7124c844d8f" providerId="ADAL" clId="{C3A52D76-391A-43F8-B16D-AC801EA5CAA9}" dt="2023-11-09T11:15:27.462" v="3080" actId="47"/>
        <pc:sldMkLst>
          <pc:docMk/>
          <pc:sldMk cId="98541806" sldId="1785"/>
        </pc:sldMkLst>
      </pc:sldChg>
      <pc:sldChg chg="modSp add mod">
        <pc:chgData name="Thijs Hauspie" userId="c5aa01d0-0751-4207-a587-d7124c844d8f" providerId="ADAL" clId="{C3A52D76-391A-43F8-B16D-AC801EA5CAA9}" dt="2023-11-09T11:14:24.564" v="3070" actId="20577"/>
        <pc:sldMkLst>
          <pc:docMk/>
          <pc:sldMk cId="2851141524" sldId="1786"/>
        </pc:sldMkLst>
        <pc:spChg chg="mod">
          <ac:chgData name="Thijs Hauspie" userId="c5aa01d0-0751-4207-a587-d7124c844d8f" providerId="ADAL" clId="{C3A52D76-391A-43F8-B16D-AC801EA5CAA9}" dt="2023-11-09T11:14:24.564" v="3070" actId="20577"/>
          <ac:spMkLst>
            <pc:docMk/>
            <pc:sldMk cId="2851141524" sldId="1786"/>
            <ac:spMk id="6" creationId="{D218D92A-74AD-49F8-A8A9-AD801B689B50}"/>
          </ac:spMkLst>
        </pc:spChg>
      </pc:sldChg>
      <pc:sldChg chg="modSp add mod">
        <pc:chgData name="Thijs Hauspie" userId="c5aa01d0-0751-4207-a587-d7124c844d8f" providerId="ADAL" clId="{C3A52D76-391A-43F8-B16D-AC801EA5CAA9}" dt="2023-11-09T09:49:48.820" v="3063" actId="20577"/>
        <pc:sldMkLst>
          <pc:docMk/>
          <pc:sldMk cId="2035410602" sldId="1787"/>
        </pc:sldMkLst>
        <pc:spChg chg="mod">
          <ac:chgData name="Thijs Hauspie" userId="c5aa01d0-0751-4207-a587-d7124c844d8f" providerId="ADAL" clId="{C3A52D76-391A-43F8-B16D-AC801EA5CAA9}" dt="2023-11-09T09:49:48.820" v="3063" actId="20577"/>
          <ac:spMkLst>
            <pc:docMk/>
            <pc:sldMk cId="2035410602" sldId="1787"/>
            <ac:spMk id="4" creationId="{9418F115-67BE-FFF3-558A-F9BDF87B526D}"/>
          </ac:spMkLst>
        </pc:spChg>
      </pc:sldChg>
      <pc:sldChg chg="modSp add mod">
        <pc:chgData name="Thijs Hauspie" userId="c5aa01d0-0751-4207-a587-d7124c844d8f" providerId="ADAL" clId="{C3A52D76-391A-43F8-B16D-AC801EA5CAA9}" dt="2023-11-09T11:14:11.197" v="3066" actId="20577"/>
        <pc:sldMkLst>
          <pc:docMk/>
          <pc:sldMk cId="742242949" sldId="1788"/>
        </pc:sldMkLst>
        <pc:spChg chg="mod">
          <ac:chgData name="Thijs Hauspie" userId="c5aa01d0-0751-4207-a587-d7124c844d8f" providerId="ADAL" clId="{C3A52D76-391A-43F8-B16D-AC801EA5CAA9}" dt="2023-11-09T11:14:11.197" v="3066" actId="20577"/>
          <ac:spMkLst>
            <pc:docMk/>
            <pc:sldMk cId="742242949" sldId="1788"/>
            <ac:spMk id="6" creationId="{D218D92A-74AD-49F8-A8A9-AD801B689B50}"/>
          </ac:spMkLst>
        </pc:spChg>
      </pc:sldChg>
      <pc:sldChg chg="modSp add mod">
        <pc:chgData name="Thijs Hauspie" userId="c5aa01d0-0751-4207-a587-d7124c844d8f" providerId="ADAL" clId="{C3A52D76-391A-43F8-B16D-AC801EA5CAA9}" dt="2023-11-09T11:14:44.167" v="3075" actId="20577"/>
        <pc:sldMkLst>
          <pc:docMk/>
          <pc:sldMk cId="4115517203" sldId="1789"/>
        </pc:sldMkLst>
        <pc:spChg chg="mod">
          <ac:chgData name="Thijs Hauspie" userId="c5aa01d0-0751-4207-a587-d7124c844d8f" providerId="ADAL" clId="{C3A52D76-391A-43F8-B16D-AC801EA5CAA9}" dt="2023-11-09T11:14:44.167" v="3075" actId="20577"/>
          <ac:spMkLst>
            <pc:docMk/>
            <pc:sldMk cId="4115517203" sldId="1789"/>
            <ac:spMk id="6" creationId="{D218D92A-74AD-49F8-A8A9-AD801B689B50}"/>
          </ac:spMkLst>
        </pc:spChg>
      </pc:sldChg>
      <pc:sldChg chg="modSp add mod">
        <pc:chgData name="Thijs Hauspie" userId="c5aa01d0-0751-4207-a587-d7124c844d8f" providerId="ADAL" clId="{C3A52D76-391A-43F8-B16D-AC801EA5CAA9}" dt="2023-11-09T11:14:53.049" v="3078" actId="20577"/>
        <pc:sldMkLst>
          <pc:docMk/>
          <pc:sldMk cId="1318580537" sldId="1790"/>
        </pc:sldMkLst>
        <pc:spChg chg="mod">
          <ac:chgData name="Thijs Hauspie" userId="c5aa01d0-0751-4207-a587-d7124c844d8f" providerId="ADAL" clId="{C3A52D76-391A-43F8-B16D-AC801EA5CAA9}" dt="2023-11-09T11:14:53.049" v="3078" actId="20577"/>
          <ac:spMkLst>
            <pc:docMk/>
            <pc:sldMk cId="1318580537" sldId="1790"/>
            <ac:spMk id="6" creationId="{D218D92A-74AD-49F8-A8A9-AD801B689B50}"/>
          </ac:spMkLst>
        </pc:spChg>
      </pc:sldChg>
      <pc:sldChg chg="modSp add mod">
        <pc:chgData name="Thijs Hauspie" userId="c5aa01d0-0751-4207-a587-d7124c844d8f" providerId="ADAL" clId="{C3A52D76-391A-43F8-B16D-AC801EA5CAA9}" dt="2023-11-09T11:20:55.576" v="3214" actId="20577"/>
        <pc:sldMkLst>
          <pc:docMk/>
          <pc:sldMk cId="1733060434" sldId="1791"/>
        </pc:sldMkLst>
        <pc:spChg chg="mod">
          <ac:chgData name="Thijs Hauspie" userId="c5aa01d0-0751-4207-a587-d7124c844d8f" providerId="ADAL" clId="{C3A52D76-391A-43F8-B16D-AC801EA5CAA9}" dt="2023-11-09T11:20:55.576" v="3214" actId="20577"/>
          <ac:spMkLst>
            <pc:docMk/>
            <pc:sldMk cId="1733060434" sldId="1791"/>
            <ac:spMk id="6" creationId="{D218D92A-74AD-49F8-A8A9-AD801B689B50}"/>
          </ac:spMkLst>
        </pc:spChg>
      </pc:sldChg>
      <pc:sldChg chg="addSp delSp modSp add mod">
        <pc:chgData name="Thijs Hauspie" userId="c5aa01d0-0751-4207-a587-d7124c844d8f" providerId="ADAL" clId="{C3A52D76-391A-43F8-B16D-AC801EA5CAA9}" dt="2023-11-09T11:20:12.344" v="3208" actId="1076"/>
        <pc:sldMkLst>
          <pc:docMk/>
          <pc:sldMk cId="1650902096" sldId="1792"/>
        </pc:sldMkLst>
        <pc:spChg chg="del">
          <ac:chgData name="Thijs Hauspie" userId="c5aa01d0-0751-4207-a587-d7124c844d8f" providerId="ADAL" clId="{C3A52D76-391A-43F8-B16D-AC801EA5CAA9}" dt="2023-11-09T11:17:24.583" v="3089" actId="478"/>
          <ac:spMkLst>
            <pc:docMk/>
            <pc:sldMk cId="1650902096" sldId="1792"/>
            <ac:spMk id="4" creationId="{9418F115-67BE-FFF3-558A-F9BDF87B526D}"/>
          </ac:spMkLst>
        </pc:spChg>
        <pc:spChg chg="mod">
          <ac:chgData name="Thijs Hauspie" userId="c5aa01d0-0751-4207-a587-d7124c844d8f" providerId="ADAL" clId="{C3A52D76-391A-43F8-B16D-AC801EA5CAA9}" dt="2023-11-09T11:18:22.196" v="3204" actId="20577"/>
          <ac:spMkLst>
            <pc:docMk/>
            <pc:sldMk cId="1650902096" sldId="1792"/>
            <ac:spMk id="7" creationId="{91A179EB-14B4-4616-A3C2-51B0188B9352}"/>
          </ac:spMkLst>
        </pc:spChg>
        <pc:picChg chg="del">
          <ac:chgData name="Thijs Hauspie" userId="c5aa01d0-0751-4207-a587-d7124c844d8f" providerId="ADAL" clId="{C3A52D76-391A-43F8-B16D-AC801EA5CAA9}" dt="2023-11-09T11:17:26.968" v="3092" actId="478"/>
          <ac:picMkLst>
            <pc:docMk/>
            <pc:sldMk cId="1650902096" sldId="1792"/>
            <ac:picMk id="3" creationId="{99E9AC3B-C6FA-EEF9-2815-89BD63902369}"/>
          </ac:picMkLst>
        </pc:picChg>
        <pc:picChg chg="add mod">
          <ac:chgData name="Thijs Hauspie" userId="c5aa01d0-0751-4207-a587-d7124c844d8f" providerId="ADAL" clId="{C3A52D76-391A-43F8-B16D-AC801EA5CAA9}" dt="2023-11-09T11:17:48.297" v="3096" actId="1076"/>
          <ac:picMkLst>
            <pc:docMk/>
            <pc:sldMk cId="1650902096" sldId="1792"/>
            <ac:picMk id="8" creationId="{B20FDAAB-8544-9FC4-A00A-97725C64C746}"/>
          </ac:picMkLst>
        </pc:picChg>
        <pc:picChg chg="del">
          <ac:chgData name="Thijs Hauspie" userId="c5aa01d0-0751-4207-a587-d7124c844d8f" providerId="ADAL" clId="{C3A52D76-391A-43F8-B16D-AC801EA5CAA9}" dt="2023-11-09T11:17:25.624" v="3091" actId="478"/>
          <ac:picMkLst>
            <pc:docMk/>
            <pc:sldMk cId="1650902096" sldId="1792"/>
            <ac:picMk id="9" creationId="{205DF52F-2EC2-4AB2-B48D-90AAA0FAFFF1}"/>
          </ac:picMkLst>
        </pc:picChg>
        <pc:picChg chg="del">
          <ac:chgData name="Thijs Hauspie" userId="c5aa01d0-0751-4207-a587-d7124c844d8f" providerId="ADAL" clId="{C3A52D76-391A-43F8-B16D-AC801EA5CAA9}" dt="2023-11-09T11:17:25.112" v="3090" actId="478"/>
          <ac:picMkLst>
            <pc:docMk/>
            <pc:sldMk cId="1650902096" sldId="1792"/>
            <ac:picMk id="10" creationId="{9B575996-BAF5-45B2-9901-FB5E4D8B8B45}"/>
          </ac:picMkLst>
        </pc:picChg>
        <pc:picChg chg="add mod">
          <ac:chgData name="Thijs Hauspie" userId="c5aa01d0-0751-4207-a587-d7124c844d8f" providerId="ADAL" clId="{C3A52D76-391A-43F8-B16D-AC801EA5CAA9}" dt="2023-11-09T11:20:12.344" v="3208" actId="1076"/>
          <ac:picMkLst>
            <pc:docMk/>
            <pc:sldMk cId="1650902096" sldId="1792"/>
            <ac:picMk id="13" creationId="{18FE59A5-C77A-CCEB-1AAD-5D2BE677CF0B}"/>
          </ac:picMkLst>
        </pc:picChg>
      </pc:sldChg>
      <pc:sldChg chg="modSp add mod">
        <pc:chgData name="Thijs Hauspie" userId="c5aa01d0-0751-4207-a587-d7124c844d8f" providerId="ADAL" clId="{C3A52D76-391A-43F8-B16D-AC801EA5CAA9}" dt="2023-11-09T18:04:30.286" v="5666" actId="20577"/>
        <pc:sldMkLst>
          <pc:docMk/>
          <pc:sldMk cId="851760755" sldId="1793"/>
        </pc:sldMkLst>
        <pc:spChg chg="mod">
          <ac:chgData name="Thijs Hauspie" userId="c5aa01d0-0751-4207-a587-d7124c844d8f" providerId="ADAL" clId="{C3A52D76-391A-43F8-B16D-AC801EA5CAA9}" dt="2023-11-09T18:04:30.286" v="5666" actId="20577"/>
          <ac:spMkLst>
            <pc:docMk/>
            <pc:sldMk cId="851760755" sldId="1793"/>
            <ac:spMk id="2" creationId="{1D528B7A-3168-440C-A60C-A036931164EC}"/>
          </ac:spMkLst>
        </pc:spChg>
      </pc:sldChg>
      <pc:sldChg chg="modSp add mod">
        <pc:chgData name="Thijs Hauspie" userId="c5aa01d0-0751-4207-a587-d7124c844d8f" providerId="ADAL" clId="{C3A52D76-391A-43F8-B16D-AC801EA5CAA9}" dt="2023-11-09T18:11:53.723" v="5685" actId="115"/>
        <pc:sldMkLst>
          <pc:docMk/>
          <pc:sldMk cId="2290124902" sldId="1794"/>
        </pc:sldMkLst>
        <pc:spChg chg="mod">
          <ac:chgData name="Thijs Hauspie" userId="c5aa01d0-0751-4207-a587-d7124c844d8f" providerId="ADAL" clId="{C3A52D76-391A-43F8-B16D-AC801EA5CAA9}" dt="2023-11-09T16:14:41.928" v="4443" actId="20577"/>
          <ac:spMkLst>
            <pc:docMk/>
            <pc:sldMk cId="2290124902" sldId="1794"/>
            <ac:spMk id="2" creationId="{2487FA35-A2A9-47D2-B705-6EA42514C1AE}"/>
          </ac:spMkLst>
        </pc:spChg>
        <pc:spChg chg="mod">
          <ac:chgData name="Thijs Hauspie" userId="c5aa01d0-0751-4207-a587-d7124c844d8f" providerId="ADAL" clId="{C3A52D76-391A-43F8-B16D-AC801EA5CAA9}" dt="2023-11-09T18:11:53.723" v="5685" actId="115"/>
          <ac:spMkLst>
            <pc:docMk/>
            <pc:sldMk cId="2290124902" sldId="1794"/>
            <ac:spMk id="3" creationId="{AFA9732D-AB41-4AF6-9647-B5196F5786EE}"/>
          </ac:spMkLst>
        </pc:spChg>
      </pc:sldChg>
      <pc:sldChg chg="modSp add mod">
        <pc:chgData name="Thijs Hauspie" userId="c5aa01d0-0751-4207-a587-d7124c844d8f" providerId="ADAL" clId="{C3A52D76-391A-43F8-B16D-AC801EA5CAA9}" dt="2023-11-09T18:11:49.885" v="5683" actId="115"/>
        <pc:sldMkLst>
          <pc:docMk/>
          <pc:sldMk cId="3111627329" sldId="1795"/>
        </pc:sldMkLst>
        <pc:spChg chg="mod">
          <ac:chgData name="Thijs Hauspie" userId="c5aa01d0-0751-4207-a587-d7124c844d8f" providerId="ADAL" clId="{C3A52D76-391A-43F8-B16D-AC801EA5CAA9}" dt="2023-11-09T16:15:43.983" v="4444" actId="313"/>
          <ac:spMkLst>
            <pc:docMk/>
            <pc:sldMk cId="3111627329" sldId="1795"/>
            <ac:spMk id="2" creationId="{2487FA35-A2A9-47D2-B705-6EA42514C1AE}"/>
          </ac:spMkLst>
        </pc:spChg>
        <pc:spChg chg="mod">
          <ac:chgData name="Thijs Hauspie" userId="c5aa01d0-0751-4207-a587-d7124c844d8f" providerId="ADAL" clId="{C3A52D76-391A-43F8-B16D-AC801EA5CAA9}" dt="2023-11-09T18:11:49.885" v="5683" actId="115"/>
          <ac:spMkLst>
            <pc:docMk/>
            <pc:sldMk cId="3111627329" sldId="1795"/>
            <ac:spMk id="3" creationId="{AFA9732D-AB41-4AF6-9647-B5196F5786EE}"/>
          </ac:spMkLst>
        </pc:spChg>
      </pc:sldChg>
      <pc:sldChg chg="modSp add mod">
        <pc:chgData name="Thijs Hauspie" userId="c5aa01d0-0751-4207-a587-d7124c844d8f" providerId="ADAL" clId="{C3A52D76-391A-43F8-B16D-AC801EA5CAA9}" dt="2023-11-09T18:11:44.540" v="5680" actId="115"/>
        <pc:sldMkLst>
          <pc:docMk/>
          <pc:sldMk cId="1470998284" sldId="1796"/>
        </pc:sldMkLst>
        <pc:spChg chg="mod">
          <ac:chgData name="Thijs Hauspie" userId="c5aa01d0-0751-4207-a587-d7124c844d8f" providerId="ADAL" clId="{C3A52D76-391A-43F8-B16D-AC801EA5CAA9}" dt="2023-11-09T16:15:56.115" v="4445" actId="313"/>
          <ac:spMkLst>
            <pc:docMk/>
            <pc:sldMk cId="1470998284" sldId="1796"/>
            <ac:spMk id="2" creationId="{2487FA35-A2A9-47D2-B705-6EA42514C1AE}"/>
          </ac:spMkLst>
        </pc:spChg>
        <pc:spChg chg="mod">
          <ac:chgData name="Thijs Hauspie" userId="c5aa01d0-0751-4207-a587-d7124c844d8f" providerId="ADAL" clId="{C3A52D76-391A-43F8-B16D-AC801EA5CAA9}" dt="2023-11-09T18:11:44.540" v="5680" actId="115"/>
          <ac:spMkLst>
            <pc:docMk/>
            <pc:sldMk cId="1470998284" sldId="1796"/>
            <ac:spMk id="3" creationId="{AFA9732D-AB41-4AF6-9647-B5196F5786EE}"/>
          </ac:spMkLst>
        </pc:spChg>
      </pc:sldChg>
      <pc:sldChg chg="add">
        <pc:chgData name="Thijs Hauspie" userId="c5aa01d0-0751-4207-a587-d7124c844d8f" providerId="ADAL" clId="{C3A52D76-391A-43F8-B16D-AC801EA5CAA9}" dt="2023-11-09T13:55:21.799" v="4087"/>
        <pc:sldMkLst>
          <pc:docMk/>
          <pc:sldMk cId="3943617969" sldId="1797"/>
        </pc:sldMkLst>
      </pc:sldChg>
      <pc:sldChg chg="modSp add mod">
        <pc:chgData name="Thijs Hauspie" userId="c5aa01d0-0751-4207-a587-d7124c844d8f" providerId="ADAL" clId="{C3A52D76-391A-43F8-B16D-AC801EA5CAA9}" dt="2023-11-09T16:28:06.680" v="4710" actId="208"/>
        <pc:sldMkLst>
          <pc:docMk/>
          <pc:sldMk cId="552314359" sldId="1798"/>
        </pc:sldMkLst>
        <pc:spChg chg="mod">
          <ac:chgData name="Thijs Hauspie" userId="c5aa01d0-0751-4207-a587-d7124c844d8f" providerId="ADAL" clId="{C3A52D76-391A-43F8-B16D-AC801EA5CAA9}" dt="2023-11-09T16:27:48.705" v="4707" actId="14100"/>
          <ac:spMkLst>
            <pc:docMk/>
            <pc:sldMk cId="552314359" sldId="1798"/>
            <ac:spMk id="2" creationId="{75B1C2F7-321A-01C2-D201-9BB79CB6E296}"/>
          </ac:spMkLst>
        </pc:spChg>
        <pc:cxnChg chg="mod">
          <ac:chgData name="Thijs Hauspie" userId="c5aa01d0-0751-4207-a587-d7124c844d8f" providerId="ADAL" clId="{C3A52D76-391A-43F8-B16D-AC801EA5CAA9}" dt="2023-11-09T16:28:06.680" v="4710" actId="208"/>
          <ac:cxnSpMkLst>
            <pc:docMk/>
            <pc:sldMk cId="552314359" sldId="1798"/>
            <ac:cxnSpMk id="114" creationId="{F7BC28EB-7802-4243-984E-D9BA15170706}"/>
          </ac:cxnSpMkLst>
        </pc:cxnChg>
        <pc:cxnChg chg="mod">
          <ac:chgData name="Thijs Hauspie" userId="c5aa01d0-0751-4207-a587-d7124c844d8f" providerId="ADAL" clId="{C3A52D76-391A-43F8-B16D-AC801EA5CAA9}" dt="2023-11-09T16:28:00.556" v="4709" actId="208"/>
          <ac:cxnSpMkLst>
            <pc:docMk/>
            <pc:sldMk cId="552314359" sldId="1798"/>
            <ac:cxnSpMk id="150" creationId="{1FAD0767-08F7-4619-96F5-AEFCCF0988BA}"/>
          </ac:cxnSpMkLst>
        </pc:cxnChg>
        <pc:cxnChg chg="mod">
          <ac:chgData name="Thijs Hauspie" userId="c5aa01d0-0751-4207-a587-d7124c844d8f" providerId="ADAL" clId="{C3A52D76-391A-43F8-B16D-AC801EA5CAA9}" dt="2023-11-09T16:28:06.680" v="4710" actId="208"/>
          <ac:cxnSpMkLst>
            <pc:docMk/>
            <pc:sldMk cId="552314359" sldId="1798"/>
            <ac:cxnSpMk id="153" creationId="{810DD2B1-AC05-4C3C-94F2-1CEB7949146F}"/>
          </ac:cxnSpMkLst>
        </pc:cxnChg>
        <pc:cxnChg chg="mod">
          <ac:chgData name="Thijs Hauspie" userId="c5aa01d0-0751-4207-a587-d7124c844d8f" providerId="ADAL" clId="{C3A52D76-391A-43F8-B16D-AC801EA5CAA9}" dt="2023-11-09T16:27:56.865" v="4708" actId="208"/>
          <ac:cxnSpMkLst>
            <pc:docMk/>
            <pc:sldMk cId="552314359" sldId="1798"/>
            <ac:cxnSpMk id="156" creationId="{C310CB75-1EA4-428A-8AED-E7B290126272}"/>
          </ac:cxnSpMkLst>
        </pc:cxnChg>
      </pc:sldChg>
      <pc:sldChg chg="modSp add mod">
        <pc:chgData name="Thijs Hauspie" userId="c5aa01d0-0751-4207-a587-d7124c844d8f" providerId="ADAL" clId="{C3A52D76-391A-43F8-B16D-AC801EA5CAA9}" dt="2023-11-09T18:11:39.869" v="5678" actId="115"/>
        <pc:sldMkLst>
          <pc:docMk/>
          <pc:sldMk cId="16440993" sldId="1799"/>
        </pc:sldMkLst>
        <pc:spChg chg="mod">
          <ac:chgData name="Thijs Hauspie" userId="c5aa01d0-0751-4207-a587-d7124c844d8f" providerId="ADAL" clId="{C3A52D76-391A-43F8-B16D-AC801EA5CAA9}" dt="2023-11-09T16:16:01.230" v="4446" actId="313"/>
          <ac:spMkLst>
            <pc:docMk/>
            <pc:sldMk cId="16440993" sldId="1799"/>
            <ac:spMk id="2" creationId="{2487FA35-A2A9-47D2-B705-6EA42514C1AE}"/>
          </ac:spMkLst>
        </pc:spChg>
        <pc:spChg chg="mod">
          <ac:chgData name="Thijs Hauspie" userId="c5aa01d0-0751-4207-a587-d7124c844d8f" providerId="ADAL" clId="{C3A52D76-391A-43F8-B16D-AC801EA5CAA9}" dt="2023-11-09T18:11:39.869" v="5678" actId="115"/>
          <ac:spMkLst>
            <pc:docMk/>
            <pc:sldMk cId="16440993" sldId="1799"/>
            <ac:spMk id="3" creationId="{AFA9732D-AB41-4AF6-9647-B5196F5786EE}"/>
          </ac:spMkLst>
        </pc:spChg>
      </pc:sldChg>
      <pc:sldChg chg="modSp add del mod">
        <pc:chgData name="Thijs Hauspie" userId="c5aa01d0-0751-4207-a587-d7124c844d8f" providerId="ADAL" clId="{C3A52D76-391A-43F8-B16D-AC801EA5CAA9}" dt="2023-11-09T16:29:04.959" v="4730" actId="47"/>
        <pc:sldMkLst>
          <pc:docMk/>
          <pc:sldMk cId="779669318" sldId="1800"/>
        </pc:sldMkLst>
        <pc:spChg chg="mod">
          <ac:chgData name="Thijs Hauspie" userId="c5aa01d0-0751-4207-a587-d7124c844d8f" providerId="ADAL" clId="{C3A52D76-391A-43F8-B16D-AC801EA5CAA9}" dt="2023-11-09T16:16:02.240" v="4447" actId="313"/>
          <ac:spMkLst>
            <pc:docMk/>
            <pc:sldMk cId="779669318" sldId="1800"/>
            <ac:spMk id="2" creationId="{2487FA35-A2A9-47D2-B705-6EA42514C1AE}"/>
          </ac:spMkLst>
        </pc:spChg>
      </pc:sldChg>
      <pc:sldChg chg="modSp add mod">
        <pc:chgData name="Thijs Hauspie" userId="c5aa01d0-0751-4207-a587-d7124c844d8f" providerId="ADAL" clId="{C3A52D76-391A-43F8-B16D-AC801EA5CAA9}" dt="2023-11-09T16:16:03.846" v="4448" actId="313"/>
        <pc:sldMkLst>
          <pc:docMk/>
          <pc:sldMk cId="2566649348" sldId="1801"/>
        </pc:sldMkLst>
        <pc:spChg chg="mod">
          <ac:chgData name="Thijs Hauspie" userId="c5aa01d0-0751-4207-a587-d7124c844d8f" providerId="ADAL" clId="{C3A52D76-391A-43F8-B16D-AC801EA5CAA9}" dt="2023-11-09T16:16:03.846" v="4448" actId="313"/>
          <ac:spMkLst>
            <pc:docMk/>
            <pc:sldMk cId="2566649348" sldId="1801"/>
            <ac:spMk id="5" creationId="{3A004925-A370-44E2-A732-52A6295CBDEB}"/>
          </ac:spMkLst>
        </pc:spChg>
      </pc:sldChg>
      <pc:sldChg chg="modSp add mod">
        <pc:chgData name="Thijs Hauspie" userId="c5aa01d0-0751-4207-a587-d7124c844d8f" providerId="ADAL" clId="{C3A52D76-391A-43F8-B16D-AC801EA5CAA9}" dt="2023-11-09T16:35:43.705" v="4790" actId="14100"/>
        <pc:sldMkLst>
          <pc:docMk/>
          <pc:sldMk cId="2698705497" sldId="1802"/>
        </pc:sldMkLst>
        <pc:spChg chg="mod">
          <ac:chgData name="Thijs Hauspie" userId="c5aa01d0-0751-4207-a587-d7124c844d8f" providerId="ADAL" clId="{C3A52D76-391A-43F8-B16D-AC801EA5CAA9}" dt="2023-11-09T16:35:43.705" v="4790" actId="14100"/>
          <ac:spMkLst>
            <pc:docMk/>
            <pc:sldMk cId="2698705497" sldId="1802"/>
            <ac:spMk id="4" creationId="{9418F115-67BE-FFF3-558A-F9BDF87B526D}"/>
          </ac:spMkLst>
        </pc:spChg>
        <pc:spChg chg="mod">
          <ac:chgData name="Thijs Hauspie" userId="c5aa01d0-0751-4207-a587-d7124c844d8f" providerId="ADAL" clId="{C3A52D76-391A-43F8-B16D-AC801EA5CAA9}" dt="2023-11-09T16:16:04.391" v="4449" actId="313"/>
          <ac:spMkLst>
            <pc:docMk/>
            <pc:sldMk cId="2698705497" sldId="1802"/>
            <ac:spMk id="5" creationId="{3A004925-A370-44E2-A732-52A6295CBDEB}"/>
          </ac:spMkLst>
        </pc:spChg>
        <pc:picChg chg="mod">
          <ac:chgData name="Thijs Hauspie" userId="c5aa01d0-0751-4207-a587-d7124c844d8f" providerId="ADAL" clId="{C3A52D76-391A-43F8-B16D-AC801EA5CAA9}" dt="2023-11-09T16:33:44.377" v="4764" actId="14826"/>
          <ac:picMkLst>
            <pc:docMk/>
            <pc:sldMk cId="2698705497" sldId="1802"/>
            <ac:picMk id="3" creationId="{99E9AC3B-C6FA-EEF9-2815-89BD63902369}"/>
          </ac:picMkLst>
        </pc:picChg>
        <pc:picChg chg="mod">
          <ac:chgData name="Thijs Hauspie" userId="c5aa01d0-0751-4207-a587-d7124c844d8f" providerId="ADAL" clId="{C3A52D76-391A-43F8-B16D-AC801EA5CAA9}" dt="2023-11-09T16:34:05.931" v="4769" actId="1076"/>
          <ac:picMkLst>
            <pc:docMk/>
            <pc:sldMk cId="2698705497" sldId="1802"/>
            <ac:picMk id="9" creationId="{205DF52F-2EC2-4AB2-B48D-90AAA0FAFFF1}"/>
          </ac:picMkLst>
        </pc:picChg>
        <pc:picChg chg="mod">
          <ac:chgData name="Thijs Hauspie" userId="c5aa01d0-0751-4207-a587-d7124c844d8f" providerId="ADAL" clId="{C3A52D76-391A-43F8-B16D-AC801EA5CAA9}" dt="2023-11-09T16:34:10.814" v="4770" actId="14826"/>
          <ac:picMkLst>
            <pc:docMk/>
            <pc:sldMk cId="2698705497" sldId="1802"/>
            <ac:picMk id="10" creationId="{9B575996-BAF5-45B2-9901-FB5E4D8B8B45}"/>
          </ac:picMkLst>
        </pc:picChg>
      </pc:sldChg>
      <pc:sldChg chg="modSp add del mod">
        <pc:chgData name="Thijs Hauspie" userId="c5aa01d0-0751-4207-a587-d7124c844d8f" providerId="ADAL" clId="{C3A52D76-391A-43F8-B16D-AC801EA5CAA9}" dt="2023-11-09T16:35:55.444" v="4791" actId="47"/>
        <pc:sldMkLst>
          <pc:docMk/>
          <pc:sldMk cId="1177249736" sldId="1803"/>
        </pc:sldMkLst>
        <pc:spChg chg="mod">
          <ac:chgData name="Thijs Hauspie" userId="c5aa01d0-0751-4207-a587-d7124c844d8f" providerId="ADAL" clId="{C3A52D76-391A-43F8-B16D-AC801EA5CAA9}" dt="2023-11-09T16:16:04.828" v="4450" actId="313"/>
          <ac:spMkLst>
            <pc:docMk/>
            <pc:sldMk cId="1177249736" sldId="1803"/>
            <ac:spMk id="5" creationId="{3A004925-A370-44E2-A732-52A6295CBDEB}"/>
          </ac:spMkLst>
        </pc:spChg>
      </pc:sldChg>
      <pc:sldChg chg="addSp delSp modSp add mod">
        <pc:chgData name="Thijs Hauspie" userId="c5aa01d0-0751-4207-a587-d7124c844d8f" providerId="ADAL" clId="{C3A52D76-391A-43F8-B16D-AC801EA5CAA9}" dt="2023-11-09T18:13:09.851" v="5686" actId="11529"/>
        <pc:sldMkLst>
          <pc:docMk/>
          <pc:sldMk cId="1202778264" sldId="1804"/>
        </pc:sldMkLst>
        <pc:spChg chg="mod">
          <ac:chgData name="Thijs Hauspie" userId="c5aa01d0-0751-4207-a587-d7124c844d8f" providerId="ADAL" clId="{C3A52D76-391A-43F8-B16D-AC801EA5CAA9}" dt="2023-11-09T16:16:05.499" v="4451" actId="313"/>
          <ac:spMkLst>
            <pc:docMk/>
            <pc:sldMk cId="1202778264" sldId="1804"/>
            <ac:spMk id="5" creationId="{3A004925-A370-44E2-A732-52A6295CBDEB}"/>
          </ac:spMkLst>
        </pc:spChg>
        <pc:spChg chg="mod">
          <ac:chgData name="Thijs Hauspie" userId="c5aa01d0-0751-4207-a587-d7124c844d8f" providerId="ADAL" clId="{C3A52D76-391A-43F8-B16D-AC801EA5CAA9}" dt="2023-11-09T16:42:18.579" v="4852" actId="20577"/>
          <ac:spMkLst>
            <pc:docMk/>
            <pc:sldMk cId="1202778264" sldId="1804"/>
            <ac:spMk id="6" creationId="{D218D92A-74AD-49F8-A8A9-AD801B689B50}"/>
          </ac:spMkLst>
        </pc:spChg>
        <pc:spChg chg="del">
          <ac:chgData name="Thijs Hauspie" userId="c5aa01d0-0751-4207-a587-d7124c844d8f" providerId="ADAL" clId="{C3A52D76-391A-43F8-B16D-AC801EA5CAA9}" dt="2023-11-09T16:41:29.711" v="4797" actId="478"/>
          <ac:spMkLst>
            <pc:docMk/>
            <pc:sldMk cId="1202778264" sldId="1804"/>
            <ac:spMk id="7" creationId="{91A179EB-14B4-4616-A3C2-51B0188B9352}"/>
          </ac:spMkLst>
        </pc:spChg>
        <pc:spChg chg="add mod">
          <ac:chgData name="Thijs Hauspie" userId="c5aa01d0-0751-4207-a587-d7124c844d8f" providerId="ADAL" clId="{C3A52D76-391A-43F8-B16D-AC801EA5CAA9}" dt="2023-11-09T16:45:28.531" v="5009" actId="20577"/>
          <ac:spMkLst>
            <pc:docMk/>
            <pc:sldMk cId="1202778264" sldId="1804"/>
            <ac:spMk id="9" creationId="{45DE064C-2FB2-662F-7135-1D4F087FFA48}"/>
          </ac:spMkLst>
        </pc:spChg>
        <pc:spChg chg="add">
          <ac:chgData name="Thijs Hauspie" userId="c5aa01d0-0751-4207-a587-d7124c844d8f" providerId="ADAL" clId="{C3A52D76-391A-43F8-B16D-AC801EA5CAA9}" dt="2023-11-09T18:13:09.851" v="5686" actId="11529"/>
          <ac:spMkLst>
            <pc:docMk/>
            <pc:sldMk cId="1202778264" sldId="1804"/>
            <ac:spMk id="17" creationId="{DA35666F-CBDD-EB8F-FC00-4AF620F53B16}"/>
          </ac:spMkLst>
        </pc:spChg>
        <pc:picChg chg="add mod">
          <ac:chgData name="Thijs Hauspie" userId="c5aa01d0-0751-4207-a587-d7124c844d8f" providerId="ADAL" clId="{C3A52D76-391A-43F8-B16D-AC801EA5CAA9}" dt="2023-11-09T16:44:47.536" v="4901" actId="1076"/>
          <ac:picMkLst>
            <pc:docMk/>
            <pc:sldMk cId="1202778264" sldId="1804"/>
            <ac:picMk id="3" creationId="{08AE197D-8807-9CFB-29D3-6880ADF0501F}"/>
          </ac:picMkLst>
        </pc:picChg>
        <pc:picChg chg="del">
          <ac:chgData name="Thijs Hauspie" userId="c5aa01d0-0751-4207-a587-d7124c844d8f" providerId="ADAL" clId="{C3A52D76-391A-43F8-B16D-AC801EA5CAA9}" dt="2023-11-09T16:36:15.490" v="4796" actId="478"/>
          <ac:picMkLst>
            <pc:docMk/>
            <pc:sldMk cId="1202778264" sldId="1804"/>
            <ac:picMk id="8" creationId="{B20FDAAB-8544-9FC4-A00A-97725C64C746}"/>
          </ac:picMkLst>
        </pc:picChg>
        <pc:picChg chg="add mod">
          <ac:chgData name="Thijs Hauspie" userId="c5aa01d0-0751-4207-a587-d7124c844d8f" providerId="ADAL" clId="{C3A52D76-391A-43F8-B16D-AC801EA5CAA9}" dt="2023-11-09T16:42:05.249" v="4805" actId="1076"/>
          <ac:picMkLst>
            <pc:docMk/>
            <pc:sldMk cId="1202778264" sldId="1804"/>
            <ac:picMk id="12" creationId="{8805E7AD-5101-9E1E-B994-55E9E9FFD6A3}"/>
          </ac:picMkLst>
        </pc:picChg>
        <pc:picChg chg="del">
          <ac:chgData name="Thijs Hauspie" userId="c5aa01d0-0751-4207-a587-d7124c844d8f" providerId="ADAL" clId="{C3A52D76-391A-43F8-B16D-AC801EA5CAA9}" dt="2023-11-09T16:36:05.814" v="4792" actId="478"/>
          <ac:picMkLst>
            <pc:docMk/>
            <pc:sldMk cId="1202778264" sldId="1804"/>
            <ac:picMk id="13" creationId="{18FE59A5-C77A-CCEB-1AAD-5D2BE677CF0B}"/>
          </ac:picMkLst>
        </pc:picChg>
        <pc:picChg chg="add mod">
          <ac:chgData name="Thijs Hauspie" userId="c5aa01d0-0751-4207-a587-d7124c844d8f" providerId="ADAL" clId="{C3A52D76-391A-43F8-B16D-AC801EA5CAA9}" dt="2023-11-09T16:43:09.325" v="4896" actId="1076"/>
          <ac:picMkLst>
            <pc:docMk/>
            <pc:sldMk cId="1202778264" sldId="1804"/>
            <ac:picMk id="14" creationId="{304C8FBD-0066-0510-1863-755BE312B8DE}"/>
          </ac:picMkLst>
        </pc:picChg>
        <pc:picChg chg="add mod">
          <ac:chgData name="Thijs Hauspie" userId="c5aa01d0-0751-4207-a587-d7124c844d8f" providerId="ADAL" clId="{C3A52D76-391A-43F8-B16D-AC801EA5CAA9}" dt="2023-11-09T16:44:49.927" v="4902" actId="1076"/>
          <ac:picMkLst>
            <pc:docMk/>
            <pc:sldMk cId="1202778264" sldId="1804"/>
            <ac:picMk id="16" creationId="{56955ACA-AA4F-A165-826F-3242ABC01D22}"/>
          </ac:picMkLst>
        </pc:picChg>
      </pc:sldChg>
      <pc:sldChg chg="modSp add mod">
        <pc:chgData name="Thijs Hauspie" userId="c5aa01d0-0751-4207-a587-d7124c844d8f" providerId="ADAL" clId="{C3A52D76-391A-43F8-B16D-AC801EA5CAA9}" dt="2023-11-09T16:50:15.945" v="5052" actId="20577"/>
        <pc:sldMkLst>
          <pc:docMk/>
          <pc:sldMk cId="3871101609" sldId="1805"/>
        </pc:sldMkLst>
        <pc:spChg chg="mod">
          <ac:chgData name="Thijs Hauspie" userId="c5aa01d0-0751-4207-a587-d7124c844d8f" providerId="ADAL" clId="{C3A52D76-391A-43F8-B16D-AC801EA5CAA9}" dt="2023-11-09T16:16:06.105" v="4452" actId="313"/>
          <ac:spMkLst>
            <pc:docMk/>
            <pc:sldMk cId="3871101609" sldId="1805"/>
            <ac:spMk id="5" creationId="{3A004925-A370-44E2-A732-52A6295CBDEB}"/>
          </ac:spMkLst>
        </pc:spChg>
        <pc:spChg chg="mod">
          <ac:chgData name="Thijs Hauspie" userId="c5aa01d0-0751-4207-a587-d7124c844d8f" providerId="ADAL" clId="{C3A52D76-391A-43F8-B16D-AC801EA5CAA9}" dt="2023-11-09T16:50:15.945" v="5052" actId="20577"/>
          <ac:spMkLst>
            <pc:docMk/>
            <pc:sldMk cId="3871101609" sldId="1805"/>
            <ac:spMk id="6" creationId="{D218D92A-74AD-49F8-A8A9-AD801B689B50}"/>
          </ac:spMkLst>
        </pc:spChg>
      </pc:sldChg>
      <pc:sldChg chg="modSp add del mod">
        <pc:chgData name="Thijs Hauspie" userId="c5aa01d0-0751-4207-a587-d7124c844d8f" providerId="ADAL" clId="{C3A52D76-391A-43F8-B16D-AC801EA5CAA9}" dt="2023-11-09T16:50:05.084" v="5047" actId="47"/>
        <pc:sldMkLst>
          <pc:docMk/>
          <pc:sldMk cId="2123110060" sldId="1806"/>
        </pc:sldMkLst>
        <pc:spChg chg="mod">
          <ac:chgData name="Thijs Hauspie" userId="c5aa01d0-0751-4207-a587-d7124c844d8f" providerId="ADAL" clId="{C3A52D76-391A-43F8-B16D-AC801EA5CAA9}" dt="2023-11-09T16:16:06.689" v="4453" actId="313"/>
          <ac:spMkLst>
            <pc:docMk/>
            <pc:sldMk cId="2123110060" sldId="1806"/>
            <ac:spMk id="5" creationId="{3A004925-A370-44E2-A732-52A6295CBDEB}"/>
          </ac:spMkLst>
        </pc:spChg>
      </pc:sldChg>
      <pc:sldChg chg="modSp add mod">
        <pc:chgData name="Thijs Hauspie" userId="c5aa01d0-0751-4207-a587-d7124c844d8f" providerId="ADAL" clId="{C3A52D76-391A-43F8-B16D-AC801EA5CAA9}" dt="2023-11-09T16:16:07.192" v="4454" actId="313"/>
        <pc:sldMkLst>
          <pc:docMk/>
          <pc:sldMk cId="2582515200" sldId="1807"/>
        </pc:sldMkLst>
        <pc:spChg chg="mod">
          <ac:chgData name="Thijs Hauspie" userId="c5aa01d0-0751-4207-a587-d7124c844d8f" providerId="ADAL" clId="{C3A52D76-391A-43F8-B16D-AC801EA5CAA9}" dt="2023-11-09T16:16:07.192" v="4454" actId="313"/>
          <ac:spMkLst>
            <pc:docMk/>
            <pc:sldMk cId="2582515200" sldId="1807"/>
            <ac:spMk id="5" creationId="{3A004925-A370-44E2-A732-52A6295CBDEB}"/>
          </ac:spMkLst>
        </pc:spChg>
      </pc:sldChg>
      <pc:sldChg chg="modSp add mod">
        <pc:chgData name="Thijs Hauspie" userId="c5aa01d0-0751-4207-a587-d7124c844d8f" providerId="ADAL" clId="{C3A52D76-391A-43F8-B16D-AC801EA5CAA9}" dt="2023-11-09T16:53:29.353" v="5236" actId="20577"/>
        <pc:sldMkLst>
          <pc:docMk/>
          <pc:sldMk cId="2068039671" sldId="1808"/>
        </pc:sldMkLst>
        <pc:spChg chg="mod">
          <ac:chgData name="Thijs Hauspie" userId="c5aa01d0-0751-4207-a587-d7124c844d8f" providerId="ADAL" clId="{C3A52D76-391A-43F8-B16D-AC801EA5CAA9}" dt="2023-11-09T16:16:07.721" v="4455" actId="313"/>
          <ac:spMkLst>
            <pc:docMk/>
            <pc:sldMk cId="2068039671" sldId="1808"/>
            <ac:spMk id="5" creationId="{3A004925-A370-44E2-A732-52A6295CBDEB}"/>
          </ac:spMkLst>
        </pc:spChg>
        <pc:spChg chg="mod">
          <ac:chgData name="Thijs Hauspie" userId="c5aa01d0-0751-4207-a587-d7124c844d8f" providerId="ADAL" clId="{C3A52D76-391A-43F8-B16D-AC801EA5CAA9}" dt="2023-11-09T16:53:29.353" v="5236" actId="20577"/>
          <ac:spMkLst>
            <pc:docMk/>
            <pc:sldMk cId="2068039671" sldId="1808"/>
            <ac:spMk id="6" creationId="{D218D92A-74AD-49F8-A8A9-AD801B689B50}"/>
          </ac:spMkLst>
        </pc:spChg>
      </pc:sldChg>
      <pc:sldChg chg="modSp add mod">
        <pc:chgData name="Thijs Hauspie" userId="c5aa01d0-0751-4207-a587-d7124c844d8f" providerId="ADAL" clId="{C3A52D76-391A-43F8-B16D-AC801EA5CAA9}" dt="2023-11-09T16:16:08.347" v="4456" actId="313"/>
        <pc:sldMkLst>
          <pc:docMk/>
          <pc:sldMk cId="1963046356" sldId="1809"/>
        </pc:sldMkLst>
        <pc:spChg chg="mod">
          <ac:chgData name="Thijs Hauspie" userId="c5aa01d0-0751-4207-a587-d7124c844d8f" providerId="ADAL" clId="{C3A52D76-391A-43F8-B16D-AC801EA5CAA9}" dt="2023-11-09T16:16:08.347" v="4456" actId="313"/>
          <ac:spMkLst>
            <pc:docMk/>
            <pc:sldMk cId="1963046356" sldId="1809"/>
            <ac:spMk id="5" creationId="{3A004925-A370-44E2-A732-52A6295CBDEB}"/>
          </ac:spMkLst>
        </pc:spChg>
      </pc:sldChg>
      <pc:sldChg chg="addSp modSp add mod">
        <pc:chgData name="Thijs Hauspie" userId="c5aa01d0-0751-4207-a587-d7124c844d8f" providerId="ADAL" clId="{C3A52D76-391A-43F8-B16D-AC801EA5CAA9}" dt="2023-11-09T16:58:27.156" v="5245" actId="1076"/>
        <pc:sldMkLst>
          <pc:docMk/>
          <pc:sldMk cId="1451783628" sldId="1810"/>
        </pc:sldMkLst>
        <pc:spChg chg="mod">
          <ac:chgData name="Thijs Hauspie" userId="c5aa01d0-0751-4207-a587-d7124c844d8f" providerId="ADAL" clId="{C3A52D76-391A-43F8-B16D-AC801EA5CAA9}" dt="2023-11-09T16:16:08.841" v="4457" actId="313"/>
          <ac:spMkLst>
            <pc:docMk/>
            <pc:sldMk cId="1451783628" sldId="1810"/>
            <ac:spMk id="5" creationId="{3A004925-A370-44E2-A732-52A6295CBDEB}"/>
          </ac:spMkLst>
        </pc:spChg>
        <pc:spChg chg="mod">
          <ac:chgData name="Thijs Hauspie" userId="c5aa01d0-0751-4207-a587-d7124c844d8f" providerId="ADAL" clId="{C3A52D76-391A-43F8-B16D-AC801EA5CAA9}" dt="2023-11-09T16:55:16.059" v="5242" actId="20577"/>
          <ac:spMkLst>
            <pc:docMk/>
            <pc:sldMk cId="1451783628" sldId="1810"/>
            <ac:spMk id="6" creationId="{D218D92A-74AD-49F8-A8A9-AD801B689B50}"/>
          </ac:spMkLst>
        </pc:spChg>
        <pc:picChg chg="add mod">
          <ac:chgData name="Thijs Hauspie" userId="c5aa01d0-0751-4207-a587-d7124c844d8f" providerId="ADAL" clId="{C3A52D76-391A-43F8-B16D-AC801EA5CAA9}" dt="2023-11-09T16:58:27.156" v="5245" actId="1076"/>
          <ac:picMkLst>
            <pc:docMk/>
            <pc:sldMk cId="1451783628" sldId="1810"/>
            <ac:picMk id="2" creationId="{6D6837B2-42F5-97C6-0E02-9EABF3C4190C}"/>
          </ac:picMkLst>
        </pc:picChg>
      </pc:sldChg>
      <pc:sldChg chg="modSp add del mod">
        <pc:chgData name="Thijs Hauspie" userId="c5aa01d0-0751-4207-a587-d7124c844d8f" providerId="ADAL" clId="{C3A52D76-391A-43F8-B16D-AC801EA5CAA9}" dt="2023-11-09T17:55:33.899" v="5246" actId="47"/>
        <pc:sldMkLst>
          <pc:docMk/>
          <pc:sldMk cId="3623985086" sldId="1811"/>
        </pc:sldMkLst>
        <pc:spChg chg="mod">
          <ac:chgData name="Thijs Hauspie" userId="c5aa01d0-0751-4207-a587-d7124c844d8f" providerId="ADAL" clId="{C3A52D76-391A-43F8-B16D-AC801EA5CAA9}" dt="2023-11-09T16:16:09.791" v="4458" actId="313"/>
          <ac:spMkLst>
            <pc:docMk/>
            <pc:sldMk cId="3623985086" sldId="1811"/>
            <ac:spMk id="5" creationId="{3A004925-A370-44E2-A732-52A6295CBDEB}"/>
          </ac:spMkLst>
        </pc:spChg>
      </pc:sldChg>
      <pc:sldChg chg="modSp add del mod">
        <pc:chgData name="Thijs Hauspie" userId="c5aa01d0-0751-4207-a587-d7124c844d8f" providerId="ADAL" clId="{C3A52D76-391A-43F8-B16D-AC801EA5CAA9}" dt="2023-11-09T17:55:35.106" v="5247" actId="47"/>
        <pc:sldMkLst>
          <pc:docMk/>
          <pc:sldMk cId="3237727195" sldId="1812"/>
        </pc:sldMkLst>
        <pc:spChg chg="mod">
          <ac:chgData name="Thijs Hauspie" userId="c5aa01d0-0751-4207-a587-d7124c844d8f" providerId="ADAL" clId="{C3A52D76-391A-43F8-B16D-AC801EA5CAA9}" dt="2023-11-09T16:16:10.316" v="4459" actId="313"/>
          <ac:spMkLst>
            <pc:docMk/>
            <pc:sldMk cId="3237727195" sldId="1812"/>
            <ac:spMk id="5" creationId="{3A004925-A370-44E2-A732-52A6295CBDEB}"/>
          </ac:spMkLst>
        </pc:spChg>
      </pc:sldChg>
      <pc:sldChg chg="modSp add del mod">
        <pc:chgData name="Thijs Hauspie" userId="c5aa01d0-0751-4207-a587-d7124c844d8f" providerId="ADAL" clId="{C3A52D76-391A-43F8-B16D-AC801EA5CAA9}" dt="2023-11-09T18:01:12.062" v="5476" actId="47"/>
        <pc:sldMkLst>
          <pc:docMk/>
          <pc:sldMk cId="1530911525" sldId="1813"/>
        </pc:sldMkLst>
        <pc:spChg chg="mod">
          <ac:chgData name="Thijs Hauspie" userId="c5aa01d0-0751-4207-a587-d7124c844d8f" providerId="ADAL" clId="{C3A52D76-391A-43F8-B16D-AC801EA5CAA9}" dt="2023-11-09T16:16:10.989" v="4460" actId="313"/>
          <ac:spMkLst>
            <pc:docMk/>
            <pc:sldMk cId="1530911525" sldId="1813"/>
            <ac:spMk id="5" creationId="{3A004925-A370-44E2-A732-52A6295CBDEB}"/>
          </ac:spMkLst>
        </pc:spChg>
      </pc:sldChg>
      <pc:sldChg chg="modSp add mod">
        <pc:chgData name="Thijs Hauspie" userId="c5aa01d0-0751-4207-a587-d7124c844d8f" providerId="ADAL" clId="{C3A52D76-391A-43F8-B16D-AC801EA5CAA9}" dt="2023-11-09T18:04:21.243" v="5664" actId="20577"/>
        <pc:sldMkLst>
          <pc:docMk/>
          <pc:sldMk cId="1012992240" sldId="1814"/>
        </pc:sldMkLst>
        <pc:spChg chg="mod">
          <ac:chgData name="Thijs Hauspie" userId="c5aa01d0-0751-4207-a587-d7124c844d8f" providerId="ADAL" clId="{C3A52D76-391A-43F8-B16D-AC801EA5CAA9}" dt="2023-11-09T16:16:11.594" v="4461" actId="313"/>
          <ac:spMkLst>
            <pc:docMk/>
            <pc:sldMk cId="1012992240" sldId="1814"/>
            <ac:spMk id="5" creationId="{3A004925-A370-44E2-A732-52A6295CBDEB}"/>
          </ac:spMkLst>
        </pc:spChg>
        <pc:spChg chg="mod">
          <ac:chgData name="Thijs Hauspie" userId="c5aa01d0-0751-4207-a587-d7124c844d8f" providerId="ADAL" clId="{C3A52D76-391A-43F8-B16D-AC801EA5CAA9}" dt="2023-11-09T18:04:21.243" v="5664" actId="20577"/>
          <ac:spMkLst>
            <pc:docMk/>
            <pc:sldMk cId="1012992240" sldId="1814"/>
            <ac:spMk id="6" creationId="{D218D92A-74AD-49F8-A8A9-AD801B689B50}"/>
          </ac:spMkLst>
        </pc:spChg>
      </pc:sldChg>
      <pc:sldChg chg="addSp delSp modSp add mod">
        <pc:chgData name="Thijs Hauspie" userId="c5aa01d0-0751-4207-a587-d7124c844d8f" providerId="ADAL" clId="{C3A52D76-391A-43F8-B16D-AC801EA5CAA9}" dt="2023-11-09T16:31:29.634" v="4758" actId="20577"/>
        <pc:sldMkLst>
          <pc:docMk/>
          <pc:sldMk cId="2072083396" sldId="1815"/>
        </pc:sldMkLst>
        <pc:spChg chg="mod">
          <ac:chgData name="Thijs Hauspie" userId="c5aa01d0-0751-4207-a587-d7124c844d8f" providerId="ADAL" clId="{C3A52D76-391A-43F8-B16D-AC801EA5CAA9}" dt="2023-11-09T16:31:29.634" v="4758" actId="20577"/>
          <ac:spMkLst>
            <pc:docMk/>
            <pc:sldMk cId="2072083396" sldId="1815"/>
            <ac:spMk id="3" creationId="{AFA9732D-AB41-4AF6-9647-B5196F5786EE}"/>
          </ac:spMkLst>
        </pc:spChg>
        <pc:spChg chg="add mod">
          <ac:chgData name="Thijs Hauspie" userId="c5aa01d0-0751-4207-a587-d7124c844d8f" providerId="ADAL" clId="{C3A52D76-391A-43F8-B16D-AC801EA5CAA9}" dt="2023-11-09T16:29:43.201" v="4738" actId="14100"/>
          <ac:spMkLst>
            <pc:docMk/>
            <pc:sldMk cId="2072083396" sldId="1815"/>
            <ac:spMk id="7" creationId="{769237FF-A4F7-C46E-1580-A04971836B79}"/>
          </ac:spMkLst>
        </pc:spChg>
        <pc:spChg chg="add del">
          <ac:chgData name="Thijs Hauspie" userId="c5aa01d0-0751-4207-a587-d7124c844d8f" providerId="ADAL" clId="{C3A52D76-391A-43F8-B16D-AC801EA5CAA9}" dt="2023-11-09T16:30:07.727" v="4740" actId="478"/>
          <ac:spMkLst>
            <pc:docMk/>
            <pc:sldMk cId="2072083396" sldId="1815"/>
            <ac:spMk id="9" creationId="{30B1402F-329D-6226-2C11-4C0D1010D045}"/>
          </ac:spMkLst>
        </pc:spChg>
        <pc:spChg chg="add mod">
          <ac:chgData name="Thijs Hauspie" userId="c5aa01d0-0751-4207-a587-d7124c844d8f" providerId="ADAL" clId="{C3A52D76-391A-43F8-B16D-AC801EA5CAA9}" dt="2023-11-09T16:31:17.703" v="4753" actId="14100"/>
          <ac:spMkLst>
            <pc:docMk/>
            <pc:sldMk cId="2072083396" sldId="1815"/>
            <ac:spMk id="13" creationId="{0093D91D-67A6-A4F3-FFE9-9ED9874B8327}"/>
          </ac:spMkLst>
        </pc:spChg>
        <pc:picChg chg="add mod">
          <ac:chgData name="Thijs Hauspie" userId="c5aa01d0-0751-4207-a587-d7124c844d8f" providerId="ADAL" clId="{C3A52D76-391A-43F8-B16D-AC801EA5CAA9}" dt="2023-11-09T16:29:27.159" v="4735" actId="1076"/>
          <ac:picMkLst>
            <pc:docMk/>
            <pc:sldMk cId="2072083396" sldId="1815"/>
            <ac:picMk id="6" creationId="{A1CD8762-4A63-B97D-CD46-1FFB0CDEAA57}"/>
          </ac:picMkLst>
        </pc:picChg>
        <pc:picChg chg="add mod modCrop">
          <ac:chgData name="Thijs Hauspie" userId="c5aa01d0-0751-4207-a587-d7124c844d8f" providerId="ADAL" clId="{C3A52D76-391A-43F8-B16D-AC801EA5CAA9}" dt="2023-11-09T16:30:58.911" v="4749" actId="1076"/>
          <ac:picMkLst>
            <pc:docMk/>
            <pc:sldMk cId="2072083396" sldId="1815"/>
            <ac:picMk id="11" creationId="{76AAE1D3-E1DB-5BAE-C288-18726D1ED987}"/>
          </ac:picMkLst>
        </pc:picChg>
        <pc:picChg chg="add mod modCrop">
          <ac:chgData name="Thijs Hauspie" userId="c5aa01d0-0751-4207-a587-d7124c844d8f" providerId="ADAL" clId="{C3A52D76-391A-43F8-B16D-AC801EA5CAA9}" dt="2023-11-09T16:31:07.869" v="4750" actId="1076"/>
          <ac:picMkLst>
            <pc:docMk/>
            <pc:sldMk cId="2072083396" sldId="1815"/>
            <ac:picMk id="12" creationId="{C1932CC9-C0DF-A0AA-106D-D084AC19B2E3}"/>
          </ac:picMkLst>
        </pc:picChg>
      </pc:sldChg>
      <pc:sldChg chg="add">
        <pc:chgData name="Thijs Hauspie" userId="c5aa01d0-0751-4207-a587-d7124c844d8f" providerId="ADAL" clId="{C3A52D76-391A-43F8-B16D-AC801EA5CAA9}" dt="2023-11-09T16:50:08.926" v="5048" actId="2890"/>
        <pc:sldMkLst>
          <pc:docMk/>
          <pc:sldMk cId="3943970663" sldId="1816"/>
        </pc:sldMkLst>
      </pc:sldChg>
      <pc:sldChg chg="addSp delSp modSp add mod">
        <pc:chgData name="Thijs Hauspie" userId="c5aa01d0-0751-4207-a587-d7124c844d8f" providerId="ADAL" clId="{C3A52D76-391A-43F8-B16D-AC801EA5CAA9}" dt="2023-11-09T17:57:26.961" v="5308" actId="14100"/>
        <pc:sldMkLst>
          <pc:docMk/>
          <pc:sldMk cId="146659826" sldId="1817"/>
        </pc:sldMkLst>
        <pc:spChg chg="mod">
          <ac:chgData name="Thijs Hauspie" userId="c5aa01d0-0751-4207-a587-d7124c844d8f" providerId="ADAL" clId="{C3A52D76-391A-43F8-B16D-AC801EA5CAA9}" dt="2023-11-09T17:55:45.206" v="5249"/>
          <ac:spMkLst>
            <pc:docMk/>
            <pc:sldMk cId="146659826" sldId="1817"/>
            <ac:spMk id="5" creationId="{3A004925-A370-44E2-A732-52A6295CBDEB}"/>
          </ac:spMkLst>
        </pc:spChg>
        <pc:spChg chg="add del">
          <ac:chgData name="Thijs Hauspie" userId="c5aa01d0-0751-4207-a587-d7124c844d8f" providerId="ADAL" clId="{C3A52D76-391A-43F8-B16D-AC801EA5CAA9}" dt="2023-11-09T17:56:30.054" v="5257" actId="478"/>
          <ac:spMkLst>
            <pc:docMk/>
            <pc:sldMk cId="146659826" sldId="1817"/>
            <ac:spMk id="9" creationId="{CC1F013B-F805-6822-EFA6-8878CE5A42A1}"/>
          </ac:spMkLst>
        </pc:spChg>
        <pc:spChg chg="mod">
          <ac:chgData name="Thijs Hauspie" userId="c5aa01d0-0751-4207-a587-d7124c844d8f" providerId="ADAL" clId="{C3A52D76-391A-43F8-B16D-AC801EA5CAA9}" dt="2023-11-09T17:56:47.627" v="5265" actId="1076"/>
          <ac:spMkLst>
            <pc:docMk/>
            <pc:sldMk cId="146659826" sldId="1817"/>
            <ac:spMk id="19" creationId="{2CB1D703-653C-4BE1-8A5D-35ADFED0892F}"/>
          </ac:spMkLst>
        </pc:spChg>
        <pc:spChg chg="mod">
          <ac:chgData name="Thijs Hauspie" userId="c5aa01d0-0751-4207-a587-d7124c844d8f" providerId="ADAL" clId="{C3A52D76-391A-43F8-B16D-AC801EA5CAA9}" dt="2023-11-09T17:57:26.961" v="5308" actId="14100"/>
          <ac:spMkLst>
            <pc:docMk/>
            <pc:sldMk cId="146659826" sldId="1817"/>
            <ac:spMk id="20" creationId="{7E724A1E-28EC-4BFE-B879-10BA792CC6A3}"/>
          </ac:spMkLst>
        </pc:spChg>
        <pc:picChg chg="add mod">
          <ac:chgData name="Thijs Hauspie" userId="c5aa01d0-0751-4207-a587-d7124c844d8f" providerId="ADAL" clId="{C3A52D76-391A-43F8-B16D-AC801EA5CAA9}" dt="2023-11-09T17:56:03.039" v="5254" actId="1076"/>
          <ac:picMkLst>
            <pc:docMk/>
            <pc:sldMk cId="146659826" sldId="1817"/>
            <ac:picMk id="3" creationId="{92A68141-D348-4EB4-497C-903EFE99B3DD}"/>
          </ac:picMkLst>
        </pc:picChg>
        <pc:picChg chg="del">
          <ac:chgData name="Thijs Hauspie" userId="c5aa01d0-0751-4207-a587-d7124c844d8f" providerId="ADAL" clId="{C3A52D76-391A-43F8-B16D-AC801EA5CAA9}" dt="2023-11-09T17:55:59.318" v="5250" actId="478"/>
          <ac:picMkLst>
            <pc:docMk/>
            <pc:sldMk cId="146659826" sldId="1817"/>
            <ac:picMk id="4" creationId="{5F8784DC-B2F0-1627-FDC7-0087A708DBC6}"/>
          </ac:picMkLst>
        </pc:picChg>
        <pc:picChg chg="del">
          <ac:chgData name="Thijs Hauspie" userId="c5aa01d0-0751-4207-a587-d7124c844d8f" providerId="ADAL" clId="{C3A52D76-391A-43F8-B16D-AC801EA5CAA9}" dt="2023-11-09T17:56:26.923" v="5255" actId="478"/>
          <ac:picMkLst>
            <pc:docMk/>
            <pc:sldMk cId="146659826" sldId="1817"/>
            <ac:picMk id="10" creationId="{3ACCD34F-D115-4468-BAFC-D5A2A0D21B85}"/>
          </ac:picMkLst>
        </pc:picChg>
        <pc:picChg chg="add mod ord">
          <ac:chgData name="Thijs Hauspie" userId="c5aa01d0-0751-4207-a587-d7124c844d8f" providerId="ADAL" clId="{C3A52D76-391A-43F8-B16D-AC801EA5CAA9}" dt="2023-11-09T17:56:39.576" v="5262" actId="167"/>
          <ac:picMkLst>
            <pc:docMk/>
            <pc:sldMk cId="146659826" sldId="1817"/>
            <ac:picMk id="12" creationId="{D5C0C71B-0998-3E19-6762-EFCA291BEDB5}"/>
          </ac:picMkLst>
        </pc:picChg>
      </pc:sldChg>
      <pc:sldChg chg="add del">
        <pc:chgData name="Thijs Hauspie" userId="c5aa01d0-0751-4207-a587-d7124c844d8f" providerId="ADAL" clId="{C3A52D76-391A-43F8-B16D-AC801EA5CAA9}" dt="2023-11-09T18:00:09.400" v="5379" actId="47"/>
        <pc:sldMkLst>
          <pc:docMk/>
          <pc:sldMk cId="2657967763" sldId="1818"/>
        </pc:sldMkLst>
      </pc:sldChg>
      <pc:sldChg chg="add del">
        <pc:chgData name="Thijs Hauspie" userId="c5aa01d0-0751-4207-a587-d7124c844d8f" providerId="ADAL" clId="{C3A52D76-391A-43F8-B16D-AC801EA5CAA9}" dt="2023-11-09T18:00:12.936" v="5380" actId="47"/>
        <pc:sldMkLst>
          <pc:docMk/>
          <pc:sldMk cId="185685957" sldId="1819"/>
        </pc:sldMkLst>
      </pc:sldChg>
      <pc:sldChg chg="add del">
        <pc:chgData name="Thijs Hauspie" userId="c5aa01d0-0751-4207-a587-d7124c844d8f" providerId="ADAL" clId="{C3A52D76-391A-43F8-B16D-AC801EA5CAA9}" dt="2023-11-09T18:00:57.698" v="5474" actId="47"/>
        <pc:sldMkLst>
          <pc:docMk/>
          <pc:sldMk cId="920966094" sldId="1820"/>
        </pc:sldMkLst>
      </pc:sldChg>
      <pc:sldChg chg="delSp modSp add del mod">
        <pc:chgData name="Thijs Hauspie" userId="c5aa01d0-0751-4207-a587-d7124c844d8f" providerId="ADAL" clId="{C3A52D76-391A-43F8-B16D-AC801EA5CAA9}" dt="2023-11-09T18:01:31.628" v="5478" actId="47"/>
        <pc:sldMkLst>
          <pc:docMk/>
          <pc:sldMk cId="891212320" sldId="1821"/>
        </pc:sldMkLst>
        <pc:spChg chg="mod">
          <ac:chgData name="Thijs Hauspie" userId="c5aa01d0-0751-4207-a587-d7124c844d8f" providerId="ADAL" clId="{C3A52D76-391A-43F8-B16D-AC801EA5CAA9}" dt="2023-11-09T18:01:17.936" v="5477"/>
          <ac:spMkLst>
            <pc:docMk/>
            <pc:sldMk cId="891212320" sldId="1821"/>
            <ac:spMk id="5" creationId="{3A004925-A370-44E2-A732-52A6295CBDEB}"/>
          </ac:spMkLst>
        </pc:spChg>
        <pc:picChg chg="del">
          <ac:chgData name="Thijs Hauspie" userId="c5aa01d0-0751-4207-a587-d7124c844d8f" providerId="ADAL" clId="{C3A52D76-391A-43F8-B16D-AC801EA5CAA9}" dt="2023-11-09T18:01:06.533" v="5475" actId="478"/>
          <ac:picMkLst>
            <pc:docMk/>
            <pc:sldMk cId="891212320" sldId="1821"/>
            <ac:picMk id="7" creationId="{000DE2FF-DE3A-8186-3018-74048372A3C0}"/>
          </ac:picMkLst>
        </pc:picChg>
      </pc:sldChg>
      <pc:sldChg chg="addSp delSp modSp add mod">
        <pc:chgData name="Thijs Hauspie" userId="c5aa01d0-0751-4207-a587-d7124c844d8f" providerId="ADAL" clId="{C3A52D76-391A-43F8-B16D-AC801EA5CAA9}" dt="2023-11-09T18:00:42.102" v="5473" actId="20577"/>
        <pc:sldMkLst>
          <pc:docMk/>
          <pc:sldMk cId="2829367786" sldId="1822"/>
        </pc:sldMkLst>
        <pc:spChg chg="add mod">
          <ac:chgData name="Thijs Hauspie" userId="c5aa01d0-0751-4207-a587-d7124c844d8f" providerId="ADAL" clId="{C3A52D76-391A-43F8-B16D-AC801EA5CAA9}" dt="2023-11-09T17:58:29.163" v="5317" actId="14100"/>
          <ac:spMkLst>
            <pc:docMk/>
            <pc:sldMk cId="2829367786" sldId="1822"/>
            <ac:spMk id="7" creationId="{5A2BB0D4-0A8F-472D-DD50-082D5CA16D19}"/>
          </ac:spMkLst>
        </pc:spChg>
        <pc:spChg chg="add mod">
          <ac:chgData name="Thijs Hauspie" userId="c5aa01d0-0751-4207-a587-d7124c844d8f" providerId="ADAL" clId="{C3A52D76-391A-43F8-B16D-AC801EA5CAA9}" dt="2023-11-09T17:59:05.052" v="5322" actId="14100"/>
          <ac:spMkLst>
            <pc:docMk/>
            <pc:sldMk cId="2829367786" sldId="1822"/>
            <ac:spMk id="9" creationId="{713DEEAE-F84E-A8F5-0028-857298363F2A}"/>
          </ac:spMkLst>
        </pc:spChg>
        <pc:spChg chg="add mod">
          <ac:chgData name="Thijs Hauspie" userId="c5aa01d0-0751-4207-a587-d7124c844d8f" providerId="ADAL" clId="{C3A52D76-391A-43F8-B16D-AC801EA5CAA9}" dt="2023-11-09T18:00:42.102" v="5473" actId="20577"/>
          <ac:spMkLst>
            <pc:docMk/>
            <pc:sldMk cId="2829367786" sldId="1822"/>
            <ac:spMk id="10" creationId="{232BA53A-420B-8530-A774-0C394561A3CA}"/>
          </ac:spMkLst>
        </pc:spChg>
        <pc:spChg chg="del">
          <ac:chgData name="Thijs Hauspie" userId="c5aa01d0-0751-4207-a587-d7124c844d8f" providerId="ADAL" clId="{C3A52D76-391A-43F8-B16D-AC801EA5CAA9}" dt="2023-11-09T17:57:48.846" v="5310" actId="478"/>
          <ac:spMkLst>
            <pc:docMk/>
            <pc:sldMk cId="2829367786" sldId="1822"/>
            <ac:spMk id="19" creationId="{2CB1D703-653C-4BE1-8A5D-35ADFED0892F}"/>
          </ac:spMkLst>
        </pc:spChg>
        <pc:spChg chg="del">
          <ac:chgData name="Thijs Hauspie" userId="c5aa01d0-0751-4207-a587-d7124c844d8f" providerId="ADAL" clId="{C3A52D76-391A-43F8-B16D-AC801EA5CAA9}" dt="2023-11-09T17:57:50.110" v="5311" actId="478"/>
          <ac:spMkLst>
            <pc:docMk/>
            <pc:sldMk cId="2829367786" sldId="1822"/>
            <ac:spMk id="20" creationId="{7E724A1E-28EC-4BFE-B879-10BA792CC6A3}"/>
          </ac:spMkLst>
        </pc:spChg>
        <pc:picChg chg="add mod">
          <ac:chgData name="Thijs Hauspie" userId="c5aa01d0-0751-4207-a587-d7124c844d8f" providerId="ADAL" clId="{C3A52D76-391A-43F8-B16D-AC801EA5CAA9}" dt="2023-11-09T17:58:12.683" v="5314" actId="1076"/>
          <ac:picMkLst>
            <pc:docMk/>
            <pc:sldMk cId="2829367786" sldId="1822"/>
            <ac:picMk id="4" creationId="{DEDB2091-0A83-EE92-4282-D6992F0B7427}"/>
          </ac:picMkLst>
        </pc:picChg>
        <pc:picChg chg="mod">
          <ac:chgData name="Thijs Hauspie" userId="c5aa01d0-0751-4207-a587-d7124c844d8f" providerId="ADAL" clId="{C3A52D76-391A-43F8-B16D-AC801EA5CAA9}" dt="2023-11-09T17:58:33.843" v="5320" actId="1076"/>
          <ac:picMkLst>
            <pc:docMk/>
            <pc:sldMk cId="2829367786" sldId="1822"/>
            <ac:picMk id="12" creationId="{D5C0C71B-0998-3E19-6762-EFCA291BEDB5}"/>
          </ac:picMkLst>
        </pc:picChg>
      </pc:sldChg>
      <pc:sldChg chg="modSp add del mod">
        <pc:chgData name="Thijs Hauspie" userId="c5aa01d0-0751-4207-a587-d7124c844d8f" providerId="ADAL" clId="{C3A52D76-391A-43F8-B16D-AC801EA5CAA9}" dt="2023-11-09T13:36:14.383" v="3311" actId="47"/>
        <pc:sldMkLst>
          <pc:docMk/>
          <pc:sldMk cId="2610408616" sldId="1830"/>
        </pc:sldMkLst>
        <pc:spChg chg="mod">
          <ac:chgData name="Thijs Hauspie" userId="c5aa01d0-0751-4207-a587-d7124c844d8f" providerId="ADAL" clId="{C3A52D76-391A-43F8-B16D-AC801EA5CAA9}" dt="2023-11-09T13:35:46.212" v="3310" actId="20577"/>
          <ac:spMkLst>
            <pc:docMk/>
            <pc:sldMk cId="2610408616" sldId="1830"/>
            <ac:spMk id="2" creationId="{7EEC1CEB-5E89-4E9D-9B1B-F37A72C0C5CC}"/>
          </ac:spMkLst>
        </pc:spChg>
      </pc:sldChg>
      <pc:sldChg chg="add del">
        <pc:chgData name="Thijs Hauspie" userId="c5aa01d0-0751-4207-a587-d7124c844d8f" providerId="ADAL" clId="{C3A52D76-391A-43F8-B16D-AC801EA5CAA9}" dt="2023-11-09T13:36:14.383" v="3311" actId="47"/>
        <pc:sldMkLst>
          <pc:docMk/>
          <pc:sldMk cId="3841023451" sldId="1831"/>
        </pc:sldMkLst>
      </pc:sldChg>
      <pc:sldChg chg="add del">
        <pc:chgData name="Thijs Hauspie" userId="c5aa01d0-0751-4207-a587-d7124c844d8f" providerId="ADAL" clId="{C3A52D76-391A-43F8-B16D-AC801EA5CAA9}" dt="2023-11-09T13:36:14.383" v="3311" actId="47"/>
        <pc:sldMkLst>
          <pc:docMk/>
          <pc:sldMk cId="3450876581" sldId="1832"/>
        </pc:sldMkLst>
      </pc:sldChg>
      <pc:sldChg chg="add del">
        <pc:chgData name="Thijs Hauspie" userId="c5aa01d0-0751-4207-a587-d7124c844d8f" providerId="ADAL" clId="{C3A52D76-391A-43F8-B16D-AC801EA5CAA9}" dt="2023-11-09T13:36:14.383" v="3311" actId="47"/>
        <pc:sldMkLst>
          <pc:docMk/>
          <pc:sldMk cId="165589365" sldId="1833"/>
        </pc:sldMkLst>
      </pc:sldChg>
      <pc:sldChg chg="add del">
        <pc:chgData name="Thijs Hauspie" userId="c5aa01d0-0751-4207-a587-d7124c844d8f" providerId="ADAL" clId="{C3A52D76-391A-43F8-B16D-AC801EA5CAA9}" dt="2023-11-09T13:36:14.383" v="3311" actId="47"/>
        <pc:sldMkLst>
          <pc:docMk/>
          <pc:sldMk cId="3216097857" sldId="1834"/>
        </pc:sldMkLst>
      </pc:sldChg>
      <pc:sldChg chg="add del">
        <pc:chgData name="Thijs Hauspie" userId="c5aa01d0-0751-4207-a587-d7124c844d8f" providerId="ADAL" clId="{C3A52D76-391A-43F8-B16D-AC801EA5CAA9}" dt="2023-11-09T13:36:14.383" v="3311" actId="47"/>
        <pc:sldMkLst>
          <pc:docMk/>
          <pc:sldMk cId="82822359" sldId="1835"/>
        </pc:sldMkLst>
      </pc:sldChg>
      <pc:sldChg chg="add del">
        <pc:chgData name="Thijs Hauspie" userId="c5aa01d0-0751-4207-a587-d7124c844d8f" providerId="ADAL" clId="{C3A52D76-391A-43F8-B16D-AC801EA5CAA9}" dt="2023-11-09T13:36:14.383" v="3311" actId="47"/>
        <pc:sldMkLst>
          <pc:docMk/>
          <pc:sldMk cId="953206944" sldId="1836"/>
        </pc:sldMkLst>
      </pc:sldChg>
    </pc:docChg>
  </pc:docChgLst>
  <pc:docChgLst>
    <pc:chgData name="Fauve Duprez" userId="59fdc1fb-507d-4cdb-a31c-e3fd651e0acf" providerId="ADAL" clId="{5C5630DB-2516-4305-9090-8CA22B8990CB}"/>
    <pc:docChg chg="undo custSel addSld delSld modSld sldOrd">
      <pc:chgData name="Fauve Duprez" userId="59fdc1fb-507d-4cdb-a31c-e3fd651e0acf" providerId="ADAL" clId="{5C5630DB-2516-4305-9090-8CA22B8990CB}" dt="2024-11-20T13:36:13.555" v="1435" actId="20577"/>
      <pc:docMkLst>
        <pc:docMk/>
      </pc:docMkLst>
      <pc:sldChg chg="del">
        <pc:chgData name="Fauve Duprez" userId="59fdc1fb-507d-4cdb-a31c-e3fd651e0acf" providerId="ADAL" clId="{5C5630DB-2516-4305-9090-8CA22B8990CB}" dt="2024-11-20T10:15:53.557" v="320" actId="47"/>
        <pc:sldMkLst>
          <pc:docMk/>
          <pc:sldMk cId="4018008952" sldId="1680"/>
        </pc:sldMkLst>
      </pc:sldChg>
      <pc:sldChg chg="del">
        <pc:chgData name="Fauve Duprez" userId="59fdc1fb-507d-4cdb-a31c-e3fd651e0acf" providerId="ADAL" clId="{5C5630DB-2516-4305-9090-8CA22B8990CB}" dt="2024-11-20T10:15:52.101" v="319" actId="47"/>
        <pc:sldMkLst>
          <pc:docMk/>
          <pc:sldMk cId="1476926797" sldId="1682"/>
        </pc:sldMkLst>
      </pc:sldChg>
      <pc:sldChg chg="modSp mod">
        <pc:chgData name="Fauve Duprez" userId="59fdc1fb-507d-4cdb-a31c-e3fd651e0acf" providerId="ADAL" clId="{5C5630DB-2516-4305-9090-8CA22B8990CB}" dt="2024-11-20T10:16:49.202" v="356"/>
        <pc:sldMkLst>
          <pc:docMk/>
          <pc:sldMk cId="3431343839" sldId="1683"/>
        </pc:sldMkLst>
        <pc:spChg chg="mod">
          <ac:chgData name="Fauve Duprez" userId="59fdc1fb-507d-4cdb-a31c-e3fd651e0acf" providerId="ADAL" clId="{5C5630DB-2516-4305-9090-8CA22B8990CB}" dt="2024-11-20T10:16:49.202" v="356"/>
          <ac:spMkLst>
            <pc:docMk/>
            <pc:sldMk cId="3431343839" sldId="1683"/>
            <ac:spMk id="5" creationId="{3A004925-A370-44E2-A732-52A6295CBDEB}"/>
          </ac:spMkLst>
        </pc:spChg>
      </pc:sldChg>
      <pc:sldChg chg="modSp mod">
        <pc:chgData name="Fauve Duprez" userId="59fdc1fb-507d-4cdb-a31c-e3fd651e0acf" providerId="ADAL" clId="{5C5630DB-2516-4305-9090-8CA22B8990CB}" dt="2024-11-20T10:17:22.801" v="373"/>
        <pc:sldMkLst>
          <pc:docMk/>
          <pc:sldMk cId="1306100607" sldId="1684"/>
        </pc:sldMkLst>
        <pc:spChg chg="mod">
          <ac:chgData name="Fauve Duprez" userId="59fdc1fb-507d-4cdb-a31c-e3fd651e0acf" providerId="ADAL" clId="{5C5630DB-2516-4305-9090-8CA22B8990CB}" dt="2024-11-20T10:17:22.801" v="373"/>
          <ac:spMkLst>
            <pc:docMk/>
            <pc:sldMk cId="1306100607" sldId="1684"/>
            <ac:spMk id="5" creationId="{3A004925-A370-44E2-A732-52A6295CBDEB}"/>
          </ac:spMkLst>
        </pc:spChg>
      </pc:sldChg>
      <pc:sldChg chg="modSp mod">
        <pc:chgData name="Fauve Duprez" userId="59fdc1fb-507d-4cdb-a31c-e3fd651e0acf" providerId="ADAL" clId="{5C5630DB-2516-4305-9090-8CA22B8990CB}" dt="2024-11-20T10:33:09.556" v="565"/>
        <pc:sldMkLst>
          <pc:docMk/>
          <pc:sldMk cId="1761259086" sldId="1685"/>
        </pc:sldMkLst>
        <pc:spChg chg="mod">
          <ac:chgData name="Fauve Duprez" userId="59fdc1fb-507d-4cdb-a31c-e3fd651e0acf" providerId="ADAL" clId="{5C5630DB-2516-4305-9090-8CA22B8990CB}" dt="2024-11-20T10:33:09.556" v="565"/>
          <ac:spMkLst>
            <pc:docMk/>
            <pc:sldMk cId="1761259086" sldId="1685"/>
            <ac:spMk id="2" creationId="{9250AE10-A5BD-4854-95D1-EDB41A7F14B7}"/>
          </ac:spMkLst>
        </pc:spChg>
      </pc:sldChg>
      <pc:sldChg chg="addSp delSp modSp del mod">
        <pc:chgData name="Fauve Duprez" userId="59fdc1fb-507d-4cdb-a31c-e3fd651e0acf" providerId="ADAL" clId="{5C5630DB-2516-4305-9090-8CA22B8990CB}" dt="2024-11-20T10:55:16.145" v="772" actId="47"/>
        <pc:sldMkLst>
          <pc:docMk/>
          <pc:sldMk cId="2409432669" sldId="1686"/>
        </pc:sldMkLst>
        <pc:spChg chg="mod">
          <ac:chgData name="Fauve Duprez" userId="59fdc1fb-507d-4cdb-a31c-e3fd651e0acf" providerId="ADAL" clId="{5C5630DB-2516-4305-9090-8CA22B8990CB}" dt="2024-11-20T10:40:30.514" v="713"/>
          <ac:spMkLst>
            <pc:docMk/>
            <pc:sldMk cId="2409432669" sldId="1686"/>
            <ac:spMk id="2" creationId="{7E336451-C94F-471A-AA79-3DED3462D119}"/>
          </ac:spMkLst>
        </pc:spChg>
        <pc:spChg chg="mod">
          <ac:chgData name="Fauve Duprez" userId="59fdc1fb-507d-4cdb-a31c-e3fd651e0acf" providerId="ADAL" clId="{5C5630DB-2516-4305-9090-8CA22B8990CB}" dt="2024-11-20T10:40:20.148" v="711" actId="20577"/>
          <ac:spMkLst>
            <pc:docMk/>
            <pc:sldMk cId="2409432669" sldId="1686"/>
            <ac:spMk id="9" creationId="{4299FC94-8528-4E66-B73B-760AD63C3921}"/>
          </ac:spMkLst>
        </pc:spChg>
        <pc:spChg chg="del">
          <ac:chgData name="Fauve Duprez" userId="59fdc1fb-507d-4cdb-a31c-e3fd651e0acf" providerId="ADAL" clId="{5C5630DB-2516-4305-9090-8CA22B8990CB}" dt="2024-11-20T10:38:17.603" v="665" actId="478"/>
          <ac:spMkLst>
            <pc:docMk/>
            <pc:sldMk cId="2409432669" sldId="1686"/>
            <ac:spMk id="10" creationId="{9307FAC9-2DAB-42ED-A162-8030C2C0BC19}"/>
          </ac:spMkLst>
        </pc:spChg>
        <pc:spChg chg="del">
          <ac:chgData name="Fauve Duprez" userId="59fdc1fb-507d-4cdb-a31c-e3fd651e0acf" providerId="ADAL" clId="{5C5630DB-2516-4305-9090-8CA22B8990CB}" dt="2024-11-20T10:38:19.687" v="666" actId="478"/>
          <ac:spMkLst>
            <pc:docMk/>
            <pc:sldMk cId="2409432669" sldId="1686"/>
            <ac:spMk id="11" creationId="{8BABE38D-4B6E-4254-9E47-E43BB85649D9}"/>
          </ac:spMkLst>
        </pc:spChg>
        <pc:spChg chg="del">
          <ac:chgData name="Fauve Duprez" userId="59fdc1fb-507d-4cdb-a31c-e3fd651e0acf" providerId="ADAL" clId="{5C5630DB-2516-4305-9090-8CA22B8990CB}" dt="2024-11-20T10:38:21.189" v="667" actId="478"/>
          <ac:spMkLst>
            <pc:docMk/>
            <pc:sldMk cId="2409432669" sldId="1686"/>
            <ac:spMk id="12" creationId="{4C3C4AA3-6C06-4581-8F03-D7FBC39398D2}"/>
          </ac:spMkLst>
        </pc:spChg>
        <pc:spChg chg="mod">
          <ac:chgData name="Fauve Duprez" userId="59fdc1fb-507d-4cdb-a31c-e3fd651e0acf" providerId="ADAL" clId="{5C5630DB-2516-4305-9090-8CA22B8990CB}" dt="2024-11-20T10:40:01.764" v="696" actId="1076"/>
          <ac:spMkLst>
            <pc:docMk/>
            <pc:sldMk cId="2409432669" sldId="1686"/>
            <ac:spMk id="13" creationId="{6161F8D0-6C5B-4809-BF0B-EE1556C7E3BB}"/>
          </ac:spMkLst>
        </pc:spChg>
        <pc:spChg chg="del">
          <ac:chgData name="Fauve Duprez" userId="59fdc1fb-507d-4cdb-a31c-e3fd651e0acf" providerId="ADAL" clId="{5C5630DB-2516-4305-9090-8CA22B8990CB}" dt="2024-11-20T10:38:23.820" v="668" actId="478"/>
          <ac:spMkLst>
            <pc:docMk/>
            <pc:sldMk cId="2409432669" sldId="1686"/>
            <ac:spMk id="20" creationId="{4054FFE0-F06A-C15B-7D1E-8AA694ADF5C3}"/>
          </ac:spMkLst>
        </pc:spChg>
        <pc:picChg chg="add mod">
          <ac:chgData name="Fauve Duprez" userId="59fdc1fb-507d-4cdb-a31c-e3fd651e0acf" providerId="ADAL" clId="{5C5630DB-2516-4305-9090-8CA22B8990CB}" dt="2024-11-20T10:39:53.245" v="693" actId="14100"/>
          <ac:picMkLst>
            <pc:docMk/>
            <pc:sldMk cId="2409432669" sldId="1686"/>
            <ac:picMk id="6" creationId="{6DD25A6D-9955-CDE7-B7B6-7E5D7539C8BA}"/>
          </ac:picMkLst>
        </pc:picChg>
        <pc:picChg chg="add mod ord">
          <ac:chgData name="Fauve Duprez" userId="59fdc1fb-507d-4cdb-a31c-e3fd651e0acf" providerId="ADAL" clId="{5C5630DB-2516-4305-9090-8CA22B8990CB}" dt="2024-11-20T10:40:06.934" v="697" actId="1076"/>
          <ac:picMkLst>
            <pc:docMk/>
            <pc:sldMk cId="2409432669" sldId="1686"/>
            <ac:picMk id="8" creationId="{FB1D130A-F6C6-A536-FC41-89CA09E2FD7C}"/>
          </ac:picMkLst>
        </pc:picChg>
        <pc:picChg chg="add mod">
          <ac:chgData name="Fauve Duprez" userId="59fdc1fb-507d-4cdb-a31c-e3fd651e0acf" providerId="ADAL" clId="{5C5630DB-2516-4305-9090-8CA22B8990CB}" dt="2024-11-20T10:39:58.382" v="695" actId="1076"/>
          <ac:picMkLst>
            <pc:docMk/>
            <pc:sldMk cId="2409432669" sldId="1686"/>
            <ac:picMk id="15" creationId="{6D853A5C-4A46-629D-0851-9F84D7761C86}"/>
          </ac:picMkLst>
        </pc:picChg>
        <pc:picChg chg="del mod">
          <ac:chgData name="Fauve Duprez" userId="59fdc1fb-507d-4cdb-a31c-e3fd651e0acf" providerId="ADAL" clId="{5C5630DB-2516-4305-9090-8CA22B8990CB}" dt="2024-11-20T10:38:15.715" v="664" actId="478"/>
          <ac:picMkLst>
            <pc:docMk/>
            <pc:sldMk cId="2409432669" sldId="1686"/>
            <ac:picMk id="19" creationId="{C80B9D4B-B4D0-3C1A-C626-166C7754213C}"/>
          </ac:picMkLst>
        </pc:picChg>
        <pc:picChg chg="mod">
          <ac:chgData name="Fauve Duprez" userId="59fdc1fb-507d-4cdb-a31c-e3fd651e0acf" providerId="ADAL" clId="{5C5630DB-2516-4305-9090-8CA22B8990CB}" dt="2024-11-20T10:39:41.887" v="690" actId="1076"/>
          <ac:picMkLst>
            <pc:docMk/>
            <pc:sldMk cId="2409432669" sldId="1686"/>
            <ac:picMk id="21" creationId="{D93CBC65-5482-A4FC-E912-8661C89103F0}"/>
          </ac:picMkLst>
        </pc:picChg>
      </pc:sldChg>
      <pc:sldChg chg="addSp delSp modSp mod">
        <pc:chgData name="Fauve Duprez" userId="59fdc1fb-507d-4cdb-a31c-e3fd651e0acf" providerId="ADAL" clId="{5C5630DB-2516-4305-9090-8CA22B8990CB}" dt="2024-11-20T11:02:03.042" v="783" actId="1076"/>
        <pc:sldMkLst>
          <pc:docMk/>
          <pc:sldMk cId="4278634823" sldId="1689"/>
        </pc:sldMkLst>
        <pc:spChg chg="mod">
          <ac:chgData name="Fauve Duprez" userId="59fdc1fb-507d-4cdb-a31c-e3fd651e0acf" providerId="ADAL" clId="{5C5630DB-2516-4305-9090-8CA22B8990CB}" dt="2024-11-20T10:45:42.686" v="771"/>
          <ac:spMkLst>
            <pc:docMk/>
            <pc:sldMk cId="4278634823" sldId="1689"/>
            <ac:spMk id="5" creationId="{3A004925-A370-44E2-A732-52A6295CBDEB}"/>
          </ac:spMkLst>
        </pc:spChg>
        <pc:picChg chg="add del mod">
          <ac:chgData name="Fauve Duprez" userId="59fdc1fb-507d-4cdb-a31c-e3fd651e0acf" providerId="ADAL" clId="{5C5630DB-2516-4305-9090-8CA22B8990CB}" dt="2024-11-20T11:01:46.488" v="777" actId="478"/>
          <ac:picMkLst>
            <pc:docMk/>
            <pc:sldMk cId="4278634823" sldId="1689"/>
            <ac:picMk id="3" creationId="{4C6A18B4-A3EE-3EF8-DAB6-2AC5D6FE7217}"/>
          </ac:picMkLst>
        </pc:picChg>
        <pc:picChg chg="del">
          <ac:chgData name="Fauve Duprez" userId="59fdc1fb-507d-4cdb-a31c-e3fd651e0acf" providerId="ADAL" clId="{5C5630DB-2516-4305-9090-8CA22B8990CB}" dt="2024-11-20T10:57:01.624" v="773" actId="478"/>
          <ac:picMkLst>
            <pc:docMk/>
            <pc:sldMk cId="4278634823" sldId="1689"/>
            <ac:picMk id="7" creationId="{000DE2FF-DE3A-8186-3018-74048372A3C0}"/>
          </ac:picMkLst>
        </pc:picChg>
        <pc:picChg chg="add del mod">
          <ac:chgData name="Fauve Duprez" userId="59fdc1fb-507d-4cdb-a31c-e3fd651e0acf" providerId="ADAL" clId="{5C5630DB-2516-4305-9090-8CA22B8990CB}" dt="2024-11-20T11:01:51.106" v="780" actId="478"/>
          <ac:picMkLst>
            <pc:docMk/>
            <pc:sldMk cId="4278634823" sldId="1689"/>
            <ac:picMk id="8" creationId="{518FE98D-AF6B-6AF6-5ACF-4D143F225C2B}"/>
          </ac:picMkLst>
        </pc:picChg>
        <pc:picChg chg="add mod">
          <ac:chgData name="Fauve Duprez" userId="59fdc1fb-507d-4cdb-a31c-e3fd651e0acf" providerId="ADAL" clId="{5C5630DB-2516-4305-9090-8CA22B8990CB}" dt="2024-11-20T11:02:03.042" v="783" actId="1076"/>
          <ac:picMkLst>
            <pc:docMk/>
            <pc:sldMk cId="4278634823" sldId="1689"/>
            <ac:picMk id="10" creationId="{BB024C66-7F71-F2E8-40F2-B4AED43D97C9}"/>
          </ac:picMkLst>
        </pc:picChg>
      </pc:sldChg>
      <pc:sldChg chg="modSp mod">
        <pc:chgData name="Fauve Duprez" userId="59fdc1fb-507d-4cdb-a31c-e3fd651e0acf" providerId="ADAL" clId="{5C5630DB-2516-4305-9090-8CA22B8990CB}" dt="2024-11-20T13:35:40.366" v="1406"/>
        <pc:sldMkLst>
          <pc:docMk/>
          <pc:sldMk cId="2715246657" sldId="1707"/>
        </pc:sldMkLst>
        <pc:spChg chg="mod">
          <ac:chgData name="Fauve Duprez" userId="59fdc1fb-507d-4cdb-a31c-e3fd651e0acf" providerId="ADAL" clId="{5C5630DB-2516-4305-9090-8CA22B8990CB}" dt="2024-11-20T13:35:40.366" v="1406"/>
          <ac:spMkLst>
            <pc:docMk/>
            <pc:sldMk cId="2715246657" sldId="1707"/>
            <ac:spMk id="5" creationId="{3A004925-A370-44E2-A732-52A6295CBDEB}"/>
          </ac:spMkLst>
        </pc:spChg>
      </pc:sldChg>
      <pc:sldChg chg="modSp mod">
        <pc:chgData name="Fauve Duprez" userId="59fdc1fb-507d-4cdb-a31c-e3fd651e0acf" providerId="ADAL" clId="{5C5630DB-2516-4305-9090-8CA22B8990CB}" dt="2024-11-20T13:35:56.840" v="1412"/>
        <pc:sldMkLst>
          <pc:docMk/>
          <pc:sldMk cId="3812698982" sldId="1709"/>
        </pc:sldMkLst>
        <pc:spChg chg="mod">
          <ac:chgData name="Fauve Duprez" userId="59fdc1fb-507d-4cdb-a31c-e3fd651e0acf" providerId="ADAL" clId="{5C5630DB-2516-4305-9090-8CA22B8990CB}" dt="2024-11-20T13:35:56.840" v="1412"/>
          <ac:spMkLst>
            <pc:docMk/>
            <pc:sldMk cId="3812698982" sldId="1709"/>
            <ac:spMk id="5" creationId="{3A004925-A370-44E2-A732-52A6295CBDEB}"/>
          </ac:spMkLst>
        </pc:spChg>
      </pc:sldChg>
      <pc:sldChg chg="addSp delSp modSp del mod">
        <pc:chgData name="Fauve Duprez" userId="59fdc1fb-507d-4cdb-a31c-e3fd651e0acf" providerId="ADAL" clId="{5C5630DB-2516-4305-9090-8CA22B8990CB}" dt="2024-11-20T13:22:55.923" v="1129" actId="47"/>
        <pc:sldMkLst>
          <pc:docMk/>
          <pc:sldMk cId="2820124424" sldId="1711"/>
        </pc:sldMkLst>
        <pc:grpChg chg="del mod ord">
          <ac:chgData name="Fauve Duprez" userId="59fdc1fb-507d-4cdb-a31c-e3fd651e0acf" providerId="ADAL" clId="{5C5630DB-2516-4305-9090-8CA22B8990CB}" dt="2024-11-20T13:21:13.334" v="1116" actId="478"/>
          <ac:grpSpMkLst>
            <pc:docMk/>
            <pc:sldMk cId="2820124424" sldId="1711"/>
            <ac:grpSpMk id="21" creationId="{089D8C19-0601-4577-B09E-3B6C93D7B83D}"/>
          </ac:grpSpMkLst>
        </pc:grpChg>
        <pc:picChg chg="add del">
          <ac:chgData name="Fauve Duprez" userId="59fdc1fb-507d-4cdb-a31c-e3fd651e0acf" providerId="ADAL" clId="{5C5630DB-2516-4305-9090-8CA22B8990CB}" dt="2024-11-20T13:20:37.294" v="1108" actId="478"/>
          <ac:picMkLst>
            <pc:docMk/>
            <pc:sldMk cId="2820124424" sldId="1711"/>
            <ac:picMk id="2" creationId="{4267607E-DFF7-49AF-9F98-C5D2428C8362}"/>
          </ac:picMkLst>
        </pc:picChg>
        <pc:picChg chg="add del mod">
          <ac:chgData name="Fauve Duprez" userId="59fdc1fb-507d-4cdb-a31c-e3fd651e0acf" providerId="ADAL" clId="{5C5630DB-2516-4305-9090-8CA22B8990CB}" dt="2024-11-20T13:19:36.473" v="1098" actId="22"/>
          <ac:picMkLst>
            <pc:docMk/>
            <pc:sldMk cId="2820124424" sldId="1711"/>
            <ac:picMk id="4" creationId="{B9594524-5077-7D51-AD08-3BF443EAC175}"/>
          </ac:picMkLst>
        </pc:picChg>
        <pc:picChg chg="add del mod">
          <ac:chgData name="Fauve Duprez" userId="59fdc1fb-507d-4cdb-a31c-e3fd651e0acf" providerId="ADAL" clId="{5C5630DB-2516-4305-9090-8CA22B8990CB}" dt="2024-11-20T13:20:13.007" v="1106" actId="22"/>
          <ac:picMkLst>
            <pc:docMk/>
            <pc:sldMk cId="2820124424" sldId="1711"/>
            <ac:picMk id="8" creationId="{3595B902-1DE6-32C0-4C09-76C1014D3079}"/>
          </ac:picMkLst>
        </pc:picChg>
        <pc:picChg chg="add del mod">
          <ac:chgData name="Fauve Duprez" userId="59fdc1fb-507d-4cdb-a31c-e3fd651e0acf" providerId="ADAL" clId="{5C5630DB-2516-4305-9090-8CA22B8990CB}" dt="2024-11-20T13:22:48.490" v="1128" actId="478"/>
          <ac:picMkLst>
            <pc:docMk/>
            <pc:sldMk cId="2820124424" sldId="1711"/>
            <ac:picMk id="10" creationId="{FBA87144-F361-E6C8-DBA2-6EA82A810906}"/>
          </ac:picMkLst>
        </pc:picChg>
      </pc:sldChg>
      <pc:sldChg chg="addSp delSp modSp mod">
        <pc:chgData name="Fauve Duprez" userId="59fdc1fb-507d-4cdb-a31c-e3fd651e0acf" providerId="ADAL" clId="{5C5630DB-2516-4305-9090-8CA22B8990CB}" dt="2024-11-20T13:36:03.013" v="1415"/>
        <pc:sldMkLst>
          <pc:docMk/>
          <pc:sldMk cId="3221001398" sldId="1713"/>
        </pc:sldMkLst>
        <pc:spChg chg="mod">
          <ac:chgData name="Fauve Duprez" userId="59fdc1fb-507d-4cdb-a31c-e3fd651e0acf" providerId="ADAL" clId="{5C5630DB-2516-4305-9090-8CA22B8990CB}" dt="2024-11-20T13:36:03.013" v="1415"/>
          <ac:spMkLst>
            <pc:docMk/>
            <pc:sldMk cId="3221001398" sldId="1713"/>
            <ac:spMk id="5" creationId="{3A004925-A370-44E2-A732-52A6295CBDEB}"/>
          </ac:spMkLst>
        </pc:spChg>
        <pc:spChg chg="mod">
          <ac:chgData name="Fauve Duprez" userId="59fdc1fb-507d-4cdb-a31c-e3fd651e0acf" providerId="ADAL" clId="{5C5630DB-2516-4305-9090-8CA22B8990CB}" dt="2024-11-20T13:33:37.187" v="1390" actId="20577"/>
          <ac:spMkLst>
            <pc:docMk/>
            <pc:sldMk cId="3221001398" sldId="1713"/>
            <ac:spMk id="6" creationId="{D218D92A-74AD-49F8-A8A9-AD801B689B50}"/>
          </ac:spMkLst>
        </pc:spChg>
        <pc:spChg chg="del">
          <ac:chgData name="Fauve Duprez" userId="59fdc1fb-507d-4cdb-a31c-e3fd651e0acf" providerId="ADAL" clId="{5C5630DB-2516-4305-9090-8CA22B8990CB}" dt="2024-11-20T13:28:47.827" v="1179" actId="478"/>
          <ac:spMkLst>
            <pc:docMk/>
            <pc:sldMk cId="3221001398" sldId="1713"/>
            <ac:spMk id="10" creationId="{8470BD6F-6C33-4E66-8D1D-E23EFEBC7A2F}"/>
          </ac:spMkLst>
        </pc:spChg>
        <pc:picChg chg="del">
          <ac:chgData name="Fauve Duprez" userId="59fdc1fb-507d-4cdb-a31c-e3fd651e0acf" providerId="ADAL" clId="{5C5630DB-2516-4305-9090-8CA22B8990CB}" dt="2024-11-20T13:24:43.119" v="1160" actId="478"/>
          <ac:picMkLst>
            <pc:docMk/>
            <pc:sldMk cId="3221001398" sldId="1713"/>
            <ac:picMk id="3" creationId="{F09459C7-0889-4B59-BBDA-8E2E33F05814}"/>
          </ac:picMkLst>
        </pc:picChg>
        <pc:picChg chg="del">
          <ac:chgData name="Fauve Duprez" userId="59fdc1fb-507d-4cdb-a31c-e3fd651e0acf" providerId="ADAL" clId="{5C5630DB-2516-4305-9090-8CA22B8990CB}" dt="2024-11-20T13:28:39.286" v="1176" actId="478"/>
          <ac:picMkLst>
            <pc:docMk/>
            <pc:sldMk cId="3221001398" sldId="1713"/>
            <ac:picMk id="4" creationId="{31155D4E-9872-435A-882D-00A303D916F5}"/>
          </ac:picMkLst>
        </pc:picChg>
        <pc:picChg chg="add mod">
          <ac:chgData name="Fauve Duprez" userId="59fdc1fb-507d-4cdb-a31c-e3fd651e0acf" providerId="ADAL" clId="{5C5630DB-2516-4305-9090-8CA22B8990CB}" dt="2024-11-20T13:33:17.519" v="1361" actId="1076"/>
          <ac:picMkLst>
            <pc:docMk/>
            <pc:sldMk cId="3221001398" sldId="1713"/>
            <ac:picMk id="7" creationId="{4B8F241D-6C2C-3CD3-BD43-4D241AF00DA0}"/>
          </ac:picMkLst>
        </pc:picChg>
        <pc:picChg chg="del">
          <ac:chgData name="Fauve Duprez" userId="59fdc1fb-507d-4cdb-a31c-e3fd651e0acf" providerId="ADAL" clId="{5C5630DB-2516-4305-9090-8CA22B8990CB}" dt="2024-11-20T13:24:06.717" v="1154" actId="478"/>
          <ac:picMkLst>
            <pc:docMk/>
            <pc:sldMk cId="3221001398" sldId="1713"/>
            <ac:picMk id="8" creationId="{0890ED3E-D59A-0CEC-7E9D-9C37C2651281}"/>
          </ac:picMkLst>
        </pc:picChg>
        <pc:picChg chg="add mod">
          <ac:chgData name="Fauve Duprez" userId="59fdc1fb-507d-4cdb-a31c-e3fd651e0acf" providerId="ADAL" clId="{5C5630DB-2516-4305-9090-8CA22B8990CB}" dt="2024-11-20T13:33:19.088" v="1362" actId="1076"/>
          <ac:picMkLst>
            <pc:docMk/>
            <pc:sldMk cId="3221001398" sldId="1713"/>
            <ac:picMk id="11" creationId="{4899AFDC-C96E-EA4B-CCA3-5E0F4CA97E3E}"/>
          </ac:picMkLst>
        </pc:picChg>
        <pc:picChg chg="add mod">
          <ac:chgData name="Fauve Duprez" userId="59fdc1fb-507d-4cdb-a31c-e3fd651e0acf" providerId="ADAL" clId="{5C5630DB-2516-4305-9090-8CA22B8990CB}" dt="2024-11-20T13:28:52.023" v="1181" actId="1076"/>
          <ac:picMkLst>
            <pc:docMk/>
            <pc:sldMk cId="3221001398" sldId="1713"/>
            <ac:picMk id="13" creationId="{6F57FB0A-9CCF-D902-0F57-D85B00F4FFFF}"/>
          </ac:picMkLst>
        </pc:picChg>
      </pc:sldChg>
      <pc:sldChg chg="modSp mod">
        <pc:chgData name="Fauve Duprez" userId="59fdc1fb-507d-4cdb-a31c-e3fd651e0acf" providerId="ADAL" clId="{5C5630DB-2516-4305-9090-8CA22B8990CB}" dt="2024-11-20T13:36:13.555" v="1435" actId="20577"/>
        <pc:sldMkLst>
          <pc:docMk/>
          <pc:sldMk cId="1267768629" sldId="1716"/>
        </pc:sldMkLst>
        <pc:spChg chg="mod">
          <ac:chgData name="Fauve Duprez" userId="59fdc1fb-507d-4cdb-a31c-e3fd651e0acf" providerId="ADAL" clId="{5C5630DB-2516-4305-9090-8CA22B8990CB}" dt="2024-11-20T13:36:07.802" v="1418"/>
          <ac:spMkLst>
            <pc:docMk/>
            <pc:sldMk cId="1267768629" sldId="1716"/>
            <ac:spMk id="5" creationId="{3A004925-A370-44E2-A732-52A6295CBDEB}"/>
          </ac:spMkLst>
        </pc:spChg>
        <pc:spChg chg="mod">
          <ac:chgData name="Fauve Duprez" userId="59fdc1fb-507d-4cdb-a31c-e3fd651e0acf" providerId="ADAL" clId="{5C5630DB-2516-4305-9090-8CA22B8990CB}" dt="2024-11-20T13:36:13.555" v="1435" actId="20577"/>
          <ac:spMkLst>
            <pc:docMk/>
            <pc:sldMk cId="1267768629" sldId="1716"/>
            <ac:spMk id="6" creationId="{D218D92A-74AD-49F8-A8A9-AD801B689B50}"/>
          </ac:spMkLst>
        </pc:spChg>
      </pc:sldChg>
      <pc:sldChg chg="modSp mod">
        <pc:chgData name="Fauve Duprez" userId="59fdc1fb-507d-4cdb-a31c-e3fd651e0acf" providerId="ADAL" clId="{5C5630DB-2516-4305-9090-8CA22B8990CB}" dt="2024-11-20T13:11:37.660" v="971" actId="20577"/>
        <pc:sldMkLst>
          <pc:docMk/>
          <pc:sldMk cId="1050311761" sldId="1719"/>
        </pc:sldMkLst>
        <pc:spChg chg="mod">
          <ac:chgData name="Fauve Duprez" userId="59fdc1fb-507d-4cdb-a31c-e3fd651e0acf" providerId="ADAL" clId="{5C5630DB-2516-4305-9090-8CA22B8990CB}" dt="2024-11-20T13:11:37.660" v="971" actId="20577"/>
          <ac:spMkLst>
            <pc:docMk/>
            <pc:sldMk cId="1050311761" sldId="1719"/>
            <ac:spMk id="2" creationId="{2487FA35-A2A9-47D2-B705-6EA42514C1AE}"/>
          </ac:spMkLst>
        </pc:spChg>
        <pc:spChg chg="mod">
          <ac:chgData name="Fauve Duprez" userId="59fdc1fb-507d-4cdb-a31c-e3fd651e0acf" providerId="ADAL" clId="{5C5630DB-2516-4305-9090-8CA22B8990CB}" dt="2024-11-20T13:10:41.908" v="905"/>
          <ac:spMkLst>
            <pc:docMk/>
            <pc:sldMk cId="1050311761" sldId="1719"/>
            <ac:spMk id="3" creationId="{AFA9732D-AB41-4AF6-9647-B5196F5786EE}"/>
          </ac:spMkLst>
        </pc:spChg>
      </pc:sldChg>
      <pc:sldChg chg="addSp delSp modSp mod">
        <pc:chgData name="Fauve Duprez" userId="59fdc1fb-507d-4cdb-a31c-e3fd651e0acf" providerId="ADAL" clId="{5C5630DB-2516-4305-9090-8CA22B8990CB}" dt="2024-11-20T13:36:00.964" v="1414"/>
        <pc:sldMkLst>
          <pc:docMk/>
          <pc:sldMk cId="1452356362" sldId="1720"/>
        </pc:sldMkLst>
        <pc:spChg chg="add del mod">
          <ac:chgData name="Fauve Duprez" userId="59fdc1fb-507d-4cdb-a31c-e3fd651e0acf" providerId="ADAL" clId="{5C5630DB-2516-4305-9090-8CA22B8990CB}" dt="2024-11-20T13:22:43.146" v="1125" actId="478"/>
          <ac:spMkLst>
            <pc:docMk/>
            <pc:sldMk cId="1452356362" sldId="1720"/>
            <ac:spMk id="3" creationId="{1CC5A0EF-D3F4-170A-A52B-4A1E7AA13B11}"/>
          </ac:spMkLst>
        </pc:spChg>
        <pc:spChg chg="mod">
          <ac:chgData name="Fauve Duprez" userId="59fdc1fb-507d-4cdb-a31c-e3fd651e0acf" providerId="ADAL" clId="{5C5630DB-2516-4305-9090-8CA22B8990CB}" dt="2024-11-20T13:36:00.964" v="1414"/>
          <ac:spMkLst>
            <pc:docMk/>
            <pc:sldMk cId="1452356362" sldId="1720"/>
            <ac:spMk id="5" creationId="{3A004925-A370-44E2-A732-52A6295CBDEB}"/>
          </ac:spMkLst>
        </pc:spChg>
        <pc:spChg chg="mod">
          <ac:chgData name="Fauve Duprez" userId="59fdc1fb-507d-4cdb-a31c-e3fd651e0acf" providerId="ADAL" clId="{5C5630DB-2516-4305-9090-8CA22B8990CB}" dt="2024-11-20T13:23:28.523" v="1148" actId="404"/>
          <ac:spMkLst>
            <pc:docMk/>
            <pc:sldMk cId="1452356362" sldId="1720"/>
            <ac:spMk id="6" creationId="{D218D92A-74AD-49F8-A8A9-AD801B689B50}"/>
          </ac:spMkLst>
        </pc:spChg>
        <pc:spChg chg="del topLvl">
          <ac:chgData name="Fauve Duprez" userId="59fdc1fb-507d-4cdb-a31c-e3fd651e0acf" providerId="ADAL" clId="{5C5630DB-2516-4305-9090-8CA22B8990CB}" dt="2024-11-20T13:22:36.573" v="1121" actId="478"/>
          <ac:spMkLst>
            <pc:docMk/>
            <pc:sldMk cId="1452356362" sldId="1720"/>
            <ac:spMk id="14" creationId="{6565BC84-02AD-4630-86A9-2CE9B2A3F8D0}"/>
          </ac:spMkLst>
        </pc:spChg>
        <pc:spChg chg="del mod topLvl">
          <ac:chgData name="Fauve Duprez" userId="59fdc1fb-507d-4cdb-a31c-e3fd651e0acf" providerId="ADAL" clId="{5C5630DB-2516-4305-9090-8CA22B8990CB}" dt="2024-11-20T13:22:34.918" v="1120" actId="478"/>
          <ac:spMkLst>
            <pc:docMk/>
            <pc:sldMk cId="1452356362" sldId="1720"/>
            <ac:spMk id="15" creationId="{E2D8A236-B456-41BE-A57F-097C4DF3A0B4}"/>
          </ac:spMkLst>
        </pc:spChg>
        <pc:spChg chg="mod">
          <ac:chgData name="Fauve Duprez" userId="59fdc1fb-507d-4cdb-a31c-e3fd651e0acf" providerId="ADAL" clId="{5C5630DB-2516-4305-9090-8CA22B8990CB}" dt="2024-11-20T13:22:39.598" v="1123" actId="6549"/>
          <ac:spMkLst>
            <pc:docMk/>
            <pc:sldMk cId="1452356362" sldId="1720"/>
            <ac:spMk id="34" creationId="{49E23175-EE46-4298-B88A-9A05F3D9645D}"/>
          </ac:spMkLst>
        </pc:spChg>
        <pc:grpChg chg="del">
          <ac:chgData name="Fauve Duprez" userId="59fdc1fb-507d-4cdb-a31c-e3fd651e0acf" providerId="ADAL" clId="{5C5630DB-2516-4305-9090-8CA22B8990CB}" dt="2024-11-20T13:22:34.918" v="1120" actId="478"/>
          <ac:grpSpMkLst>
            <pc:docMk/>
            <pc:sldMk cId="1452356362" sldId="1720"/>
            <ac:grpSpMk id="13" creationId="{74848B95-A8B6-4190-8A76-5925125ED4B9}"/>
          </ac:grpSpMkLst>
        </pc:grpChg>
        <pc:grpChg chg="del">
          <ac:chgData name="Fauve Duprez" userId="59fdc1fb-507d-4cdb-a31c-e3fd651e0acf" providerId="ADAL" clId="{5C5630DB-2516-4305-9090-8CA22B8990CB}" dt="2024-11-20T13:22:32.022" v="1118" actId="478"/>
          <ac:grpSpMkLst>
            <pc:docMk/>
            <pc:sldMk cId="1452356362" sldId="1720"/>
            <ac:grpSpMk id="28" creationId="{934B43BD-5546-4994-9FB6-47934D7E33A3}"/>
          </ac:grpSpMkLst>
        </pc:grpChg>
        <pc:grpChg chg="del">
          <ac:chgData name="Fauve Duprez" userId="59fdc1fb-507d-4cdb-a31c-e3fd651e0acf" providerId="ADAL" clId="{5C5630DB-2516-4305-9090-8CA22B8990CB}" dt="2024-11-20T13:22:41.062" v="1124" actId="478"/>
          <ac:grpSpMkLst>
            <pc:docMk/>
            <pc:sldMk cId="1452356362" sldId="1720"/>
            <ac:grpSpMk id="32" creationId="{34447142-AD7A-4794-A7CE-1727BCD3C05A}"/>
          </ac:grpSpMkLst>
        </pc:grpChg>
        <pc:picChg chg="add mod">
          <ac:chgData name="Fauve Duprez" userId="59fdc1fb-507d-4cdb-a31c-e3fd651e0acf" providerId="ADAL" clId="{5C5630DB-2516-4305-9090-8CA22B8990CB}" dt="2024-11-20T13:23:42.544" v="1153" actId="1076"/>
          <ac:picMkLst>
            <pc:docMk/>
            <pc:sldMk cId="1452356362" sldId="1720"/>
            <ac:picMk id="7" creationId="{F559DE5F-061F-AC4F-0E41-D5D2B0482035}"/>
          </ac:picMkLst>
        </pc:picChg>
        <pc:picChg chg="add mod">
          <ac:chgData name="Fauve Duprez" userId="59fdc1fb-507d-4cdb-a31c-e3fd651e0acf" providerId="ADAL" clId="{5C5630DB-2516-4305-9090-8CA22B8990CB}" dt="2024-11-20T13:23:37.974" v="1152" actId="1076"/>
          <ac:picMkLst>
            <pc:docMk/>
            <pc:sldMk cId="1452356362" sldId="1720"/>
            <ac:picMk id="8" creationId="{D431E837-806C-E691-A62A-38D6E51F53FC}"/>
          </ac:picMkLst>
        </pc:picChg>
        <pc:picChg chg="del">
          <ac:chgData name="Fauve Duprez" userId="59fdc1fb-507d-4cdb-a31c-e3fd651e0acf" providerId="ADAL" clId="{5C5630DB-2516-4305-9090-8CA22B8990CB}" dt="2024-11-20T13:22:30.468" v="1117" actId="478"/>
          <ac:picMkLst>
            <pc:docMk/>
            <pc:sldMk cId="1452356362" sldId="1720"/>
            <ac:picMk id="18" creationId="{BECE0A52-4A68-4448-9A1B-ADEC52D6EAF1}"/>
          </ac:picMkLst>
        </pc:picChg>
        <pc:cxnChg chg="del">
          <ac:chgData name="Fauve Duprez" userId="59fdc1fb-507d-4cdb-a31c-e3fd651e0acf" providerId="ADAL" clId="{5C5630DB-2516-4305-9090-8CA22B8990CB}" dt="2024-11-20T13:22:37.834" v="1122" actId="478"/>
          <ac:cxnSpMkLst>
            <pc:docMk/>
            <pc:sldMk cId="1452356362" sldId="1720"/>
            <ac:cxnSpMk id="16" creationId="{11B08AB0-D1EA-48C6-9877-20FEF54C6D59}"/>
          </ac:cxnSpMkLst>
        </pc:cxnChg>
      </pc:sldChg>
      <pc:sldChg chg="del">
        <pc:chgData name="Fauve Duprez" userId="59fdc1fb-507d-4cdb-a31c-e3fd651e0acf" providerId="ADAL" clId="{5C5630DB-2516-4305-9090-8CA22B8990CB}" dt="2024-11-20T10:15:46.464" v="317" actId="47"/>
        <pc:sldMkLst>
          <pc:docMk/>
          <pc:sldMk cId="3935308446" sldId="1747"/>
        </pc:sldMkLst>
      </pc:sldChg>
      <pc:sldChg chg="del">
        <pc:chgData name="Fauve Duprez" userId="59fdc1fb-507d-4cdb-a31c-e3fd651e0acf" providerId="ADAL" clId="{5C5630DB-2516-4305-9090-8CA22B8990CB}" dt="2024-11-20T10:15:50.144" v="318" actId="47"/>
        <pc:sldMkLst>
          <pc:docMk/>
          <pc:sldMk cId="2871171670" sldId="1748"/>
        </pc:sldMkLst>
      </pc:sldChg>
      <pc:sldChg chg="addSp delSp modSp mod">
        <pc:chgData name="Fauve Duprez" userId="59fdc1fb-507d-4cdb-a31c-e3fd651e0acf" providerId="ADAL" clId="{5C5630DB-2516-4305-9090-8CA22B8990CB}" dt="2024-11-20T11:05:03.886" v="787" actId="22"/>
        <pc:sldMkLst>
          <pc:docMk/>
          <pc:sldMk cId="1025208905" sldId="1749"/>
        </pc:sldMkLst>
        <pc:spChg chg="mod">
          <ac:chgData name="Fauve Duprez" userId="59fdc1fb-507d-4cdb-a31c-e3fd651e0acf" providerId="ADAL" clId="{5C5630DB-2516-4305-9090-8CA22B8990CB}" dt="2024-11-20T10:16:21.389" v="352"/>
          <ac:spMkLst>
            <pc:docMk/>
            <pc:sldMk cId="1025208905" sldId="1749"/>
            <ac:spMk id="2" creationId="{16137F89-A959-A38F-14A5-73D0042EF67D}"/>
          </ac:spMkLst>
        </pc:spChg>
        <pc:spChg chg="del">
          <ac:chgData name="Fauve Duprez" userId="59fdc1fb-507d-4cdb-a31c-e3fd651e0acf" providerId="ADAL" clId="{5C5630DB-2516-4305-9090-8CA22B8990CB}" dt="2024-11-20T10:13:56.676" v="233" actId="478"/>
          <ac:spMkLst>
            <pc:docMk/>
            <pc:sldMk cId="1025208905" sldId="1749"/>
            <ac:spMk id="5" creationId="{E7370F27-7D75-48F6-E6E5-63607DED6242}"/>
          </ac:spMkLst>
        </pc:spChg>
        <pc:spChg chg="add del mod">
          <ac:chgData name="Fauve Duprez" userId="59fdc1fb-507d-4cdb-a31c-e3fd651e0acf" providerId="ADAL" clId="{5C5630DB-2516-4305-9090-8CA22B8990CB}" dt="2024-11-20T10:14:00.587" v="235" actId="478"/>
          <ac:spMkLst>
            <pc:docMk/>
            <pc:sldMk cId="1025208905" sldId="1749"/>
            <ac:spMk id="11" creationId="{C75076E1-2CAF-7127-FB73-EBD0B113A19B}"/>
          </ac:spMkLst>
        </pc:spChg>
        <pc:spChg chg="add del">
          <ac:chgData name="Fauve Duprez" userId="59fdc1fb-507d-4cdb-a31c-e3fd651e0acf" providerId="ADAL" clId="{5C5630DB-2516-4305-9090-8CA22B8990CB}" dt="2024-11-20T11:05:03.886" v="787" actId="22"/>
          <ac:spMkLst>
            <pc:docMk/>
            <pc:sldMk cId="1025208905" sldId="1749"/>
            <ac:spMk id="13" creationId="{6353EFF5-E753-70CF-2FEE-81330AD25C8F}"/>
          </ac:spMkLst>
        </pc:spChg>
        <pc:picChg chg="add mod">
          <ac:chgData name="Fauve Duprez" userId="59fdc1fb-507d-4cdb-a31c-e3fd651e0acf" providerId="ADAL" clId="{5C5630DB-2516-4305-9090-8CA22B8990CB}" dt="2024-11-20T10:13:58.686" v="234" actId="1076"/>
          <ac:picMkLst>
            <pc:docMk/>
            <pc:sldMk cId="1025208905" sldId="1749"/>
            <ac:picMk id="9" creationId="{459F3C20-232F-3D8F-A29C-665551EA7025}"/>
          </ac:picMkLst>
        </pc:picChg>
        <pc:picChg chg="del">
          <ac:chgData name="Fauve Duprez" userId="59fdc1fb-507d-4cdb-a31c-e3fd651e0acf" providerId="ADAL" clId="{5C5630DB-2516-4305-9090-8CA22B8990CB}" dt="2024-11-20T10:13:48.372" v="228" actId="478"/>
          <ac:picMkLst>
            <pc:docMk/>
            <pc:sldMk cId="1025208905" sldId="1749"/>
            <ac:picMk id="1025" creationId="{B7FB8301-ECFD-9802-0E92-593134EB2702}"/>
          </ac:picMkLst>
        </pc:picChg>
        <pc:picChg chg="del">
          <ac:chgData name="Fauve Duprez" userId="59fdc1fb-507d-4cdb-a31c-e3fd651e0acf" providerId="ADAL" clId="{5C5630DB-2516-4305-9090-8CA22B8990CB}" dt="2024-11-20T10:13:49.919" v="229" actId="478"/>
          <ac:picMkLst>
            <pc:docMk/>
            <pc:sldMk cId="1025208905" sldId="1749"/>
            <ac:picMk id="1026" creationId="{38D7BD1C-E255-6A03-85A8-CB307FEE2A00}"/>
          </ac:picMkLst>
        </pc:picChg>
      </pc:sldChg>
      <pc:sldChg chg="modSp mod">
        <pc:chgData name="Fauve Duprez" userId="59fdc1fb-507d-4cdb-a31c-e3fd651e0acf" providerId="ADAL" clId="{5C5630DB-2516-4305-9090-8CA22B8990CB}" dt="2024-11-20T10:16:18.299" v="351"/>
        <pc:sldMkLst>
          <pc:docMk/>
          <pc:sldMk cId="1491679558" sldId="1750"/>
        </pc:sldMkLst>
        <pc:spChg chg="mod">
          <ac:chgData name="Fauve Duprez" userId="59fdc1fb-507d-4cdb-a31c-e3fd651e0acf" providerId="ADAL" clId="{5C5630DB-2516-4305-9090-8CA22B8990CB}" dt="2024-11-20T10:16:18.299" v="351"/>
          <ac:spMkLst>
            <pc:docMk/>
            <pc:sldMk cId="1491679558" sldId="1750"/>
            <ac:spMk id="2" creationId="{16137F89-A959-A38F-14A5-73D0042EF67D}"/>
          </ac:spMkLst>
        </pc:spChg>
      </pc:sldChg>
      <pc:sldChg chg="modSp mod">
        <pc:chgData name="Fauve Duprez" userId="59fdc1fb-507d-4cdb-a31c-e3fd651e0acf" providerId="ADAL" clId="{5C5630DB-2516-4305-9090-8CA22B8990CB}" dt="2024-11-20T11:06:10.778" v="837" actId="20577"/>
        <pc:sldMkLst>
          <pc:docMk/>
          <pc:sldMk cId="1145568093" sldId="1751"/>
        </pc:sldMkLst>
        <pc:spChg chg="mod">
          <ac:chgData name="Fauve Duprez" userId="59fdc1fb-507d-4cdb-a31c-e3fd651e0acf" providerId="ADAL" clId="{5C5630DB-2516-4305-9090-8CA22B8990CB}" dt="2024-11-20T10:16:47.323" v="355"/>
          <ac:spMkLst>
            <pc:docMk/>
            <pc:sldMk cId="1145568093" sldId="1751"/>
            <ac:spMk id="2" creationId="{16137F89-A959-A38F-14A5-73D0042EF67D}"/>
          </ac:spMkLst>
        </pc:spChg>
        <pc:spChg chg="mod">
          <ac:chgData name="Fauve Duprez" userId="59fdc1fb-507d-4cdb-a31c-e3fd651e0acf" providerId="ADAL" clId="{5C5630DB-2516-4305-9090-8CA22B8990CB}" dt="2024-11-20T11:06:10.778" v="837" actId="20577"/>
          <ac:spMkLst>
            <pc:docMk/>
            <pc:sldMk cId="1145568093" sldId="1751"/>
            <ac:spMk id="3" creationId="{640EEB03-205D-9CF3-B7DC-88954EA347BC}"/>
          </ac:spMkLst>
        </pc:spChg>
      </pc:sldChg>
      <pc:sldChg chg="modSp mod">
        <pc:chgData name="Fauve Duprez" userId="59fdc1fb-507d-4cdb-a31c-e3fd651e0acf" providerId="ADAL" clId="{5C5630DB-2516-4305-9090-8CA22B8990CB}" dt="2024-11-20T10:16:23.649" v="353"/>
        <pc:sldMkLst>
          <pc:docMk/>
          <pc:sldMk cId="3749820093" sldId="1752"/>
        </pc:sldMkLst>
        <pc:spChg chg="mod">
          <ac:chgData name="Fauve Duprez" userId="59fdc1fb-507d-4cdb-a31c-e3fd651e0acf" providerId="ADAL" clId="{5C5630DB-2516-4305-9090-8CA22B8990CB}" dt="2024-11-20T10:16:23.649" v="353"/>
          <ac:spMkLst>
            <pc:docMk/>
            <pc:sldMk cId="3749820093" sldId="1752"/>
            <ac:spMk id="2" creationId="{16137F89-A959-A38F-14A5-73D0042EF67D}"/>
          </ac:spMkLst>
        </pc:spChg>
      </pc:sldChg>
      <pc:sldChg chg="modSp mod">
        <pc:chgData name="Fauve Duprez" userId="59fdc1fb-507d-4cdb-a31c-e3fd651e0acf" providerId="ADAL" clId="{5C5630DB-2516-4305-9090-8CA22B8990CB}" dt="2024-11-20T10:16:51.616" v="357"/>
        <pc:sldMkLst>
          <pc:docMk/>
          <pc:sldMk cId="1672692969" sldId="1753"/>
        </pc:sldMkLst>
        <pc:spChg chg="mod">
          <ac:chgData name="Fauve Duprez" userId="59fdc1fb-507d-4cdb-a31c-e3fd651e0acf" providerId="ADAL" clId="{5C5630DB-2516-4305-9090-8CA22B8990CB}" dt="2024-11-20T10:16:51.616" v="357"/>
          <ac:spMkLst>
            <pc:docMk/>
            <pc:sldMk cId="1672692969" sldId="1753"/>
            <ac:spMk id="5" creationId="{3A004925-A370-44E2-A732-52A6295CBDEB}"/>
          </ac:spMkLst>
        </pc:spChg>
        <pc:spChg chg="mod">
          <ac:chgData name="Fauve Duprez" userId="59fdc1fb-507d-4cdb-a31c-e3fd651e0acf" providerId="ADAL" clId="{5C5630DB-2516-4305-9090-8CA22B8990CB}" dt="2024-11-20T10:15:28.525" v="316" actId="20577"/>
          <ac:spMkLst>
            <pc:docMk/>
            <pc:sldMk cId="1672692969" sldId="1753"/>
            <ac:spMk id="6" creationId="{D218D92A-74AD-49F8-A8A9-AD801B689B50}"/>
          </ac:spMkLst>
        </pc:spChg>
      </pc:sldChg>
      <pc:sldChg chg="modSp mod">
        <pc:chgData name="Fauve Duprez" userId="59fdc1fb-507d-4cdb-a31c-e3fd651e0acf" providerId="ADAL" clId="{5C5630DB-2516-4305-9090-8CA22B8990CB}" dt="2024-11-20T10:17:18.275" v="372" actId="20577"/>
        <pc:sldMkLst>
          <pc:docMk/>
          <pc:sldMk cId="677799677" sldId="1755"/>
        </pc:sldMkLst>
        <pc:spChg chg="mod">
          <ac:chgData name="Fauve Duprez" userId="59fdc1fb-507d-4cdb-a31c-e3fd651e0acf" providerId="ADAL" clId="{5C5630DB-2516-4305-9090-8CA22B8990CB}" dt="2024-11-20T10:16:55.765" v="358"/>
          <ac:spMkLst>
            <pc:docMk/>
            <pc:sldMk cId="677799677" sldId="1755"/>
            <ac:spMk id="5" creationId="{3A004925-A370-44E2-A732-52A6295CBDEB}"/>
          </ac:spMkLst>
        </pc:spChg>
        <pc:spChg chg="mod">
          <ac:chgData name="Fauve Duprez" userId="59fdc1fb-507d-4cdb-a31c-e3fd651e0acf" providerId="ADAL" clId="{5C5630DB-2516-4305-9090-8CA22B8990CB}" dt="2024-11-20T10:17:18.275" v="372" actId="20577"/>
          <ac:spMkLst>
            <pc:docMk/>
            <pc:sldMk cId="677799677" sldId="1755"/>
            <ac:spMk id="6" creationId="{D218D92A-74AD-49F8-A8A9-AD801B689B50}"/>
          </ac:spMkLst>
        </pc:spChg>
      </pc:sldChg>
      <pc:sldChg chg="del">
        <pc:chgData name="Fauve Duprez" userId="59fdc1fb-507d-4cdb-a31c-e3fd651e0acf" providerId="ADAL" clId="{5C5630DB-2516-4305-9090-8CA22B8990CB}" dt="2024-11-20T10:33:03.615" v="564" actId="47"/>
        <pc:sldMkLst>
          <pc:docMk/>
          <pc:sldMk cId="1124148531" sldId="1756"/>
        </pc:sldMkLst>
      </pc:sldChg>
      <pc:sldChg chg="addSp delSp modSp add del mod">
        <pc:chgData name="Fauve Duprez" userId="59fdc1fb-507d-4cdb-a31c-e3fd651e0acf" providerId="ADAL" clId="{5C5630DB-2516-4305-9090-8CA22B8990CB}" dt="2024-11-20T10:32:10.890" v="553"/>
        <pc:sldMkLst>
          <pc:docMk/>
          <pc:sldMk cId="977587255" sldId="1757"/>
        </pc:sldMkLst>
        <pc:spChg chg="mod">
          <ac:chgData name="Fauve Duprez" userId="59fdc1fb-507d-4cdb-a31c-e3fd651e0acf" providerId="ADAL" clId="{5C5630DB-2516-4305-9090-8CA22B8990CB}" dt="2024-11-20T10:32:10.890" v="553"/>
          <ac:spMkLst>
            <pc:docMk/>
            <pc:sldMk cId="977587255" sldId="1757"/>
            <ac:spMk id="5" creationId="{3A004925-A370-44E2-A732-52A6295CBDEB}"/>
          </ac:spMkLst>
        </pc:spChg>
        <pc:spChg chg="mod">
          <ac:chgData name="Fauve Duprez" userId="59fdc1fb-507d-4cdb-a31c-e3fd651e0acf" providerId="ADAL" clId="{5C5630DB-2516-4305-9090-8CA22B8990CB}" dt="2024-11-20T10:19:11.608" v="379" actId="20577"/>
          <ac:spMkLst>
            <pc:docMk/>
            <pc:sldMk cId="977587255" sldId="1757"/>
            <ac:spMk id="6" creationId="{D218D92A-74AD-49F8-A8A9-AD801B689B50}"/>
          </ac:spMkLst>
        </pc:spChg>
        <pc:spChg chg="mod ord">
          <ac:chgData name="Fauve Duprez" userId="59fdc1fb-507d-4cdb-a31c-e3fd651e0acf" providerId="ADAL" clId="{5C5630DB-2516-4305-9090-8CA22B8990CB}" dt="2024-11-20T10:28:27.244" v="500" actId="14100"/>
          <ac:spMkLst>
            <pc:docMk/>
            <pc:sldMk cId="977587255" sldId="1757"/>
            <ac:spMk id="19" creationId="{2CB1D703-653C-4BE1-8A5D-35ADFED0892F}"/>
          </ac:spMkLst>
        </pc:spChg>
        <pc:spChg chg="mod">
          <ac:chgData name="Fauve Duprez" userId="59fdc1fb-507d-4cdb-a31c-e3fd651e0acf" providerId="ADAL" clId="{5C5630DB-2516-4305-9090-8CA22B8990CB}" dt="2024-11-20T10:28:32.208" v="501" actId="1076"/>
          <ac:spMkLst>
            <pc:docMk/>
            <pc:sldMk cId="977587255" sldId="1757"/>
            <ac:spMk id="20" creationId="{7E724A1E-28EC-4BFE-B879-10BA792CC6A3}"/>
          </ac:spMkLst>
        </pc:spChg>
        <pc:picChg chg="add del">
          <ac:chgData name="Fauve Duprez" userId="59fdc1fb-507d-4cdb-a31c-e3fd651e0acf" providerId="ADAL" clId="{5C5630DB-2516-4305-9090-8CA22B8990CB}" dt="2024-11-20T10:27:20.583" v="482" actId="478"/>
          <ac:picMkLst>
            <pc:docMk/>
            <pc:sldMk cId="977587255" sldId="1757"/>
            <ac:picMk id="3" creationId="{A93AC69E-D0A8-55DC-46AE-4F354C4C6DB3}"/>
          </ac:picMkLst>
        </pc:picChg>
        <pc:picChg chg="del">
          <ac:chgData name="Fauve Duprez" userId="59fdc1fb-507d-4cdb-a31c-e3fd651e0acf" providerId="ADAL" clId="{5C5630DB-2516-4305-9090-8CA22B8990CB}" dt="2024-11-20T10:27:25.659" v="484" actId="478"/>
          <ac:picMkLst>
            <pc:docMk/>
            <pc:sldMk cId="977587255" sldId="1757"/>
            <ac:picMk id="4" creationId="{5F8784DC-B2F0-1627-FDC7-0087A708DBC6}"/>
          </ac:picMkLst>
        </pc:picChg>
        <pc:picChg chg="add mod">
          <ac:chgData name="Fauve Duprez" userId="59fdc1fb-507d-4cdb-a31c-e3fd651e0acf" providerId="ADAL" clId="{5C5630DB-2516-4305-9090-8CA22B8990CB}" dt="2024-11-20T10:27:29.496" v="486" actId="14100"/>
          <ac:picMkLst>
            <pc:docMk/>
            <pc:sldMk cId="977587255" sldId="1757"/>
            <ac:picMk id="9" creationId="{F0654FF5-CE81-E933-DD8F-4D835287FC2B}"/>
          </ac:picMkLst>
        </pc:picChg>
        <pc:picChg chg="del">
          <ac:chgData name="Fauve Duprez" userId="59fdc1fb-507d-4cdb-a31c-e3fd651e0acf" providerId="ADAL" clId="{5C5630DB-2516-4305-9090-8CA22B8990CB}" dt="2024-11-20T10:27:50.584" v="487" actId="478"/>
          <ac:picMkLst>
            <pc:docMk/>
            <pc:sldMk cId="977587255" sldId="1757"/>
            <ac:picMk id="10" creationId="{3ACCD34F-D115-4468-BAFC-D5A2A0D21B85}"/>
          </ac:picMkLst>
        </pc:picChg>
        <pc:picChg chg="add mod">
          <ac:chgData name="Fauve Duprez" userId="59fdc1fb-507d-4cdb-a31c-e3fd651e0acf" providerId="ADAL" clId="{5C5630DB-2516-4305-9090-8CA22B8990CB}" dt="2024-11-20T10:28:20.644" v="498" actId="1076"/>
          <ac:picMkLst>
            <pc:docMk/>
            <pc:sldMk cId="977587255" sldId="1757"/>
            <ac:picMk id="12" creationId="{B1BC7F97-21A0-F7E3-44CA-608935297338}"/>
          </ac:picMkLst>
        </pc:picChg>
      </pc:sldChg>
      <pc:sldChg chg="addSp delSp modSp mod ord">
        <pc:chgData name="Fauve Duprez" userId="59fdc1fb-507d-4cdb-a31c-e3fd651e0acf" providerId="ADAL" clId="{5C5630DB-2516-4305-9090-8CA22B8990CB}" dt="2024-11-20T10:32:58.611" v="563" actId="1076"/>
        <pc:sldMkLst>
          <pc:docMk/>
          <pc:sldMk cId="3208086855" sldId="1758"/>
        </pc:sldMkLst>
        <pc:spChg chg="mod">
          <ac:chgData name="Fauve Duprez" userId="59fdc1fb-507d-4cdb-a31c-e3fd651e0acf" providerId="ADAL" clId="{5C5630DB-2516-4305-9090-8CA22B8990CB}" dt="2024-11-20T10:32:12.791" v="554"/>
          <ac:spMkLst>
            <pc:docMk/>
            <pc:sldMk cId="3208086855" sldId="1758"/>
            <ac:spMk id="5" creationId="{3A004925-A370-44E2-A732-52A6295CBDEB}"/>
          </ac:spMkLst>
        </pc:spChg>
        <pc:spChg chg="mod ord">
          <ac:chgData name="Fauve Duprez" userId="59fdc1fb-507d-4cdb-a31c-e3fd651e0acf" providerId="ADAL" clId="{5C5630DB-2516-4305-9090-8CA22B8990CB}" dt="2024-11-20T10:29:25.418" v="514" actId="14100"/>
          <ac:spMkLst>
            <pc:docMk/>
            <pc:sldMk cId="3208086855" sldId="1758"/>
            <ac:spMk id="12" creationId="{C2C1C866-ED72-40E4-B236-73EF7D67CAD0}"/>
          </ac:spMkLst>
        </pc:spChg>
        <pc:spChg chg="del mod ord">
          <ac:chgData name="Fauve Duprez" userId="59fdc1fb-507d-4cdb-a31c-e3fd651e0acf" providerId="ADAL" clId="{5C5630DB-2516-4305-9090-8CA22B8990CB}" dt="2024-11-20T10:30:43.113" v="533" actId="478"/>
          <ac:spMkLst>
            <pc:docMk/>
            <pc:sldMk cId="3208086855" sldId="1758"/>
            <ac:spMk id="14" creationId="{5FF18C93-F18D-476C-A8B6-D4753F4084B2}"/>
          </ac:spMkLst>
        </pc:spChg>
        <pc:spChg chg="mod ord">
          <ac:chgData name="Fauve Duprez" userId="59fdc1fb-507d-4cdb-a31c-e3fd651e0acf" providerId="ADAL" clId="{5C5630DB-2516-4305-9090-8CA22B8990CB}" dt="2024-11-20T10:30:28.088" v="527" actId="14100"/>
          <ac:spMkLst>
            <pc:docMk/>
            <pc:sldMk cId="3208086855" sldId="1758"/>
            <ac:spMk id="15" creationId="{9201C935-BF12-41B1-818F-17D7D2C50AF6}"/>
          </ac:spMkLst>
        </pc:spChg>
        <pc:spChg chg="del mod ord">
          <ac:chgData name="Fauve Duprez" userId="59fdc1fb-507d-4cdb-a31c-e3fd651e0acf" providerId="ADAL" clId="{5C5630DB-2516-4305-9090-8CA22B8990CB}" dt="2024-11-20T10:30:40.938" v="532" actId="478"/>
          <ac:spMkLst>
            <pc:docMk/>
            <pc:sldMk cId="3208086855" sldId="1758"/>
            <ac:spMk id="16" creationId="{33A34219-EAA8-4559-89BE-368E95FA721C}"/>
          </ac:spMkLst>
        </pc:spChg>
        <pc:spChg chg="add del mod">
          <ac:chgData name="Fauve Duprez" userId="59fdc1fb-507d-4cdb-a31c-e3fd651e0acf" providerId="ADAL" clId="{5C5630DB-2516-4305-9090-8CA22B8990CB}" dt="2024-11-20T10:30:45.032" v="534" actId="478"/>
          <ac:spMkLst>
            <pc:docMk/>
            <pc:sldMk cId="3208086855" sldId="1758"/>
            <ac:spMk id="17" creationId="{14DE37AA-AAC2-5EEA-1F0F-F3E33FBB851A}"/>
          </ac:spMkLst>
        </pc:spChg>
        <pc:spChg chg="add mod">
          <ac:chgData name="Fauve Duprez" userId="59fdc1fb-507d-4cdb-a31c-e3fd651e0acf" providerId="ADAL" clId="{5C5630DB-2516-4305-9090-8CA22B8990CB}" dt="2024-11-20T10:30:33.780" v="529" actId="1076"/>
          <ac:spMkLst>
            <pc:docMk/>
            <pc:sldMk cId="3208086855" sldId="1758"/>
            <ac:spMk id="18" creationId="{90F6E946-700C-037D-40F2-7820F593BC20}"/>
          </ac:spMkLst>
        </pc:spChg>
        <pc:spChg chg="add mod">
          <ac:chgData name="Fauve Duprez" userId="59fdc1fb-507d-4cdb-a31c-e3fd651e0acf" providerId="ADAL" clId="{5C5630DB-2516-4305-9090-8CA22B8990CB}" dt="2024-11-20T10:30:39.425" v="531" actId="1076"/>
          <ac:spMkLst>
            <pc:docMk/>
            <pc:sldMk cId="3208086855" sldId="1758"/>
            <ac:spMk id="19" creationId="{282D0675-CB99-F2C9-B760-DBFBED498A50}"/>
          </ac:spMkLst>
        </pc:spChg>
        <pc:spChg chg="add mod ord">
          <ac:chgData name="Fauve Duprez" userId="59fdc1fb-507d-4cdb-a31c-e3fd651e0acf" providerId="ADAL" clId="{5C5630DB-2516-4305-9090-8CA22B8990CB}" dt="2024-11-20T10:31:35.847" v="548" actId="14100"/>
          <ac:spMkLst>
            <pc:docMk/>
            <pc:sldMk cId="3208086855" sldId="1758"/>
            <ac:spMk id="20" creationId="{502A258C-7334-C7EB-D664-D474093D8061}"/>
          </ac:spMkLst>
        </pc:spChg>
        <pc:spChg chg="add mod">
          <ac:chgData name="Fauve Duprez" userId="59fdc1fb-507d-4cdb-a31c-e3fd651e0acf" providerId="ADAL" clId="{5C5630DB-2516-4305-9090-8CA22B8990CB}" dt="2024-11-20T10:32:58.611" v="563" actId="1076"/>
          <ac:spMkLst>
            <pc:docMk/>
            <pc:sldMk cId="3208086855" sldId="1758"/>
            <ac:spMk id="23" creationId="{1EA37879-A748-F45F-C79E-BE54EFB51A0B}"/>
          </ac:spMkLst>
        </pc:spChg>
        <pc:spChg chg="add mod">
          <ac:chgData name="Fauve Duprez" userId="59fdc1fb-507d-4cdb-a31c-e3fd651e0acf" providerId="ADAL" clId="{5C5630DB-2516-4305-9090-8CA22B8990CB}" dt="2024-11-20T10:32:52.863" v="562" actId="1076"/>
          <ac:spMkLst>
            <pc:docMk/>
            <pc:sldMk cId="3208086855" sldId="1758"/>
            <ac:spMk id="24" creationId="{FD42E0D6-678A-6477-F029-A0B236ABB362}"/>
          </ac:spMkLst>
        </pc:spChg>
        <pc:picChg chg="add mod">
          <ac:chgData name="Fauve Duprez" userId="59fdc1fb-507d-4cdb-a31c-e3fd651e0acf" providerId="ADAL" clId="{5C5630DB-2516-4305-9090-8CA22B8990CB}" dt="2024-11-20T10:29:10.910" v="511" actId="1076"/>
          <ac:picMkLst>
            <pc:docMk/>
            <pc:sldMk cId="3208086855" sldId="1758"/>
            <ac:picMk id="2" creationId="{4163C55D-B0ED-A8CF-7213-075F2121BADA}"/>
          </ac:picMkLst>
        </pc:picChg>
        <pc:picChg chg="del">
          <ac:chgData name="Fauve Duprez" userId="59fdc1fb-507d-4cdb-a31c-e3fd651e0acf" providerId="ADAL" clId="{5C5630DB-2516-4305-9090-8CA22B8990CB}" dt="2024-11-20T10:29:05.469" v="508" actId="478"/>
          <ac:picMkLst>
            <pc:docMk/>
            <pc:sldMk cId="3208086855" sldId="1758"/>
            <ac:picMk id="4" creationId="{5F8784DC-B2F0-1627-FDC7-0087A708DBC6}"/>
          </ac:picMkLst>
        </pc:picChg>
        <pc:picChg chg="add mod">
          <ac:chgData name="Fauve Duprez" userId="59fdc1fb-507d-4cdb-a31c-e3fd651e0acf" providerId="ADAL" clId="{5C5630DB-2516-4305-9090-8CA22B8990CB}" dt="2024-11-20T10:30:19.353" v="525" actId="1076"/>
          <ac:picMkLst>
            <pc:docMk/>
            <pc:sldMk cId="3208086855" sldId="1758"/>
            <ac:picMk id="7" creationId="{DEC2CC9C-4633-E769-A3F4-07BBFC32409A}"/>
          </ac:picMkLst>
        </pc:picChg>
        <pc:picChg chg="del">
          <ac:chgData name="Fauve Duprez" userId="59fdc1fb-507d-4cdb-a31c-e3fd651e0acf" providerId="ADAL" clId="{5C5630DB-2516-4305-9090-8CA22B8990CB}" dt="2024-11-20T10:29:53.085" v="517" actId="478"/>
          <ac:picMkLst>
            <pc:docMk/>
            <pc:sldMk cId="3208086855" sldId="1758"/>
            <ac:picMk id="9" creationId="{92C8F183-D020-4287-AB5E-569122FE2AA3}"/>
          </ac:picMkLst>
        </pc:picChg>
        <pc:picChg chg="del">
          <ac:chgData name="Fauve Duprez" userId="59fdc1fb-507d-4cdb-a31c-e3fd651e0acf" providerId="ADAL" clId="{5C5630DB-2516-4305-9090-8CA22B8990CB}" dt="2024-11-20T10:28:53.463" v="503" actId="478"/>
          <ac:picMkLst>
            <pc:docMk/>
            <pc:sldMk cId="3208086855" sldId="1758"/>
            <ac:picMk id="10" creationId="{3ACCD34F-D115-4468-BAFC-D5A2A0D21B85}"/>
          </ac:picMkLst>
        </pc:picChg>
        <pc:picChg chg="del">
          <ac:chgData name="Fauve Duprez" userId="59fdc1fb-507d-4cdb-a31c-e3fd651e0acf" providerId="ADAL" clId="{5C5630DB-2516-4305-9090-8CA22B8990CB}" dt="2024-11-20T10:30:47.484" v="535" actId="478"/>
          <ac:picMkLst>
            <pc:docMk/>
            <pc:sldMk cId="3208086855" sldId="1758"/>
            <ac:picMk id="11" creationId="{8852E8D0-4295-4B3D-A055-7DF5E06A5CC0}"/>
          </ac:picMkLst>
        </pc:picChg>
        <pc:picChg chg="add mod">
          <ac:chgData name="Fauve Duprez" userId="59fdc1fb-507d-4cdb-a31c-e3fd651e0acf" providerId="ADAL" clId="{5C5630DB-2516-4305-9090-8CA22B8990CB}" dt="2024-11-20T10:31:16.898" v="543" actId="1076"/>
          <ac:picMkLst>
            <pc:docMk/>
            <pc:sldMk cId="3208086855" sldId="1758"/>
            <ac:picMk id="22" creationId="{49426829-617A-D9B9-9BFE-57A9185455B9}"/>
          </ac:picMkLst>
        </pc:picChg>
      </pc:sldChg>
      <pc:sldChg chg="modSp mod">
        <pc:chgData name="Fauve Duprez" userId="59fdc1fb-507d-4cdb-a31c-e3fd651e0acf" providerId="ADAL" clId="{5C5630DB-2516-4305-9090-8CA22B8990CB}" dt="2024-11-20T10:35:27.282" v="648"/>
        <pc:sldMkLst>
          <pc:docMk/>
          <pc:sldMk cId="3088209890" sldId="1759"/>
        </pc:sldMkLst>
        <pc:spChg chg="mod">
          <ac:chgData name="Fauve Duprez" userId="59fdc1fb-507d-4cdb-a31c-e3fd651e0acf" providerId="ADAL" clId="{5C5630DB-2516-4305-9090-8CA22B8990CB}" dt="2024-11-20T10:35:27.282" v="648"/>
          <ac:spMkLst>
            <pc:docMk/>
            <pc:sldMk cId="3088209890" sldId="1759"/>
            <ac:spMk id="2" creationId="{9250AE10-A5BD-4854-95D1-EDB41A7F14B7}"/>
          </ac:spMkLst>
        </pc:spChg>
        <pc:spChg chg="mod">
          <ac:chgData name="Fauve Duprez" userId="59fdc1fb-507d-4cdb-a31c-e3fd651e0acf" providerId="ADAL" clId="{5C5630DB-2516-4305-9090-8CA22B8990CB}" dt="2024-11-20T10:35:03.023" v="645"/>
          <ac:spMkLst>
            <pc:docMk/>
            <pc:sldMk cId="3088209890" sldId="1759"/>
            <ac:spMk id="3" creationId="{B88BCCE3-B86C-461D-8331-7A61191A346A}"/>
          </ac:spMkLst>
        </pc:spChg>
      </pc:sldChg>
      <pc:sldChg chg="modSp mod">
        <pc:chgData name="Fauve Duprez" userId="59fdc1fb-507d-4cdb-a31c-e3fd651e0acf" providerId="ADAL" clId="{5C5630DB-2516-4305-9090-8CA22B8990CB}" dt="2024-11-20T10:35:29.654" v="649"/>
        <pc:sldMkLst>
          <pc:docMk/>
          <pc:sldMk cId="2097350860" sldId="1760"/>
        </pc:sldMkLst>
        <pc:spChg chg="mod">
          <ac:chgData name="Fauve Duprez" userId="59fdc1fb-507d-4cdb-a31c-e3fd651e0acf" providerId="ADAL" clId="{5C5630DB-2516-4305-9090-8CA22B8990CB}" dt="2024-11-20T10:35:29.654" v="649"/>
          <ac:spMkLst>
            <pc:docMk/>
            <pc:sldMk cId="2097350860" sldId="1760"/>
            <ac:spMk id="2" creationId="{9250AE10-A5BD-4854-95D1-EDB41A7F14B7}"/>
          </ac:spMkLst>
        </pc:spChg>
        <pc:spChg chg="mod">
          <ac:chgData name="Fauve Duprez" userId="59fdc1fb-507d-4cdb-a31c-e3fd651e0acf" providerId="ADAL" clId="{5C5630DB-2516-4305-9090-8CA22B8990CB}" dt="2024-11-20T10:35:21.754" v="647" actId="5793"/>
          <ac:spMkLst>
            <pc:docMk/>
            <pc:sldMk cId="2097350860" sldId="1760"/>
            <ac:spMk id="3" creationId="{B88BCCE3-B86C-461D-8331-7A61191A346A}"/>
          </ac:spMkLst>
        </pc:spChg>
      </pc:sldChg>
      <pc:sldChg chg="addSp delSp modSp mod">
        <pc:chgData name="Fauve Duprez" userId="59fdc1fb-507d-4cdb-a31c-e3fd651e0acf" providerId="ADAL" clId="{5C5630DB-2516-4305-9090-8CA22B8990CB}" dt="2024-11-20T10:40:27.517" v="712"/>
        <pc:sldMkLst>
          <pc:docMk/>
          <pc:sldMk cId="1346080786" sldId="1761"/>
        </pc:sldMkLst>
        <pc:spChg chg="mod">
          <ac:chgData name="Fauve Duprez" userId="59fdc1fb-507d-4cdb-a31c-e3fd651e0acf" providerId="ADAL" clId="{5C5630DB-2516-4305-9090-8CA22B8990CB}" dt="2024-11-20T10:40:27.517" v="712"/>
          <ac:spMkLst>
            <pc:docMk/>
            <pc:sldMk cId="1346080786" sldId="1761"/>
            <ac:spMk id="2" creationId="{7E336451-C94F-471A-AA79-3DED3462D119}"/>
          </ac:spMkLst>
        </pc:spChg>
        <pc:picChg chg="add mod">
          <ac:chgData name="Fauve Duprez" userId="59fdc1fb-507d-4cdb-a31c-e3fd651e0acf" providerId="ADAL" clId="{5C5630DB-2516-4305-9090-8CA22B8990CB}" dt="2024-11-20T10:36:35.520" v="655" actId="1076"/>
          <ac:picMkLst>
            <pc:docMk/>
            <pc:sldMk cId="1346080786" sldId="1761"/>
            <ac:picMk id="6" creationId="{4A65C62E-5E14-4A23-E351-F5500839B15C}"/>
          </ac:picMkLst>
        </pc:picChg>
        <pc:picChg chg="add mod">
          <ac:chgData name="Fauve Duprez" userId="59fdc1fb-507d-4cdb-a31c-e3fd651e0acf" providerId="ADAL" clId="{5C5630DB-2516-4305-9090-8CA22B8990CB}" dt="2024-11-20T10:37:10.858" v="659" actId="1076"/>
          <ac:picMkLst>
            <pc:docMk/>
            <pc:sldMk cId="1346080786" sldId="1761"/>
            <ac:picMk id="7" creationId="{D481A64D-A148-1385-77C1-37D1E2852074}"/>
          </ac:picMkLst>
        </pc:picChg>
        <pc:picChg chg="del">
          <ac:chgData name="Fauve Duprez" userId="59fdc1fb-507d-4cdb-a31c-e3fd651e0acf" providerId="ADAL" clId="{5C5630DB-2516-4305-9090-8CA22B8990CB}" dt="2024-11-20T10:36:32.002" v="654" actId="478"/>
          <ac:picMkLst>
            <pc:docMk/>
            <pc:sldMk cId="1346080786" sldId="1761"/>
            <ac:picMk id="14" creationId="{5D2E3A00-71E1-2958-2428-C371A9830F23}"/>
          </ac:picMkLst>
        </pc:picChg>
        <pc:picChg chg="del">
          <ac:chgData name="Fauve Duprez" userId="59fdc1fb-507d-4cdb-a31c-e3fd651e0acf" providerId="ADAL" clId="{5C5630DB-2516-4305-9090-8CA22B8990CB}" dt="2024-11-20T10:37:07.873" v="658" actId="478"/>
          <ac:picMkLst>
            <pc:docMk/>
            <pc:sldMk cId="1346080786" sldId="1761"/>
            <ac:picMk id="15" creationId="{90EA1B16-2BF0-FCAA-40DB-CD8EBEE955F1}"/>
          </ac:picMkLst>
        </pc:picChg>
      </pc:sldChg>
      <pc:sldChg chg="del">
        <pc:chgData name="Fauve Duprez" userId="59fdc1fb-507d-4cdb-a31c-e3fd651e0acf" providerId="ADAL" clId="{5C5630DB-2516-4305-9090-8CA22B8990CB}" dt="2024-11-20T10:31:57.856" v="551" actId="47"/>
        <pc:sldMkLst>
          <pc:docMk/>
          <pc:sldMk cId="3096434294" sldId="1762"/>
        </pc:sldMkLst>
      </pc:sldChg>
      <pc:sldChg chg="modSp mod">
        <pc:chgData name="Fauve Duprez" userId="59fdc1fb-507d-4cdb-a31c-e3fd651e0acf" providerId="ADAL" clId="{5C5630DB-2516-4305-9090-8CA22B8990CB}" dt="2024-11-20T10:17:27.976" v="374"/>
        <pc:sldMkLst>
          <pc:docMk/>
          <pc:sldMk cId="2804104082" sldId="1763"/>
        </pc:sldMkLst>
        <pc:spChg chg="mod">
          <ac:chgData name="Fauve Duprez" userId="59fdc1fb-507d-4cdb-a31c-e3fd651e0acf" providerId="ADAL" clId="{5C5630DB-2516-4305-9090-8CA22B8990CB}" dt="2024-11-20T10:17:27.976" v="374"/>
          <ac:spMkLst>
            <pc:docMk/>
            <pc:sldMk cId="2804104082" sldId="1763"/>
            <ac:spMk id="5" creationId="{3A004925-A370-44E2-A732-52A6295CBDEB}"/>
          </ac:spMkLst>
        </pc:spChg>
      </pc:sldChg>
      <pc:sldChg chg="addSp delSp modSp del mod">
        <pc:chgData name="Fauve Duprez" userId="59fdc1fb-507d-4cdb-a31c-e3fd651e0acf" providerId="ADAL" clId="{5C5630DB-2516-4305-9090-8CA22B8990CB}" dt="2024-11-20T10:41:51.301" v="728" actId="47"/>
        <pc:sldMkLst>
          <pc:docMk/>
          <pc:sldMk cId="319246678" sldId="1764"/>
        </pc:sldMkLst>
        <pc:spChg chg="del">
          <ac:chgData name="Fauve Duprez" userId="59fdc1fb-507d-4cdb-a31c-e3fd651e0acf" providerId="ADAL" clId="{5C5630DB-2516-4305-9090-8CA22B8990CB}" dt="2024-11-20T10:40:43.236" v="715" actId="478"/>
          <ac:spMkLst>
            <pc:docMk/>
            <pc:sldMk cId="319246678" sldId="1764"/>
            <ac:spMk id="10" creationId="{9307FAC9-2DAB-42ED-A162-8030C2C0BC19}"/>
          </ac:spMkLst>
        </pc:spChg>
        <pc:spChg chg="del">
          <ac:chgData name="Fauve Duprez" userId="59fdc1fb-507d-4cdb-a31c-e3fd651e0acf" providerId="ADAL" clId="{5C5630DB-2516-4305-9090-8CA22B8990CB}" dt="2024-11-20T10:40:44.710" v="716" actId="478"/>
          <ac:spMkLst>
            <pc:docMk/>
            <pc:sldMk cId="319246678" sldId="1764"/>
            <ac:spMk id="11" creationId="{8BABE38D-4B6E-4254-9E47-E43BB85649D9}"/>
          </ac:spMkLst>
        </pc:spChg>
        <pc:spChg chg="del">
          <ac:chgData name="Fauve Duprez" userId="59fdc1fb-507d-4cdb-a31c-e3fd651e0acf" providerId="ADAL" clId="{5C5630DB-2516-4305-9090-8CA22B8990CB}" dt="2024-11-20T10:40:46.267" v="717" actId="478"/>
          <ac:spMkLst>
            <pc:docMk/>
            <pc:sldMk cId="319246678" sldId="1764"/>
            <ac:spMk id="12" creationId="{4C3C4AA3-6C06-4581-8F03-D7FBC39398D2}"/>
          </ac:spMkLst>
        </pc:spChg>
        <pc:spChg chg="del">
          <ac:chgData name="Fauve Duprez" userId="59fdc1fb-507d-4cdb-a31c-e3fd651e0acf" providerId="ADAL" clId="{5C5630DB-2516-4305-9090-8CA22B8990CB}" dt="2024-11-20T10:40:47.964" v="718" actId="478"/>
          <ac:spMkLst>
            <pc:docMk/>
            <pc:sldMk cId="319246678" sldId="1764"/>
            <ac:spMk id="20" creationId="{4054FFE0-F06A-C15B-7D1E-8AA694ADF5C3}"/>
          </ac:spMkLst>
        </pc:spChg>
        <pc:picChg chg="add del mod">
          <ac:chgData name="Fauve Duprez" userId="59fdc1fb-507d-4cdb-a31c-e3fd651e0acf" providerId="ADAL" clId="{5C5630DB-2516-4305-9090-8CA22B8990CB}" dt="2024-11-20T10:41:27.105" v="721" actId="478"/>
          <ac:picMkLst>
            <pc:docMk/>
            <pc:sldMk cId="319246678" sldId="1764"/>
            <ac:picMk id="6" creationId="{F8B50E69-1A6A-E25D-617E-13E6A363A4DA}"/>
          </ac:picMkLst>
        </pc:picChg>
        <pc:picChg chg="del">
          <ac:chgData name="Fauve Duprez" userId="59fdc1fb-507d-4cdb-a31c-e3fd651e0acf" providerId="ADAL" clId="{5C5630DB-2516-4305-9090-8CA22B8990CB}" dt="2024-11-20T10:40:41.989" v="714" actId="478"/>
          <ac:picMkLst>
            <pc:docMk/>
            <pc:sldMk cId="319246678" sldId="1764"/>
            <ac:picMk id="19" creationId="{C80B9D4B-B4D0-3C1A-C626-166C7754213C}"/>
          </ac:picMkLst>
        </pc:picChg>
      </pc:sldChg>
      <pc:sldChg chg="del">
        <pc:chgData name="Fauve Duprez" userId="59fdc1fb-507d-4cdb-a31c-e3fd651e0acf" providerId="ADAL" clId="{5C5630DB-2516-4305-9090-8CA22B8990CB}" dt="2024-11-20T10:43:36.112" v="754" actId="47"/>
        <pc:sldMkLst>
          <pc:docMk/>
          <pc:sldMk cId="2115467390" sldId="1765"/>
        </pc:sldMkLst>
      </pc:sldChg>
      <pc:sldChg chg="modSp mod">
        <pc:chgData name="Fauve Duprez" userId="59fdc1fb-507d-4cdb-a31c-e3fd651e0acf" providerId="ADAL" clId="{5C5630DB-2516-4305-9090-8CA22B8990CB}" dt="2024-11-20T13:33:51.652" v="1391"/>
        <pc:sldMkLst>
          <pc:docMk/>
          <pc:sldMk cId="2883456708" sldId="1767"/>
        </pc:sldMkLst>
        <pc:spChg chg="mod">
          <ac:chgData name="Fauve Duprez" userId="59fdc1fb-507d-4cdb-a31c-e3fd651e0acf" providerId="ADAL" clId="{5C5630DB-2516-4305-9090-8CA22B8990CB}" dt="2024-11-20T13:10:24.646" v="878" actId="20577"/>
          <ac:spMkLst>
            <pc:docMk/>
            <pc:sldMk cId="2883456708" sldId="1767"/>
            <ac:spMk id="2" creationId="{2487FA35-A2A9-47D2-B705-6EA42514C1AE}"/>
          </ac:spMkLst>
        </pc:spChg>
        <pc:spChg chg="mod">
          <ac:chgData name="Fauve Duprez" userId="59fdc1fb-507d-4cdb-a31c-e3fd651e0acf" providerId="ADAL" clId="{5C5630DB-2516-4305-9090-8CA22B8990CB}" dt="2024-11-20T13:33:51.652" v="1391"/>
          <ac:spMkLst>
            <pc:docMk/>
            <pc:sldMk cId="2883456708" sldId="1767"/>
            <ac:spMk id="3" creationId="{AFA9732D-AB41-4AF6-9647-B5196F5786EE}"/>
          </ac:spMkLst>
        </pc:spChg>
      </pc:sldChg>
      <pc:sldChg chg="modSp mod">
        <pc:chgData name="Fauve Duprez" userId="59fdc1fb-507d-4cdb-a31c-e3fd651e0acf" providerId="ADAL" clId="{5C5630DB-2516-4305-9090-8CA22B8990CB}" dt="2024-11-20T13:35:36.341" v="1405"/>
        <pc:sldMkLst>
          <pc:docMk/>
          <pc:sldMk cId="3594923569" sldId="1771"/>
        </pc:sldMkLst>
        <pc:spChg chg="mod">
          <ac:chgData name="Fauve Duprez" userId="59fdc1fb-507d-4cdb-a31c-e3fd651e0acf" providerId="ADAL" clId="{5C5630DB-2516-4305-9090-8CA22B8990CB}" dt="2024-11-20T13:35:36.341" v="1405"/>
          <ac:spMkLst>
            <pc:docMk/>
            <pc:sldMk cId="3594923569" sldId="1771"/>
            <ac:spMk id="2" creationId="{2487FA35-A2A9-47D2-B705-6EA42514C1AE}"/>
          </ac:spMkLst>
        </pc:spChg>
        <pc:spChg chg="mod">
          <ac:chgData name="Fauve Duprez" userId="59fdc1fb-507d-4cdb-a31c-e3fd651e0acf" providerId="ADAL" clId="{5C5630DB-2516-4305-9090-8CA22B8990CB}" dt="2024-11-20T13:12:57.710" v="1006" actId="20577"/>
          <ac:spMkLst>
            <pc:docMk/>
            <pc:sldMk cId="3594923569" sldId="1771"/>
            <ac:spMk id="3" creationId="{AFA9732D-AB41-4AF6-9647-B5196F5786EE}"/>
          </ac:spMkLst>
        </pc:spChg>
      </pc:sldChg>
      <pc:sldChg chg="modSp mod">
        <pc:chgData name="Fauve Duprez" userId="59fdc1fb-507d-4cdb-a31c-e3fd651e0acf" providerId="ADAL" clId="{5C5630DB-2516-4305-9090-8CA22B8990CB}" dt="2024-11-20T13:34:22.048" v="1394"/>
        <pc:sldMkLst>
          <pc:docMk/>
          <pc:sldMk cId="1807473071" sldId="1772"/>
        </pc:sldMkLst>
        <pc:spChg chg="mod">
          <ac:chgData name="Fauve Duprez" userId="59fdc1fb-507d-4cdb-a31c-e3fd651e0acf" providerId="ADAL" clId="{5C5630DB-2516-4305-9090-8CA22B8990CB}" dt="2024-11-20T13:12:23.783" v="994" actId="20577"/>
          <ac:spMkLst>
            <pc:docMk/>
            <pc:sldMk cId="1807473071" sldId="1772"/>
            <ac:spMk id="2" creationId="{2487FA35-A2A9-47D2-B705-6EA42514C1AE}"/>
          </ac:spMkLst>
        </pc:spChg>
        <pc:spChg chg="mod">
          <ac:chgData name="Fauve Duprez" userId="59fdc1fb-507d-4cdb-a31c-e3fd651e0acf" providerId="ADAL" clId="{5C5630DB-2516-4305-9090-8CA22B8990CB}" dt="2024-11-20T13:34:22.048" v="1394"/>
          <ac:spMkLst>
            <pc:docMk/>
            <pc:sldMk cId="1807473071" sldId="1772"/>
            <ac:spMk id="3" creationId="{AFA9732D-AB41-4AF6-9647-B5196F5786EE}"/>
          </ac:spMkLst>
        </pc:spChg>
      </pc:sldChg>
      <pc:sldChg chg="modSp mod">
        <pc:chgData name="Fauve Duprez" userId="59fdc1fb-507d-4cdb-a31c-e3fd651e0acf" providerId="ADAL" clId="{5C5630DB-2516-4305-9090-8CA22B8990CB}" dt="2024-11-20T13:11:44.721" v="973" actId="1076"/>
        <pc:sldMkLst>
          <pc:docMk/>
          <pc:sldMk cId="2143869658" sldId="1781"/>
        </pc:sldMkLst>
        <pc:spChg chg="mod">
          <ac:chgData name="Fauve Duprez" userId="59fdc1fb-507d-4cdb-a31c-e3fd651e0acf" providerId="ADAL" clId="{5C5630DB-2516-4305-9090-8CA22B8990CB}" dt="2024-11-20T13:11:41.738" v="972"/>
          <ac:spMkLst>
            <pc:docMk/>
            <pc:sldMk cId="2143869658" sldId="1781"/>
            <ac:spMk id="2" creationId="{2487FA35-A2A9-47D2-B705-6EA42514C1AE}"/>
          </ac:spMkLst>
        </pc:spChg>
        <pc:spChg chg="mod">
          <ac:chgData name="Fauve Duprez" userId="59fdc1fb-507d-4cdb-a31c-e3fd651e0acf" providerId="ADAL" clId="{5C5630DB-2516-4305-9090-8CA22B8990CB}" dt="2024-11-20T13:11:44.721" v="973" actId="1076"/>
          <ac:spMkLst>
            <pc:docMk/>
            <pc:sldMk cId="2143869658" sldId="1781"/>
            <ac:spMk id="3" creationId="{AFA9732D-AB41-4AF6-9647-B5196F5786EE}"/>
          </ac:spMkLst>
        </pc:spChg>
      </pc:sldChg>
      <pc:sldChg chg="addSp delSp modSp mod">
        <pc:chgData name="Fauve Duprez" userId="59fdc1fb-507d-4cdb-a31c-e3fd651e0acf" providerId="ADAL" clId="{5C5630DB-2516-4305-9090-8CA22B8990CB}" dt="2024-11-20T13:35:43.119" v="1407"/>
        <pc:sldMkLst>
          <pc:docMk/>
          <pc:sldMk cId="3807610048" sldId="1784"/>
        </pc:sldMkLst>
        <pc:spChg chg="del">
          <ac:chgData name="Fauve Duprez" userId="59fdc1fb-507d-4cdb-a31c-e3fd651e0acf" providerId="ADAL" clId="{5C5630DB-2516-4305-9090-8CA22B8990CB}" dt="2024-11-20T13:15:17.928" v="1012" actId="478"/>
          <ac:spMkLst>
            <pc:docMk/>
            <pc:sldMk cId="3807610048" sldId="1784"/>
            <ac:spMk id="4" creationId="{9418F115-67BE-FFF3-558A-F9BDF87B526D}"/>
          </ac:spMkLst>
        </pc:spChg>
        <pc:spChg chg="mod">
          <ac:chgData name="Fauve Duprez" userId="59fdc1fb-507d-4cdb-a31c-e3fd651e0acf" providerId="ADAL" clId="{5C5630DB-2516-4305-9090-8CA22B8990CB}" dt="2024-11-20T13:35:43.119" v="1407"/>
          <ac:spMkLst>
            <pc:docMk/>
            <pc:sldMk cId="3807610048" sldId="1784"/>
            <ac:spMk id="5" creationId="{3A004925-A370-44E2-A732-52A6295CBDEB}"/>
          </ac:spMkLst>
        </pc:spChg>
        <pc:picChg chg="add del">
          <ac:chgData name="Fauve Duprez" userId="59fdc1fb-507d-4cdb-a31c-e3fd651e0acf" providerId="ADAL" clId="{5C5630DB-2516-4305-9090-8CA22B8990CB}" dt="2024-11-20T13:16:21.931" v="1029" actId="478"/>
          <ac:picMkLst>
            <pc:docMk/>
            <pc:sldMk cId="3807610048" sldId="1784"/>
            <ac:picMk id="3" creationId="{99E9AC3B-C6FA-EEF9-2815-89BD63902369}"/>
          </ac:picMkLst>
        </pc:picChg>
        <pc:picChg chg="add mod">
          <ac:chgData name="Fauve Duprez" userId="59fdc1fb-507d-4cdb-a31c-e3fd651e0acf" providerId="ADAL" clId="{5C5630DB-2516-4305-9090-8CA22B8990CB}" dt="2024-11-20T13:15:13.947" v="1011" actId="14100"/>
          <ac:picMkLst>
            <pc:docMk/>
            <pc:sldMk cId="3807610048" sldId="1784"/>
            <ac:picMk id="7" creationId="{EF6FE764-6A7A-1164-2B6B-734B7B8A7BCB}"/>
          </ac:picMkLst>
        </pc:picChg>
        <pc:picChg chg="del">
          <ac:chgData name="Fauve Duprez" userId="59fdc1fb-507d-4cdb-a31c-e3fd651e0acf" providerId="ADAL" clId="{5C5630DB-2516-4305-9090-8CA22B8990CB}" dt="2024-11-20T13:15:10.520" v="1008" actId="478"/>
          <ac:picMkLst>
            <pc:docMk/>
            <pc:sldMk cId="3807610048" sldId="1784"/>
            <ac:picMk id="9" creationId="{205DF52F-2EC2-4AB2-B48D-90AAA0FAFFF1}"/>
          </ac:picMkLst>
        </pc:picChg>
        <pc:picChg chg="del">
          <ac:chgData name="Fauve Duprez" userId="59fdc1fb-507d-4cdb-a31c-e3fd651e0acf" providerId="ADAL" clId="{5C5630DB-2516-4305-9090-8CA22B8990CB}" dt="2024-11-20T13:15:09.624" v="1007" actId="478"/>
          <ac:picMkLst>
            <pc:docMk/>
            <pc:sldMk cId="3807610048" sldId="1784"/>
            <ac:picMk id="10" creationId="{9B575996-BAF5-45B2-9901-FB5E4D8B8B45}"/>
          </ac:picMkLst>
        </pc:picChg>
        <pc:picChg chg="add del mod">
          <ac:chgData name="Fauve Duprez" userId="59fdc1fb-507d-4cdb-a31c-e3fd651e0acf" providerId="ADAL" clId="{5C5630DB-2516-4305-9090-8CA22B8990CB}" dt="2024-11-20T13:16:19.713" v="1027" actId="22"/>
          <ac:picMkLst>
            <pc:docMk/>
            <pc:sldMk cId="3807610048" sldId="1784"/>
            <ac:picMk id="12" creationId="{DB622C52-1083-AC95-55AA-6366062AFF8F}"/>
          </ac:picMkLst>
        </pc:picChg>
        <pc:picChg chg="add del mod">
          <ac:chgData name="Fauve Duprez" userId="59fdc1fb-507d-4cdb-a31c-e3fd651e0acf" providerId="ADAL" clId="{5C5630DB-2516-4305-9090-8CA22B8990CB}" dt="2024-11-20T13:16:17.934" v="1024" actId="22"/>
          <ac:picMkLst>
            <pc:docMk/>
            <pc:sldMk cId="3807610048" sldId="1784"/>
            <ac:picMk id="14" creationId="{D58873A7-2AD6-1D8A-B145-B964058CB2AD}"/>
          </ac:picMkLst>
        </pc:picChg>
        <pc:picChg chg="add mod">
          <ac:chgData name="Fauve Duprez" userId="59fdc1fb-507d-4cdb-a31c-e3fd651e0acf" providerId="ADAL" clId="{5C5630DB-2516-4305-9090-8CA22B8990CB}" dt="2024-11-20T13:16:30.040" v="1033" actId="1076"/>
          <ac:picMkLst>
            <pc:docMk/>
            <pc:sldMk cId="3807610048" sldId="1784"/>
            <ac:picMk id="16" creationId="{11227768-7BDA-B325-3575-09DCAC214BFF}"/>
          </ac:picMkLst>
        </pc:picChg>
      </pc:sldChg>
      <pc:sldChg chg="modSp mod">
        <pc:chgData name="Fauve Duprez" userId="59fdc1fb-507d-4cdb-a31c-e3fd651e0acf" providerId="ADAL" clId="{5C5630DB-2516-4305-9090-8CA22B8990CB}" dt="2024-11-20T13:35:48.783" v="1409"/>
        <pc:sldMkLst>
          <pc:docMk/>
          <pc:sldMk cId="2851141524" sldId="1786"/>
        </pc:sldMkLst>
        <pc:spChg chg="mod">
          <ac:chgData name="Fauve Duprez" userId="59fdc1fb-507d-4cdb-a31c-e3fd651e0acf" providerId="ADAL" clId="{5C5630DB-2516-4305-9090-8CA22B8990CB}" dt="2024-11-20T13:35:48.783" v="1409"/>
          <ac:spMkLst>
            <pc:docMk/>
            <pc:sldMk cId="2851141524" sldId="1786"/>
            <ac:spMk id="5" creationId="{3A004925-A370-44E2-A732-52A6295CBDEB}"/>
          </ac:spMkLst>
        </pc:spChg>
        <pc:spChg chg="mod">
          <ac:chgData name="Fauve Duprez" userId="59fdc1fb-507d-4cdb-a31c-e3fd651e0acf" providerId="ADAL" clId="{5C5630DB-2516-4305-9090-8CA22B8990CB}" dt="2024-11-20T13:17:11.557" v="1053" actId="20577"/>
          <ac:spMkLst>
            <pc:docMk/>
            <pc:sldMk cId="2851141524" sldId="1786"/>
            <ac:spMk id="6" creationId="{D218D92A-74AD-49F8-A8A9-AD801B689B50}"/>
          </ac:spMkLst>
        </pc:spChg>
      </pc:sldChg>
      <pc:sldChg chg="del">
        <pc:chgData name="Fauve Duprez" userId="59fdc1fb-507d-4cdb-a31c-e3fd651e0acf" providerId="ADAL" clId="{5C5630DB-2516-4305-9090-8CA22B8990CB}" dt="2024-11-20T13:16:44.146" v="1034" actId="47"/>
        <pc:sldMkLst>
          <pc:docMk/>
          <pc:sldMk cId="2035410602" sldId="1787"/>
        </pc:sldMkLst>
      </pc:sldChg>
      <pc:sldChg chg="modSp mod">
        <pc:chgData name="Fauve Duprez" userId="59fdc1fb-507d-4cdb-a31c-e3fd651e0acf" providerId="ADAL" clId="{5C5630DB-2516-4305-9090-8CA22B8990CB}" dt="2024-11-20T13:35:46.332" v="1408"/>
        <pc:sldMkLst>
          <pc:docMk/>
          <pc:sldMk cId="742242949" sldId="1788"/>
        </pc:sldMkLst>
        <pc:spChg chg="mod">
          <ac:chgData name="Fauve Duprez" userId="59fdc1fb-507d-4cdb-a31c-e3fd651e0acf" providerId="ADAL" clId="{5C5630DB-2516-4305-9090-8CA22B8990CB}" dt="2024-11-20T13:35:46.332" v="1408"/>
          <ac:spMkLst>
            <pc:docMk/>
            <pc:sldMk cId="742242949" sldId="1788"/>
            <ac:spMk id="5" creationId="{3A004925-A370-44E2-A732-52A6295CBDEB}"/>
          </ac:spMkLst>
        </pc:spChg>
      </pc:sldChg>
      <pc:sldChg chg="modSp mod">
        <pc:chgData name="Fauve Duprez" userId="59fdc1fb-507d-4cdb-a31c-e3fd651e0acf" providerId="ADAL" clId="{5C5630DB-2516-4305-9090-8CA22B8990CB}" dt="2024-11-20T13:35:50.960" v="1410"/>
        <pc:sldMkLst>
          <pc:docMk/>
          <pc:sldMk cId="4115517203" sldId="1789"/>
        </pc:sldMkLst>
        <pc:spChg chg="mod">
          <ac:chgData name="Fauve Duprez" userId="59fdc1fb-507d-4cdb-a31c-e3fd651e0acf" providerId="ADAL" clId="{5C5630DB-2516-4305-9090-8CA22B8990CB}" dt="2024-11-20T13:35:50.960" v="1410"/>
          <ac:spMkLst>
            <pc:docMk/>
            <pc:sldMk cId="4115517203" sldId="1789"/>
            <ac:spMk id="5" creationId="{3A004925-A370-44E2-A732-52A6295CBDEB}"/>
          </ac:spMkLst>
        </pc:spChg>
      </pc:sldChg>
      <pc:sldChg chg="modSp mod">
        <pc:chgData name="Fauve Duprez" userId="59fdc1fb-507d-4cdb-a31c-e3fd651e0acf" providerId="ADAL" clId="{5C5630DB-2516-4305-9090-8CA22B8990CB}" dt="2024-11-20T13:35:55.047" v="1411"/>
        <pc:sldMkLst>
          <pc:docMk/>
          <pc:sldMk cId="1318580537" sldId="1790"/>
        </pc:sldMkLst>
        <pc:spChg chg="mod">
          <ac:chgData name="Fauve Duprez" userId="59fdc1fb-507d-4cdb-a31c-e3fd651e0acf" providerId="ADAL" clId="{5C5630DB-2516-4305-9090-8CA22B8990CB}" dt="2024-11-20T13:35:55.047" v="1411"/>
          <ac:spMkLst>
            <pc:docMk/>
            <pc:sldMk cId="1318580537" sldId="1790"/>
            <ac:spMk id="5" creationId="{3A004925-A370-44E2-A732-52A6295CBDEB}"/>
          </ac:spMkLst>
        </pc:spChg>
        <pc:spChg chg="mod">
          <ac:chgData name="Fauve Duprez" userId="59fdc1fb-507d-4cdb-a31c-e3fd651e0acf" providerId="ADAL" clId="{5C5630DB-2516-4305-9090-8CA22B8990CB}" dt="2024-11-20T13:17:31.951" v="1086" actId="20577"/>
          <ac:spMkLst>
            <pc:docMk/>
            <pc:sldMk cId="1318580537" sldId="1790"/>
            <ac:spMk id="6" creationId="{D218D92A-74AD-49F8-A8A9-AD801B689B50}"/>
          </ac:spMkLst>
        </pc:spChg>
      </pc:sldChg>
      <pc:sldChg chg="modSp mod">
        <pc:chgData name="Fauve Duprez" userId="59fdc1fb-507d-4cdb-a31c-e3fd651e0acf" providerId="ADAL" clId="{5C5630DB-2516-4305-9090-8CA22B8990CB}" dt="2024-11-20T13:35:58.942" v="1413"/>
        <pc:sldMkLst>
          <pc:docMk/>
          <pc:sldMk cId="1733060434" sldId="1791"/>
        </pc:sldMkLst>
        <pc:spChg chg="mod">
          <ac:chgData name="Fauve Duprez" userId="59fdc1fb-507d-4cdb-a31c-e3fd651e0acf" providerId="ADAL" clId="{5C5630DB-2516-4305-9090-8CA22B8990CB}" dt="2024-11-20T13:35:58.942" v="1413"/>
          <ac:spMkLst>
            <pc:docMk/>
            <pc:sldMk cId="1733060434" sldId="1791"/>
            <ac:spMk id="5" creationId="{3A004925-A370-44E2-A732-52A6295CBDEB}"/>
          </ac:spMkLst>
        </pc:spChg>
        <pc:spChg chg="mod">
          <ac:chgData name="Fauve Duprez" userId="59fdc1fb-507d-4cdb-a31c-e3fd651e0acf" providerId="ADAL" clId="{5C5630DB-2516-4305-9090-8CA22B8990CB}" dt="2024-11-20T13:18:46.815" v="1089" actId="20577"/>
          <ac:spMkLst>
            <pc:docMk/>
            <pc:sldMk cId="1733060434" sldId="1791"/>
            <ac:spMk id="6" creationId="{D218D92A-74AD-49F8-A8A9-AD801B689B50}"/>
          </ac:spMkLst>
        </pc:spChg>
      </pc:sldChg>
      <pc:sldChg chg="del">
        <pc:chgData name="Fauve Duprez" userId="59fdc1fb-507d-4cdb-a31c-e3fd651e0acf" providerId="ADAL" clId="{5C5630DB-2516-4305-9090-8CA22B8990CB}" dt="2024-11-20T13:16:47.458" v="1035" actId="47"/>
        <pc:sldMkLst>
          <pc:docMk/>
          <pc:sldMk cId="1650902096" sldId="1792"/>
        </pc:sldMkLst>
      </pc:sldChg>
      <pc:sldChg chg="delSp modSp new del mod ord">
        <pc:chgData name="Fauve Duprez" userId="59fdc1fb-507d-4cdb-a31c-e3fd651e0acf" providerId="ADAL" clId="{5C5630DB-2516-4305-9090-8CA22B8990CB}" dt="2024-11-20T10:06:28.851" v="74" actId="47"/>
        <pc:sldMkLst>
          <pc:docMk/>
          <pc:sldMk cId="1356028690" sldId="1823"/>
        </pc:sldMkLst>
        <pc:spChg chg="mod">
          <ac:chgData name="Fauve Duprez" userId="59fdc1fb-507d-4cdb-a31c-e3fd651e0acf" providerId="ADAL" clId="{5C5630DB-2516-4305-9090-8CA22B8990CB}" dt="2024-11-20T10:06:02.842" v="70"/>
          <ac:spMkLst>
            <pc:docMk/>
            <pc:sldMk cId="1356028690" sldId="1823"/>
            <ac:spMk id="3" creationId="{33E94DE1-7BB9-F266-55F9-89C07F222F9F}"/>
          </ac:spMkLst>
        </pc:spChg>
        <pc:spChg chg="del">
          <ac:chgData name="Fauve Duprez" userId="59fdc1fb-507d-4cdb-a31c-e3fd651e0acf" providerId="ADAL" clId="{5C5630DB-2516-4305-9090-8CA22B8990CB}" dt="2024-11-20T10:06:08.598" v="71" actId="478"/>
          <ac:spMkLst>
            <pc:docMk/>
            <pc:sldMk cId="1356028690" sldId="1823"/>
            <ac:spMk id="5" creationId="{0255F171-04C2-86C5-D169-18ADF6B6A9FA}"/>
          </ac:spMkLst>
        </pc:spChg>
      </pc:sldChg>
      <pc:sldChg chg="modSp add mod">
        <pc:chgData name="Fauve Duprez" userId="59fdc1fb-507d-4cdb-a31c-e3fd651e0acf" providerId="ADAL" clId="{5C5630DB-2516-4305-9090-8CA22B8990CB}" dt="2024-11-20T10:16:06.366" v="347" actId="20577"/>
        <pc:sldMkLst>
          <pc:docMk/>
          <pc:sldMk cId="294686649" sldId="1824"/>
        </pc:sldMkLst>
        <pc:spChg chg="mod">
          <ac:chgData name="Fauve Duprez" userId="59fdc1fb-507d-4cdb-a31c-e3fd651e0acf" providerId="ADAL" clId="{5C5630DB-2516-4305-9090-8CA22B8990CB}" dt="2024-11-20T10:16:06.366" v="347" actId="20577"/>
          <ac:spMkLst>
            <pc:docMk/>
            <pc:sldMk cId="294686649" sldId="1824"/>
            <ac:spMk id="2" creationId="{7FD8BEEA-FB3F-4C62-F3D0-24AE72F97AF8}"/>
          </ac:spMkLst>
        </pc:spChg>
        <pc:spChg chg="mod">
          <ac:chgData name="Fauve Duprez" userId="59fdc1fb-507d-4cdb-a31c-e3fd651e0acf" providerId="ADAL" clId="{5C5630DB-2516-4305-9090-8CA22B8990CB}" dt="2024-11-20T10:11:30.447" v="181" actId="20577"/>
          <ac:spMkLst>
            <pc:docMk/>
            <pc:sldMk cId="294686649" sldId="1824"/>
            <ac:spMk id="3" creationId="{007102A2-5791-C4C6-80A0-4A217205E912}"/>
          </ac:spMkLst>
        </pc:spChg>
      </pc:sldChg>
      <pc:sldChg chg="modSp add mod">
        <pc:chgData name="Fauve Duprez" userId="59fdc1fb-507d-4cdb-a31c-e3fd651e0acf" providerId="ADAL" clId="{5C5630DB-2516-4305-9090-8CA22B8990CB}" dt="2024-11-20T10:16:10.570" v="348"/>
        <pc:sldMkLst>
          <pc:docMk/>
          <pc:sldMk cId="2378685834" sldId="1825"/>
        </pc:sldMkLst>
        <pc:spChg chg="mod">
          <ac:chgData name="Fauve Duprez" userId="59fdc1fb-507d-4cdb-a31c-e3fd651e0acf" providerId="ADAL" clId="{5C5630DB-2516-4305-9090-8CA22B8990CB}" dt="2024-11-20T10:16:10.570" v="348"/>
          <ac:spMkLst>
            <pc:docMk/>
            <pc:sldMk cId="2378685834" sldId="1825"/>
            <ac:spMk id="2" creationId="{60A46B93-4772-14EF-990B-E354F5E03B9D}"/>
          </ac:spMkLst>
        </pc:spChg>
        <pc:spChg chg="mod">
          <ac:chgData name="Fauve Duprez" userId="59fdc1fb-507d-4cdb-a31c-e3fd651e0acf" providerId="ADAL" clId="{5C5630DB-2516-4305-9090-8CA22B8990CB}" dt="2024-11-20T10:11:40.792" v="182"/>
          <ac:spMkLst>
            <pc:docMk/>
            <pc:sldMk cId="2378685834" sldId="1825"/>
            <ac:spMk id="3" creationId="{D347AF0C-38D9-1342-5254-814D057E7D63}"/>
          </ac:spMkLst>
        </pc:spChg>
      </pc:sldChg>
      <pc:sldChg chg="modSp add mod">
        <pc:chgData name="Fauve Duprez" userId="59fdc1fb-507d-4cdb-a31c-e3fd651e0acf" providerId="ADAL" clId="{5C5630DB-2516-4305-9090-8CA22B8990CB}" dt="2024-11-20T11:04:03.725" v="784" actId="6549"/>
        <pc:sldMkLst>
          <pc:docMk/>
          <pc:sldMk cId="2773794585" sldId="1826"/>
        </pc:sldMkLst>
        <pc:spChg chg="mod">
          <ac:chgData name="Fauve Duprez" userId="59fdc1fb-507d-4cdb-a31c-e3fd651e0acf" providerId="ADAL" clId="{5C5630DB-2516-4305-9090-8CA22B8990CB}" dt="2024-11-20T10:16:12.556" v="349"/>
          <ac:spMkLst>
            <pc:docMk/>
            <pc:sldMk cId="2773794585" sldId="1826"/>
            <ac:spMk id="2" creationId="{3E8EBB45-8CD0-F468-984C-6C303488F6E0}"/>
          </ac:spMkLst>
        </pc:spChg>
        <pc:spChg chg="mod">
          <ac:chgData name="Fauve Duprez" userId="59fdc1fb-507d-4cdb-a31c-e3fd651e0acf" providerId="ADAL" clId="{5C5630DB-2516-4305-9090-8CA22B8990CB}" dt="2024-11-20T11:04:03.725" v="784" actId="6549"/>
          <ac:spMkLst>
            <pc:docMk/>
            <pc:sldMk cId="2773794585" sldId="1826"/>
            <ac:spMk id="3" creationId="{A4838DD8-AE68-D8B6-801C-11AE9AA9D06F}"/>
          </ac:spMkLst>
        </pc:spChg>
      </pc:sldChg>
      <pc:sldChg chg="add del">
        <pc:chgData name="Fauve Duprez" userId="59fdc1fb-507d-4cdb-a31c-e3fd651e0acf" providerId="ADAL" clId="{5C5630DB-2516-4305-9090-8CA22B8990CB}" dt="2024-11-20T10:06:42.397" v="77" actId="47"/>
        <pc:sldMkLst>
          <pc:docMk/>
          <pc:sldMk cId="3269776097" sldId="1826"/>
        </pc:sldMkLst>
      </pc:sldChg>
      <pc:sldChg chg="modSp add mod">
        <pc:chgData name="Fauve Duprez" userId="59fdc1fb-507d-4cdb-a31c-e3fd651e0acf" providerId="ADAL" clId="{5C5630DB-2516-4305-9090-8CA22B8990CB}" dt="2024-11-20T11:04:08.408" v="785"/>
        <pc:sldMkLst>
          <pc:docMk/>
          <pc:sldMk cId="3645464358" sldId="1827"/>
        </pc:sldMkLst>
        <pc:spChg chg="mod">
          <ac:chgData name="Fauve Duprez" userId="59fdc1fb-507d-4cdb-a31c-e3fd651e0acf" providerId="ADAL" clId="{5C5630DB-2516-4305-9090-8CA22B8990CB}" dt="2024-11-20T10:16:15.979" v="350"/>
          <ac:spMkLst>
            <pc:docMk/>
            <pc:sldMk cId="3645464358" sldId="1827"/>
            <ac:spMk id="2" creationId="{E88354D3-1F5B-AABF-062C-1E052AEBD0C4}"/>
          </ac:spMkLst>
        </pc:spChg>
        <pc:spChg chg="mod">
          <ac:chgData name="Fauve Duprez" userId="59fdc1fb-507d-4cdb-a31c-e3fd651e0acf" providerId="ADAL" clId="{5C5630DB-2516-4305-9090-8CA22B8990CB}" dt="2024-11-20T11:04:08.408" v="785"/>
          <ac:spMkLst>
            <pc:docMk/>
            <pc:sldMk cId="3645464358" sldId="1827"/>
            <ac:spMk id="3" creationId="{9B01D3A3-1818-4563-E2CE-DD2CAC05FB90}"/>
          </ac:spMkLst>
        </pc:spChg>
      </pc:sldChg>
      <pc:sldChg chg="addSp delSp modSp add mod">
        <pc:chgData name="Fauve Duprez" userId="59fdc1fb-507d-4cdb-a31c-e3fd651e0acf" providerId="ADAL" clId="{5C5630DB-2516-4305-9090-8CA22B8990CB}" dt="2024-11-20T10:32:08.739" v="552"/>
        <pc:sldMkLst>
          <pc:docMk/>
          <pc:sldMk cId="3251535167" sldId="1828"/>
        </pc:sldMkLst>
        <pc:spChg chg="mod">
          <ac:chgData name="Fauve Duprez" userId="59fdc1fb-507d-4cdb-a31c-e3fd651e0acf" providerId="ADAL" clId="{5C5630DB-2516-4305-9090-8CA22B8990CB}" dt="2024-11-20T10:32:08.739" v="552"/>
          <ac:spMkLst>
            <pc:docMk/>
            <pc:sldMk cId="3251535167" sldId="1828"/>
            <ac:spMk id="5" creationId="{9943A99E-9058-D1FE-9370-FEBD452C6A70}"/>
          </ac:spMkLst>
        </pc:spChg>
        <pc:spChg chg="mod">
          <ac:chgData name="Fauve Duprez" userId="59fdc1fb-507d-4cdb-a31c-e3fd651e0acf" providerId="ADAL" clId="{5C5630DB-2516-4305-9090-8CA22B8990CB}" dt="2024-11-20T10:19:42.617" v="423" actId="113"/>
          <ac:spMkLst>
            <pc:docMk/>
            <pc:sldMk cId="3251535167" sldId="1828"/>
            <ac:spMk id="6" creationId="{1F518518-BBBA-6FD0-A9EA-D91DC5C57019}"/>
          </ac:spMkLst>
        </pc:spChg>
        <pc:spChg chg="add del">
          <ac:chgData name="Fauve Duprez" userId="59fdc1fb-507d-4cdb-a31c-e3fd651e0acf" providerId="ADAL" clId="{5C5630DB-2516-4305-9090-8CA22B8990CB}" dt="2024-11-20T10:23:20.795" v="444" actId="478"/>
          <ac:spMkLst>
            <pc:docMk/>
            <pc:sldMk cId="3251535167" sldId="1828"/>
            <ac:spMk id="19" creationId="{05ED6205-6749-24FD-FFE6-6A2AFE3D76BF}"/>
          </ac:spMkLst>
        </pc:spChg>
        <pc:spChg chg="del mod">
          <ac:chgData name="Fauve Duprez" userId="59fdc1fb-507d-4cdb-a31c-e3fd651e0acf" providerId="ADAL" clId="{5C5630DB-2516-4305-9090-8CA22B8990CB}" dt="2024-11-20T10:23:24.037" v="446" actId="478"/>
          <ac:spMkLst>
            <pc:docMk/>
            <pc:sldMk cId="3251535167" sldId="1828"/>
            <ac:spMk id="20" creationId="{6D934CC7-AA27-9FEE-82B9-BA7756CEDF43}"/>
          </ac:spMkLst>
        </pc:spChg>
        <pc:picChg chg="add del">
          <ac:chgData name="Fauve Duprez" userId="59fdc1fb-507d-4cdb-a31c-e3fd651e0acf" providerId="ADAL" clId="{5C5630DB-2516-4305-9090-8CA22B8990CB}" dt="2024-11-20T10:22:01.065" v="429" actId="478"/>
          <ac:picMkLst>
            <pc:docMk/>
            <pc:sldMk cId="3251535167" sldId="1828"/>
            <ac:picMk id="3" creationId="{7EBD6F20-A280-7A9A-89C2-C562E8678E21}"/>
          </ac:picMkLst>
        </pc:picChg>
        <pc:picChg chg="add del">
          <ac:chgData name="Fauve Duprez" userId="59fdc1fb-507d-4cdb-a31c-e3fd651e0acf" providerId="ADAL" clId="{5C5630DB-2516-4305-9090-8CA22B8990CB}" dt="2024-11-20T10:23:18.469" v="442" actId="478"/>
          <ac:picMkLst>
            <pc:docMk/>
            <pc:sldMk cId="3251535167" sldId="1828"/>
            <ac:picMk id="4" creationId="{CD9F33C7-8A4F-6F93-7AD8-47E85E504EFD}"/>
          </ac:picMkLst>
        </pc:picChg>
        <pc:picChg chg="add del mod">
          <ac:chgData name="Fauve Duprez" userId="59fdc1fb-507d-4cdb-a31c-e3fd651e0acf" providerId="ADAL" clId="{5C5630DB-2516-4305-9090-8CA22B8990CB}" dt="2024-11-20T10:21:59.589" v="428" actId="478"/>
          <ac:picMkLst>
            <pc:docMk/>
            <pc:sldMk cId="3251535167" sldId="1828"/>
            <ac:picMk id="9" creationId="{2A35540C-0E92-2E5F-3FE6-D6AE8E91F23D}"/>
          </ac:picMkLst>
        </pc:picChg>
        <pc:picChg chg="add del">
          <ac:chgData name="Fauve Duprez" userId="59fdc1fb-507d-4cdb-a31c-e3fd651e0acf" providerId="ADAL" clId="{5C5630DB-2516-4305-9090-8CA22B8990CB}" dt="2024-11-20T10:23:19.395" v="443" actId="478"/>
          <ac:picMkLst>
            <pc:docMk/>
            <pc:sldMk cId="3251535167" sldId="1828"/>
            <ac:picMk id="10" creationId="{E0F904B1-AA64-A298-7E2C-26DAD03A84AB}"/>
          </ac:picMkLst>
        </pc:picChg>
        <pc:picChg chg="add mod">
          <ac:chgData name="Fauve Duprez" userId="59fdc1fb-507d-4cdb-a31c-e3fd651e0acf" providerId="ADAL" clId="{5C5630DB-2516-4305-9090-8CA22B8990CB}" dt="2024-11-20T10:23:27.793" v="448" actId="1076"/>
          <ac:picMkLst>
            <pc:docMk/>
            <pc:sldMk cId="3251535167" sldId="1828"/>
            <ac:picMk id="12" creationId="{0A86F7F6-8BA7-3924-0B95-79881F148FC8}"/>
          </ac:picMkLst>
        </pc:picChg>
        <pc:picChg chg="add mod">
          <ac:chgData name="Fauve Duprez" userId="59fdc1fb-507d-4cdb-a31c-e3fd651e0acf" providerId="ADAL" clId="{5C5630DB-2516-4305-9090-8CA22B8990CB}" dt="2024-11-20T10:24:15.346" v="458" actId="1076"/>
          <ac:picMkLst>
            <pc:docMk/>
            <pc:sldMk cId="3251535167" sldId="1828"/>
            <ac:picMk id="14" creationId="{856345E0-FF69-0CA5-CB3B-F18DF8BB6F2E}"/>
          </ac:picMkLst>
        </pc:picChg>
        <pc:picChg chg="add mod">
          <ac:chgData name="Fauve Duprez" userId="59fdc1fb-507d-4cdb-a31c-e3fd651e0acf" providerId="ADAL" clId="{5C5630DB-2516-4305-9090-8CA22B8990CB}" dt="2024-11-20T10:25:44.149" v="476" actId="1076"/>
          <ac:picMkLst>
            <pc:docMk/>
            <pc:sldMk cId="3251535167" sldId="1828"/>
            <ac:picMk id="16" creationId="{7F280EE6-1B15-7A0D-F0AE-E8876EC3DE2A}"/>
          </ac:picMkLst>
        </pc:picChg>
        <pc:cxnChg chg="add del">
          <ac:chgData name="Fauve Duprez" userId="59fdc1fb-507d-4cdb-a31c-e3fd651e0acf" providerId="ADAL" clId="{5C5630DB-2516-4305-9090-8CA22B8990CB}" dt="2024-11-20T10:24:28.716" v="461" actId="478"/>
          <ac:cxnSpMkLst>
            <pc:docMk/>
            <pc:sldMk cId="3251535167" sldId="1828"/>
            <ac:cxnSpMk id="18" creationId="{4DE1E85C-BB95-66C9-835C-959FDDF5A49C}"/>
          </ac:cxnSpMkLst>
        </pc:cxnChg>
        <pc:cxnChg chg="add del">
          <ac:chgData name="Fauve Duprez" userId="59fdc1fb-507d-4cdb-a31c-e3fd651e0acf" providerId="ADAL" clId="{5C5630DB-2516-4305-9090-8CA22B8990CB}" dt="2024-11-20T10:24:39.270" v="463" actId="478"/>
          <ac:cxnSpMkLst>
            <pc:docMk/>
            <pc:sldMk cId="3251535167" sldId="1828"/>
            <ac:cxnSpMk id="22" creationId="{FECD5D9B-2425-A984-FD27-BAB26E06F993}"/>
          </ac:cxnSpMkLst>
        </pc:cxnChg>
        <pc:cxnChg chg="add del">
          <ac:chgData name="Fauve Duprez" userId="59fdc1fb-507d-4cdb-a31c-e3fd651e0acf" providerId="ADAL" clId="{5C5630DB-2516-4305-9090-8CA22B8990CB}" dt="2024-11-20T10:24:49.519" v="465" actId="478"/>
          <ac:cxnSpMkLst>
            <pc:docMk/>
            <pc:sldMk cId="3251535167" sldId="1828"/>
            <ac:cxnSpMk id="24" creationId="{5346E962-BE8C-D36D-2CF3-75A665A36A24}"/>
          </ac:cxnSpMkLst>
        </pc:cxnChg>
        <pc:cxnChg chg="add del">
          <ac:chgData name="Fauve Duprez" userId="59fdc1fb-507d-4cdb-a31c-e3fd651e0acf" providerId="ADAL" clId="{5C5630DB-2516-4305-9090-8CA22B8990CB}" dt="2024-11-20T10:25:01.985" v="467" actId="11529"/>
          <ac:cxnSpMkLst>
            <pc:docMk/>
            <pc:sldMk cId="3251535167" sldId="1828"/>
            <ac:cxnSpMk id="26" creationId="{AD6973E7-17A1-DDE8-C6C0-8612BA96E78C}"/>
          </ac:cxnSpMkLst>
        </pc:cxnChg>
        <pc:cxnChg chg="add mod">
          <ac:chgData name="Fauve Duprez" userId="59fdc1fb-507d-4cdb-a31c-e3fd651e0acf" providerId="ADAL" clId="{5C5630DB-2516-4305-9090-8CA22B8990CB}" dt="2024-11-20T10:25:55.096" v="479" actId="14100"/>
          <ac:cxnSpMkLst>
            <pc:docMk/>
            <pc:sldMk cId="3251535167" sldId="1828"/>
            <ac:cxnSpMk id="28" creationId="{172B4C42-4D2A-7294-0BAC-9ED58BFC30AB}"/>
          </ac:cxnSpMkLst>
        </pc:cxnChg>
        <pc:cxnChg chg="add mod">
          <ac:chgData name="Fauve Duprez" userId="59fdc1fb-507d-4cdb-a31c-e3fd651e0acf" providerId="ADAL" clId="{5C5630DB-2516-4305-9090-8CA22B8990CB}" dt="2024-11-20T10:25:59.636" v="480" actId="14100"/>
          <ac:cxnSpMkLst>
            <pc:docMk/>
            <pc:sldMk cId="3251535167" sldId="1828"/>
            <ac:cxnSpMk id="30" creationId="{938A8962-EC8E-2C6F-1426-B300C5233B74}"/>
          </ac:cxnSpMkLst>
        </pc:cxnChg>
      </pc:sldChg>
      <pc:sldChg chg="add del">
        <pc:chgData name="Fauve Duprez" userId="59fdc1fb-507d-4cdb-a31c-e3fd651e0acf" providerId="ADAL" clId="{5C5630DB-2516-4305-9090-8CA22B8990CB}" dt="2024-11-20T10:23:05.398" v="436"/>
        <pc:sldMkLst>
          <pc:docMk/>
          <pc:sldMk cId="612092028" sldId="1829"/>
        </pc:sldMkLst>
      </pc:sldChg>
      <pc:sldChg chg="addSp modSp add mod">
        <pc:chgData name="Fauve Duprez" userId="59fdc1fb-507d-4cdb-a31c-e3fd651e0acf" providerId="ADAL" clId="{5C5630DB-2516-4305-9090-8CA22B8990CB}" dt="2024-11-20T10:32:19.457" v="555"/>
        <pc:sldMkLst>
          <pc:docMk/>
          <pc:sldMk cId="758838041" sldId="1829"/>
        </pc:sldMkLst>
        <pc:spChg chg="mod">
          <ac:chgData name="Fauve Duprez" userId="59fdc1fb-507d-4cdb-a31c-e3fd651e0acf" providerId="ADAL" clId="{5C5630DB-2516-4305-9090-8CA22B8990CB}" dt="2024-11-20T10:32:19.457" v="555"/>
          <ac:spMkLst>
            <pc:docMk/>
            <pc:sldMk cId="758838041" sldId="1829"/>
            <ac:spMk id="5" creationId="{160324E9-EB4E-F668-59B6-3F852DB2E99A}"/>
          </ac:spMkLst>
        </pc:spChg>
        <pc:picChg chg="add mod">
          <ac:chgData name="Fauve Duprez" userId="59fdc1fb-507d-4cdb-a31c-e3fd651e0acf" providerId="ADAL" clId="{5C5630DB-2516-4305-9090-8CA22B8990CB}" dt="2024-11-20T10:31:53.627" v="550"/>
          <ac:picMkLst>
            <pc:docMk/>
            <pc:sldMk cId="758838041" sldId="1829"/>
            <ac:picMk id="3" creationId="{A5A7F0C7-391B-A82B-720A-1D102F39568D}"/>
          </ac:picMkLst>
        </pc:picChg>
      </pc:sldChg>
      <pc:sldChg chg="add">
        <pc:chgData name="Fauve Duprez" userId="59fdc1fb-507d-4cdb-a31c-e3fd651e0acf" providerId="ADAL" clId="{5C5630DB-2516-4305-9090-8CA22B8990CB}" dt="2024-11-20T10:32:31.822" v="556"/>
        <pc:sldMkLst>
          <pc:docMk/>
          <pc:sldMk cId="778641502" sldId="1830"/>
        </pc:sldMkLst>
      </pc:sldChg>
      <pc:sldChg chg="modSp add mod">
        <pc:chgData name="Fauve Duprez" userId="59fdc1fb-507d-4cdb-a31c-e3fd651e0acf" providerId="ADAL" clId="{5C5630DB-2516-4305-9090-8CA22B8990CB}" dt="2024-11-20T10:45:31.871" v="770" actId="1076"/>
        <pc:sldMkLst>
          <pc:docMk/>
          <pc:sldMk cId="3044349433" sldId="1831"/>
        </pc:sldMkLst>
        <pc:spChg chg="mod">
          <ac:chgData name="Fauve Duprez" userId="59fdc1fb-507d-4cdb-a31c-e3fd651e0acf" providerId="ADAL" clId="{5C5630DB-2516-4305-9090-8CA22B8990CB}" dt="2024-11-20T10:45:31.871" v="770" actId="1076"/>
          <ac:spMkLst>
            <pc:docMk/>
            <pc:sldMk cId="3044349433" sldId="1831"/>
            <ac:spMk id="13" creationId="{7D91CB2C-399D-FB63-CBFF-9250EAFB98D5}"/>
          </ac:spMkLst>
        </pc:spChg>
      </pc:sldChg>
      <pc:sldChg chg="addSp delSp modSp add mod">
        <pc:chgData name="Fauve Duprez" userId="59fdc1fb-507d-4cdb-a31c-e3fd651e0acf" providerId="ADAL" clId="{5C5630DB-2516-4305-9090-8CA22B8990CB}" dt="2024-11-20T10:45:18.595" v="769" actId="1076"/>
        <pc:sldMkLst>
          <pc:docMk/>
          <pc:sldMk cId="959583878" sldId="1832"/>
        </pc:sldMkLst>
        <pc:spChg chg="add del">
          <ac:chgData name="Fauve Duprez" userId="59fdc1fb-507d-4cdb-a31c-e3fd651e0acf" providerId="ADAL" clId="{5C5630DB-2516-4305-9090-8CA22B8990CB}" dt="2024-11-20T10:42:08.701" v="730" actId="22"/>
          <ac:spMkLst>
            <pc:docMk/>
            <pc:sldMk cId="959583878" sldId="1832"/>
            <ac:spMk id="7" creationId="{C7FD0D1E-1007-35D6-733A-92355613C686}"/>
          </ac:spMkLst>
        </pc:spChg>
        <pc:spChg chg="mod">
          <ac:chgData name="Fauve Duprez" userId="59fdc1fb-507d-4cdb-a31c-e3fd651e0acf" providerId="ADAL" clId="{5C5630DB-2516-4305-9090-8CA22B8990CB}" dt="2024-11-20T10:41:48.501" v="727" actId="20577"/>
          <ac:spMkLst>
            <pc:docMk/>
            <pc:sldMk cId="959583878" sldId="1832"/>
            <ac:spMk id="9" creationId="{95F8CEE9-B271-8824-05BD-D516B527B36E}"/>
          </ac:spMkLst>
        </pc:spChg>
        <pc:spChg chg="mod">
          <ac:chgData name="Fauve Duprez" userId="59fdc1fb-507d-4cdb-a31c-e3fd651e0acf" providerId="ADAL" clId="{5C5630DB-2516-4305-9090-8CA22B8990CB}" dt="2024-11-20T10:45:18.595" v="769" actId="1076"/>
          <ac:spMkLst>
            <pc:docMk/>
            <pc:sldMk cId="959583878" sldId="1832"/>
            <ac:spMk id="13" creationId="{A23B3CEC-77AF-01C5-99C0-B3AB87915B2D}"/>
          </ac:spMkLst>
        </pc:spChg>
        <pc:picChg chg="del">
          <ac:chgData name="Fauve Duprez" userId="59fdc1fb-507d-4cdb-a31c-e3fd651e0acf" providerId="ADAL" clId="{5C5630DB-2516-4305-9090-8CA22B8990CB}" dt="2024-11-20T10:42:23.680" v="731" actId="478"/>
          <ac:picMkLst>
            <pc:docMk/>
            <pc:sldMk cId="959583878" sldId="1832"/>
            <ac:picMk id="6" creationId="{69F52400-DCA7-B1C3-0420-08B9C9623856}"/>
          </ac:picMkLst>
        </pc:picChg>
        <pc:picChg chg="del mod">
          <ac:chgData name="Fauve Duprez" userId="59fdc1fb-507d-4cdb-a31c-e3fd651e0acf" providerId="ADAL" clId="{5C5630DB-2516-4305-9090-8CA22B8990CB}" dt="2024-11-20T10:42:40.830" v="735" actId="478"/>
          <ac:picMkLst>
            <pc:docMk/>
            <pc:sldMk cId="959583878" sldId="1832"/>
            <ac:picMk id="8" creationId="{27123501-8E0E-3F47-895E-CE20F101ED63}"/>
          </ac:picMkLst>
        </pc:picChg>
        <pc:picChg chg="add mod">
          <ac:chgData name="Fauve Duprez" userId="59fdc1fb-507d-4cdb-a31c-e3fd651e0acf" providerId="ADAL" clId="{5C5630DB-2516-4305-9090-8CA22B8990CB}" dt="2024-11-20T10:42:26.167" v="733" actId="1076"/>
          <ac:picMkLst>
            <pc:docMk/>
            <pc:sldMk cId="959583878" sldId="1832"/>
            <ac:picMk id="11" creationId="{8FDB6AA2-CE7F-9743-B52F-BECC9DDAACAE}"/>
          </ac:picMkLst>
        </pc:picChg>
        <pc:picChg chg="add mod">
          <ac:chgData name="Fauve Duprez" userId="59fdc1fb-507d-4cdb-a31c-e3fd651e0acf" providerId="ADAL" clId="{5C5630DB-2516-4305-9090-8CA22B8990CB}" dt="2024-11-20T10:42:45.559" v="737" actId="1076"/>
          <ac:picMkLst>
            <pc:docMk/>
            <pc:sldMk cId="959583878" sldId="1832"/>
            <ac:picMk id="14" creationId="{026D2D0C-B816-EF5A-36E1-685EB75571D3}"/>
          </ac:picMkLst>
        </pc:picChg>
        <pc:picChg chg="add del">
          <ac:chgData name="Fauve Duprez" userId="59fdc1fb-507d-4cdb-a31c-e3fd651e0acf" providerId="ADAL" clId="{5C5630DB-2516-4305-9090-8CA22B8990CB}" dt="2024-11-20T10:43:12.754" v="746" actId="478"/>
          <ac:picMkLst>
            <pc:docMk/>
            <pc:sldMk cId="959583878" sldId="1832"/>
            <ac:picMk id="15" creationId="{81FB96E8-F9D4-F8F6-DEBC-E1A1C6F67B67}"/>
          </ac:picMkLst>
        </pc:picChg>
        <pc:picChg chg="add del">
          <ac:chgData name="Fauve Duprez" userId="59fdc1fb-507d-4cdb-a31c-e3fd651e0acf" providerId="ADAL" clId="{5C5630DB-2516-4305-9090-8CA22B8990CB}" dt="2024-11-20T10:42:59.947" v="740" actId="22"/>
          <ac:picMkLst>
            <pc:docMk/>
            <pc:sldMk cId="959583878" sldId="1832"/>
            <ac:picMk id="17" creationId="{A9A40490-94E7-6397-EAA2-96288E10E32C}"/>
          </ac:picMkLst>
        </pc:picChg>
        <pc:picChg chg="add mod">
          <ac:chgData name="Fauve Duprez" userId="59fdc1fb-507d-4cdb-a31c-e3fd651e0acf" providerId="ADAL" clId="{5C5630DB-2516-4305-9090-8CA22B8990CB}" dt="2024-11-20T10:43:18.031" v="748" actId="1076"/>
          <ac:picMkLst>
            <pc:docMk/>
            <pc:sldMk cId="959583878" sldId="1832"/>
            <ac:picMk id="19" creationId="{528DD757-5D01-FE59-B76F-88C68D8A1359}"/>
          </ac:picMkLst>
        </pc:picChg>
      </pc:sldChg>
      <pc:sldChg chg="addSp delSp modSp add mod">
        <pc:chgData name="Fauve Duprez" userId="59fdc1fb-507d-4cdb-a31c-e3fd651e0acf" providerId="ADAL" clId="{5C5630DB-2516-4305-9090-8CA22B8990CB}" dt="2024-11-20T10:45:10.079" v="768" actId="1076"/>
        <pc:sldMkLst>
          <pc:docMk/>
          <pc:sldMk cId="572504219" sldId="1833"/>
        </pc:sldMkLst>
        <pc:spChg chg="mod">
          <ac:chgData name="Fauve Duprez" userId="59fdc1fb-507d-4cdb-a31c-e3fd651e0acf" providerId="ADAL" clId="{5C5630DB-2516-4305-9090-8CA22B8990CB}" dt="2024-11-20T10:43:32.829" v="753" actId="20577"/>
          <ac:spMkLst>
            <pc:docMk/>
            <pc:sldMk cId="572504219" sldId="1833"/>
            <ac:spMk id="9" creationId="{73FA1C5E-D01B-E15A-524E-D47AC9985208}"/>
          </ac:spMkLst>
        </pc:spChg>
        <pc:spChg chg="mod">
          <ac:chgData name="Fauve Duprez" userId="59fdc1fb-507d-4cdb-a31c-e3fd651e0acf" providerId="ADAL" clId="{5C5630DB-2516-4305-9090-8CA22B8990CB}" dt="2024-11-20T10:45:10.079" v="768" actId="1076"/>
          <ac:spMkLst>
            <pc:docMk/>
            <pc:sldMk cId="572504219" sldId="1833"/>
            <ac:spMk id="13" creationId="{8F75EE84-2576-4BCF-C742-3DA9DCA8EE37}"/>
          </ac:spMkLst>
        </pc:spChg>
        <pc:picChg chg="add mod">
          <ac:chgData name="Fauve Duprez" userId="59fdc1fb-507d-4cdb-a31c-e3fd651e0acf" providerId="ADAL" clId="{5C5630DB-2516-4305-9090-8CA22B8990CB}" dt="2024-11-20T10:44:10.092" v="757" actId="1076"/>
          <ac:picMkLst>
            <pc:docMk/>
            <pc:sldMk cId="572504219" sldId="1833"/>
            <ac:picMk id="6" creationId="{DC25F861-D170-66B6-E254-72821A6793EA}"/>
          </ac:picMkLst>
        </pc:picChg>
        <pc:picChg chg="add mod">
          <ac:chgData name="Fauve Duprez" userId="59fdc1fb-507d-4cdb-a31c-e3fd651e0acf" providerId="ADAL" clId="{5C5630DB-2516-4305-9090-8CA22B8990CB}" dt="2024-11-20T10:44:29.984" v="760" actId="1076"/>
          <ac:picMkLst>
            <pc:docMk/>
            <pc:sldMk cId="572504219" sldId="1833"/>
            <ac:picMk id="8" creationId="{DBED4E22-A376-A338-FAB1-6D52F1A6704E}"/>
          </ac:picMkLst>
        </pc:picChg>
        <pc:picChg chg="del">
          <ac:chgData name="Fauve Duprez" userId="59fdc1fb-507d-4cdb-a31c-e3fd651e0acf" providerId="ADAL" clId="{5C5630DB-2516-4305-9090-8CA22B8990CB}" dt="2024-11-20T10:44:07.153" v="755" actId="478"/>
          <ac:picMkLst>
            <pc:docMk/>
            <pc:sldMk cId="572504219" sldId="1833"/>
            <ac:picMk id="11" creationId="{1029C50F-6228-B93E-813A-5795ED237831}"/>
          </ac:picMkLst>
        </pc:picChg>
        <pc:picChg chg="add mod">
          <ac:chgData name="Fauve Duprez" userId="59fdc1fb-507d-4cdb-a31c-e3fd651e0acf" providerId="ADAL" clId="{5C5630DB-2516-4305-9090-8CA22B8990CB}" dt="2024-11-20T10:44:58.488" v="766" actId="1076"/>
          <ac:picMkLst>
            <pc:docMk/>
            <pc:sldMk cId="572504219" sldId="1833"/>
            <ac:picMk id="12" creationId="{F0EB5493-0BEF-B82A-54D6-985CFC562CBD}"/>
          </ac:picMkLst>
        </pc:picChg>
        <pc:picChg chg="del">
          <ac:chgData name="Fauve Duprez" userId="59fdc1fb-507d-4cdb-a31c-e3fd651e0acf" providerId="ADAL" clId="{5C5630DB-2516-4305-9090-8CA22B8990CB}" dt="2024-11-20T10:44:26.250" v="758" actId="478"/>
          <ac:picMkLst>
            <pc:docMk/>
            <pc:sldMk cId="572504219" sldId="1833"/>
            <ac:picMk id="14" creationId="{BF3F060F-6065-8946-1A45-5AAA8C453014}"/>
          </ac:picMkLst>
        </pc:picChg>
        <pc:picChg chg="del">
          <ac:chgData name="Fauve Duprez" userId="59fdc1fb-507d-4cdb-a31c-e3fd651e0acf" providerId="ADAL" clId="{5C5630DB-2516-4305-9090-8CA22B8990CB}" dt="2024-11-20T10:44:45.958" v="761" actId="478"/>
          <ac:picMkLst>
            <pc:docMk/>
            <pc:sldMk cId="572504219" sldId="1833"/>
            <ac:picMk id="19" creationId="{7AAD7238-5FA5-8178-D951-8B470923549C}"/>
          </ac:picMkLst>
        </pc:picChg>
      </pc:sldChg>
      <pc:sldChg chg="addSp delSp modSp add del mod">
        <pc:chgData name="Fauve Duprez" userId="59fdc1fb-507d-4cdb-a31c-e3fd651e0acf" providerId="ADAL" clId="{5C5630DB-2516-4305-9090-8CA22B8990CB}" dt="2024-11-20T13:28:19.138" v="1175" actId="47"/>
        <pc:sldMkLst>
          <pc:docMk/>
          <pc:sldMk cId="4256212139" sldId="1834"/>
        </pc:sldMkLst>
        <pc:picChg chg="add del mod">
          <ac:chgData name="Fauve Duprez" userId="59fdc1fb-507d-4cdb-a31c-e3fd651e0acf" providerId="ADAL" clId="{5C5630DB-2516-4305-9090-8CA22B8990CB}" dt="2024-11-20T13:26:54.419" v="1173" actId="478"/>
          <ac:picMkLst>
            <pc:docMk/>
            <pc:sldMk cId="4256212139" sldId="1834"/>
            <ac:picMk id="3" creationId="{3B1B50E4-DD94-CDE5-9A79-A6C45E5F3D34}"/>
          </ac:picMkLst>
        </pc:picChg>
        <pc:picChg chg="del">
          <ac:chgData name="Fauve Duprez" userId="59fdc1fb-507d-4cdb-a31c-e3fd651e0acf" providerId="ADAL" clId="{5C5630DB-2516-4305-9090-8CA22B8990CB}" dt="2024-11-20T13:26:35.319" v="1170" actId="478"/>
          <ac:picMkLst>
            <pc:docMk/>
            <pc:sldMk cId="4256212139" sldId="1834"/>
            <ac:picMk id="7" creationId="{5DBA6814-89F8-51C4-5667-3FAA664AD204}"/>
          </ac:picMkLst>
        </pc:picChg>
        <pc:picChg chg="del">
          <ac:chgData name="Fauve Duprez" userId="59fdc1fb-507d-4cdb-a31c-e3fd651e0acf" providerId="ADAL" clId="{5C5630DB-2516-4305-9090-8CA22B8990CB}" dt="2024-11-20T13:26:32.439" v="1167" actId="478"/>
          <ac:picMkLst>
            <pc:docMk/>
            <pc:sldMk cId="4256212139" sldId="1834"/>
            <ac:picMk id="8" creationId="{B83D9ED7-F865-4964-2275-1C218EB107C6}"/>
          </ac:picMkLst>
        </pc:picChg>
        <pc:picChg chg="add mod">
          <ac:chgData name="Fauve Duprez" userId="59fdc1fb-507d-4cdb-a31c-e3fd651e0acf" providerId="ADAL" clId="{5C5630DB-2516-4305-9090-8CA22B8990CB}" dt="2024-11-20T13:26:51.863" v="1172" actId="1076"/>
          <ac:picMkLst>
            <pc:docMk/>
            <pc:sldMk cId="4256212139" sldId="1834"/>
            <ac:picMk id="9" creationId="{2034E718-95DF-F870-6420-E9F2165C23D7}"/>
          </ac:picMkLst>
        </pc:picChg>
        <pc:picChg chg="add">
          <ac:chgData name="Fauve Duprez" userId="59fdc1fb-507d-4cdb-a31c-e3fd651e0acf" providerId="ADAL" clId="{5C5630DB-2516-4305-9090-8CA22B8990CB}" dt="2024-11-20T13:27:13.055" v="1174" actId="22"/>
          <ac:picMkLst>
            <pc:docMk/>
            <pc:sldMk cId="4256212139" sldId="1834"/>
            <ac:picMk id="11" creationId="{749A345F-3A22-E919-FD9F-856A55FFF134}"/>
          </ac:picMkLst>
        </pc:picChg>
      </pc:sldChg>
    </pc:docChg>
  </pc:docChgLst>
  <pc:docChgLst>
    <pc:chgData name="Fauve Duprez" userId="59fdc1fb-507d-4cdb-a31c-e3fd651e0acf" providerId="ADAL" clId="{BD9410CD-AB74-4BD3-8528-5B5491AAAE09}"/>
    <pc:docChg chg="modSld">
      <pc:chgData name="Fauve Duprez" userId="59fdc1fb-507d-4cdb-a31c-e3fd651e0acf" providerId="ADAL" clId="{BD9410CD-AB74-4BD3-8528-5B5491AAAE09}" dt="2024-11-07T06:43:37.031" v="17" actId="20577"/>
      <pc:docMkLst>
        <pc:docMk/>
      </pc:docMkLst>
      <pc:sldChg chg="modSp mod modCm">
        <pc:chgData name="Fauve Duprez" userId="59fdc1fb-507d-4cdb-a31c-e3fd651e0acf" providerId="ADAL" clId="{BD9410CD-AB74-4BD3-8528-5B5491AAAE09}" dt="2024-11-07T06:43:37.031" v="17" actId="20577"/>
        <pc:sldMkLst>
          <pc:docMk/>
          <pc:sldMk cId="4162507869" sldId="259"/>
        </pc:sldMkLst>
        <pc:spChg chg="mod">
          <ac:chgData name="Fauve Duprez" userId="59fdc1fb-507d-4cdb-a31c-e3fd651e0acf" providerId="ADAL" clId="{BD9410CD-AB74-4BD3-8528-5B5491AAAE09}" dt="2024-11-04T10:10:31.293" v="3" actId="20577"/>
          <ac:spMkLst>
            <pc:docMk/>
            <pc:sldMk cId="4162507869" sldId="259"/>
            <ac:spMk id="2" creationId="{1D528B7A-3168-440C-A60C-A036931164EC}"/>
          </ac:spMkLst>
        </pc:spChg>
        <pc:spChg chg="mod">
          <ac:chgData name="Fauve Duprez" userId="59fdc1fb-507d-4cdb-a31c-e3fd651e0acf" providerId="ADAL" clId="{BD9410CD-AB74-4BD3-8528-5B5491AAAE09}" dt="2024-11-07T06:43:37.031" v="17" actId="20577"/>
          <ac:spMkLst>
            <pc:docMk/>
            <pc:sldMk cId="4162507869" sldId="259"/>
            <ac:spMk id="3" creationId="{70FE6360-0905-4150-BEDD-4BF877AD22CF}"/>
          </ac:spMkLst>
        </pc:spChg>
        <pc:extLst>
          <p:ext xmlns:p="http://schemas.openxmlformats.org/presentationml/2006/main" uri="{D6D511B9-2390-475A-947B-AFAB55BFBCF1}">
            <pc226:cmChg xmlns:pc226="http://schemas.microsoft.com/office/powerpoint/2022/06/main/command" chg="mod">
              <pc226:chgData name="Fauve Duprez" userId="59fdc1fb-507d-4cdb-a31c-e3fd651e0acf" providerId="ADAL" clId="{BD9410CD-AB74-4BD3-8528-5B5491AAAE09}" dt="2024-11-04T10:10:31.293" v="3" actId="20577"/>
              <pc2:cmMkLst xmlns:pc2="http://schemas.microsoft.com/office/powerpoint/2019/9/main/command">
                <pc:docMk/>
                <pc:sldMk cId="4162507869" sldId="259"/>
                <pc2:cmMk id="{9D355097-2F27-443D-8729-51EE1AF4241D}"/>
              </pc2:cmMkLst>
            </pc226:cmChg>
          </p:ext>
        </pc:extLst>
      </pc:sldChg>
      <pc:sldChg chg="modSp mod modCm">
        <pc:chgData name="Fauve Duprez" userId="59fdc1fb-507d-4cdb-a31c-e3fd651e0acf" providerId="ADAL" clId="{BD9410CD-AB74-4BD3-8528-5B5491AAAE09}" dt="2024-11-04T10:10:52.366" v="7" actId="20577"/>
        <pc:sldMkLst>
          <pc:docMk/>
          <pc:sldMk cId="944557287" sldId="1696"/>
        </pc:sldMkLst>
        <pc:spChg chg="mod">
          <ac:chgData name="Fauve Duprez" userId="59fdc1fb-507d-4cdb-a31c-e3fd651e0acf" providerId="ADAL" clId="{BD9410CD-AB74-4BD3-8528-5B5491AAAE09}" dt="2024-11-04T10:10:52.366" v="7" actId="20577"/>
          <ac:spMkLst>
            <pc:docMk/>
            <pc:sldMk cId="944557287" sldId="1696"/>
            <ac:spMk id="4" creationId="{AFADBEE7-7DB1-4468-A19F-EE1EC696AF82}"/>
          </ac:spMkLst>
        </pc:spChg>
        <pc:extLst>
          <p:ext xmlns:p="http://schemas.openxmlformats.org/presentationml/2006/main" uri="{D6D511B9-2390-475A-947B-AFAB55BFBCF1}">
            <pc226:cmChg xmlns:pc226="http://schemas.microsoft.com/office/powerpoint/2022/06/main/command" chg="mod">
              <pc226:chgData name="Fauve Duprez" userId="59fdc1fb-507d-4cdb-a31c-e3fd651e0acf" providerId="ADAL" clId="{BD9410CD-AB74-4BD3-8528-5B5491AAAE09}" dt="2024-11-04T10:10:52.366" v="7" actId="20577"/>
              <pc2:cmMkLst xmlns:pc2="http://schemas.microsoft.com/office/powerpoint/2019/9/main/command">
                <pc:docMk/>
                <pc:sldMk cId="944557287" sldId="1696"/>
                <pc2:cmMk id="{E5BBB212-074E-4724-A22B-B661E902D154}"/>
              </pc2:cmMkLst>
            </pc226:cmChg>
          </p:ext>
        </pc:extLst>
      </pc:sldChg>
      <pc:sldChg chg="modSp mod modCm">
        <pc:chgData name="Fauve Duprez" userId="59fdc1fb-507d-4cdb-a31c-e3fd651e0acf" providerId="ADAL" clId="{BD9410CD-AB74-4BD3-8528-5B5491AAAE09}" dt="2024-11-04T10:11:47.900" v="16" actId="20577"/>
        <pc:sldMkLst>
          <pc:docMk/>
          <pc:sldMk cId="3685650455" sldId="1722"/>
        </pc:sldMkLst>
        <pc:spChg chg="mod">
          <ac:chgData name="Fauve Duprez" userId="59fdc1fb-507d-4cdb-a31c-e3fd651e0acf" providerId="ADAL" clId="{BD9410CD-AB74-4BD3-8528-5B5491AAAE09}" dt="2024-11-04T10:11:47.900" v="16" actId="20577"/>
          <ac:spMkLst>
            <pc:docMk/>
            <pc:sldMk cId="3685650455" sldId="1722"/>
            <ac:spMk id="3" creationId="{39011522-9118-40C3-A09B-F25B95FAB7B4}"/>
          </ac:spMkLst>
        </pc:spChg>
        <pc:extLst>
          <p:ext xmlns:p="http://schemas.openxmlformats.org/presentationml/2006/main" uri="{D6D511B9-2390-475A-947B-AFAB55BFBCF1}">
            <pc226:cmChg xmlns:pc226="http://schemas.microsoft.com/office/powerpoint/2022/06/main/command" chg="mod">
              <pc226:chgData name="Fauve Duprez" userId="59fdc1fb-507d-4cdb-a31c-e3fd651e0acf" providerId="ADAL" clId="{BD9410CD-AB74-4BD3-8528-5B5491AAAE09}" dt="2024-11-04T10:11:47.900" v="16" actId="20577"/>
              <pc2:cmMkLst xmlns:pc2="http://schemas.microsoft.com/office/powerpoint/2019/9/main/command">
                <pc:docMk/>
                <pc:sldMk cId="3685650455" sldId="1722"/>
                <pc2:cmMk id="{6C78AE17-0DAC-48E4-B5F4-44C640A2EDD4}"/>
              </pc2:cmMkLst>
            </pc226:cmChg>
          </p:ext>
        </pc:extLst>
      </pc:sldChg>
    </pc:docChg>
  </pc:docChgLst>
  <pc:docChgLst>
    <pc:chgData name="Fauve Duprez" userId="59fdc1fb-507d-4cdb-a31c-e3fd651e0acf" providerId="ADAL" clId="{1A2E92F7-B0E6-4C07-B2B8-F6A6725E027E}"/>
    <pc:docChg chg="undo custSel modSld">
      <pc:chgData name="Fauve Duprez" userId="59fdc1fb-507d-4cdb-a31c-e3fd651e0acf" providerId="ADAL" clId="{1A2E92F7-B0E6-4C07-B2B8-F6A6725E027E}" dt="2024-08-06T11:28:14.394" v="64" actId="20577"/>
      <pc:docMkLst>
        <pc:docMk/>
      </pc:docMkLst>
      <pc:sldChg chg="modSp mod">
        <pc:chgData name="Fauve Duprez" userId="59fdc1fb-507d-4cdb-a31c-e3fd651e0acf" providerId="ADAL" clId="{1A2E92F7-B0E6-4C07-B2B8-F6A6725E027E}" dt="2024-08-06T11:23:44.844" v="16" actId="20577"/>
        <pc:sldMkLst>
          <pc:docMk/>
          <pc:sldMk cId="4162507869" sldId="259"/>
        </pc:sldMkLst>
        <pc:spChg chg="mod">
          <ac:chgData name="Fauve Duprez" userId="59fdc1fb-507d-4cdb-a31c-e3fd651e0acf" providerId="ADAL" clId="{1A2E92F7-B0E6-4C07-B2B8-F6A6725E027E}" dt="2024-08-06T11:23:44.844" v="16" actId="20577"/>
          <ac:spMkLst>
            <pc:docMk/>
            <pc:sldMk cId="4162507869" sldId="259"/>
            <ac:spMk id="3" creationId="{70FE6360-0905-4150-BEDD-4BF877AD22CF}"/>
          </ac:spMkLst>
        </pc:spChg>
      </pc:sldChg>
      <pc:sldChg chg="delSp mod">
        <pc:chgData name="Fauve Duprez" userId="59fdc1fb-507d-4cdb-a31c-e3fd651e0acf" providerId="ADAL" clId="{1A2E92F7-B0E6-4C07-B2B8-F6A6725E027E}" dt="2024-08-06T11:27:32.463" v="60" actId="478"/>
        <pc:sldMkLst>
          <pc:docMk/>
          <pc:sldMk cId="103995283" sldId="1614"/>
        </pc:sldMkLst>
        <pc:spChg chg="del">
          <ac:chgData name="Fauve Duprez" userId="59fdc1fb-507d-4cdb-a31c-e3fd651e0acf" providerId="ADAL" clId="{1A2E92F7-B0E6-4C07-B2B8-F6A6725E027E}" dt="2024-08-06T11:27:32.463" v="60" actId="478"/>
          <ac:spMkLst>
            <pc:docMk/>
            <pc:sldMk cId="103995283" sldId="1614"/>
            <ac:spMk id="5" creationId="{C3F45861-86AC-4251-8F68-78CC9A0DF34D}"/>
          </ac:spMkLst>
        </pc:spChg>
      </pc:sldChg>
      <pc:sldChg chg="delSp mod">
        <pc:chgData name="Fauve Duprez" userId="59fdc1fb-507d-4cdb-a31c-e3fd651e0acf" providerId="ADAL" clId="{1A2E92F7-B0E6-4C07-B2B8-F6A6725E027E}" dt="2024-08-06T11:25:24.053" v="27" actId="478"/>
        <pc:sldMkLst>
          <pc:docMk/>
          <pc:sldMk cId="3431343839" sldId="1683"/>
        </pc:sldMkLst>
        <pc:spChg chg="del">
          <ac:chgData name="Fauve Duprez" userId="59fdc1fb-507d-4cdb-a31c-e3fd651e0acf" providerId="ADAL" clId="{1A2E92F7-B0E6-4C07-B2B8-F6A6725E027E}" dt="2024-08-06T11:25:24.053" v="27" actId="478"/>
          <ac:spMkLst>
            <pc:docMk/>
            <pc:sldMk cId="3431343839" sldId="1683"/>
            <ac:spMk id="7" creationId="{91A179EB-14B4-4616-A3C2-51B0188B9352}"/>
          </ac:spMkLst>
        </pc:spChg>
      </pc:sldChg>
      <pc:sldChg chg="delSp modSp mod">
        <pc:chgData name="Fauve Duprez" userId="59fdc1fb-507d-4cdb-a31c-e3fd651e0acf" providerId="ADAL" clId="{1A2E92F7-B0E6-4C07-B2B8-F6A6725E027E}" dt="2024-08-06T11:25:40.574" v="33" actId="478"/>
        <pc:sldMkLst>
          <pc:docMk/>
          <pc:sldMk cId="1761259086" sldId="1685"/>
        </pc:sldMkLst>
        <pc:spChg chg="del mod">
          <ac:chgData name="Fauve Duprez" userId="59fdc1fb-507d-4cdb-a31c-e3fd651e0acf" providerId="ADAL" clId="{1A2E92F7-B0E6-4C07-B2B8-F6A6725E027E}" dt="2024-08-06T11:25:40.574" v="33" actId="478"/>
          <ac:spMkLst>
            <pc:docMk/>
            <pc:sldMk cId="1761259086" sldId="1685"/>
            <ac:spMk id="5" creationId="{EE9A7A91-4093-4DD2-9CE4-0BD7470DE859}"/>
          </ac:spMkLst>
        </pc:spChg>
      </pc:sldChg>
      <pc:sldChg chg="modSp mod">
        <pc:chgData name="Fauve Duprez" userId="59fdc1fb-507d-4cdb-a31c-e3fd651e0acf" providerId="ADAL" clId="{1A2E92F7-B0E6-4C07-B2B8-F6A6725E027E}" dt="2024-08-06T11:23:56.637" v="19" actId="115"/>
        <pc:sldMkLst>
          <pc:docMk/>
          <pc:sldMk cId="944557287" sldId="1696"/>
        </pc:sldMkLst>
        <pc:spChg chg="mod">
          <ac:chgData name="Fauve Duprez" userId="59fdc1fb-507d-4cdb-a31c-e3fd651e0acf" providerId="ADAL" clId="{1A2E92F7-B0E6-4C07-B2B8-F6A6725E027E}" dt="2024-08-06T11:23:56.637" v="19" actId="115"/>
          <ac:spMkLst>
            <pc:docMk/>
            <pc:sldMk cId="944557287" sldId="1696"/>
            <ac:spMk id="4" creationId="{AFADBEE7-7DB1-4468-A19F-EE1EC696AF82}"/>
          </ac:spMkLst>
        </pc:spChg>
      </pc:sldChg>
      <pc:sldChg chg="delSp mod">
        <pc:chgData name="Fauve Duprez" userId="59fdc1fb-507d-4cdb-a31c-e3fd651e0acf" providerId="ADAL" clId="{1A2E92F7-B0E6-4C07-B2B8-F6A6725E027E}" dt="2024-08-06T11:26:13.604" v="37" actId="478"/>
        <pc:sldMkLst>
          <pc:docMk/>
          <pc:sldMk cId="2715246657" sldId="1707"/>
        </pc:sldMkLst>
        <pc:spChg chg="del">
          <ac:chgData name="Fauve Duprez" userId="59fdc1fb-507d-4cdb-a31c-e3fd651e0acf" providerId="ADAL" clId="{1A2E92F7-B0E6-4C07-B2B8-F6A6725E027E}" dt="2024-08-06T11:26:13.604" v="37" actId="478"/>
          <ac:spMkLst>
            <pc:docMk/>
            <pc:sldMk cId="2715246657" sldId="1707"/>
            <ac:spMk id="7" creationId="{91A179EB-14B4-4616-A3C2-51B0188B9352}"/>
          </ac:spMkLst>
        </pc:spChg>
      </pc:sldChg>
      <pc:sldChg chg="delSp mod">
        <pc:chgData name="Fauve Duprez" userId="59fdc1fb-507d-4cdb-a31c-e3fd651e0acf" providerId="ADAL" clId="{1A2E92F7-B0E6-4C07-B2B8-F6A6725E027E}" dt="2024-08-06T11:26:22.243" v="40" actId="478"/>
        <pc:sldMkLst>
          <pc:docMk/>
          <pc:sldMk cId="3812698982" sldId="1709"/>
        </pc:sldMkLst>
        <pc:spChg chg="del">
          <ac:chgData name="Fauve Duprez" userId="59fdc1fb-507d-4cdb-a31c-e3fd651e0acf" providerId="ADAL" clId="{1A2E92F7-B0E6-4C07-B2B8-F6A6725E027E}" dt="2024-08-06T11:26:22.243" v="40" actId="478"/>
          <ac:spMkLst>
            <pc:docMk/>
            <pc:sldMk cId="3812698982" sldId="1709"/>
            <ac:spMk id="7" creationId="{91A179EB-14B4-4616-A3C2-51B0188B9352}"/>
          </ac:spMkLst>
        </pc:spChg>
      </pc:sldChg>
      <pc:sldChg chg="delSp mod">
        <pc:chgData name="Fauve Duprez" userId="59fdc1fb-507d-4cdb-a31c-e3fd651e0acf" providerId="ADAL" clId="{1A2E92F7-B0E6-4C07-B2B8-F6A6725E027E}" dt="2024-08-06T11:26:27.692" v="42" actId="478"/>
        <pc:sldMkLst>
          <pc:docMk/>
          <pc:sldMk cId="2820124424" sldId="1711"/>
        </pc:sldMkLst>
        <pc:spChg chg="del">
          <ac:chgData name="Fauve Duprez" userId="59fdc1fb-507d-4cdb-a31c-e3fd651e0acf" providerId="ADAL" clId="{1A2E92F7-B0E6-4C07-B2B8-F6A6725E027E}" dt="2024-08-06T11:26:27.692" v="42" actId="478"/>
          <ac:spMkLst>
            <pc:docMk/>
            <pc:sldMk cId="2820124424" sldId="1711"/>
            <ac:spMk id="7" creationId="{91A179EB-14B4-4616-A3C2-51B0188B9352}"/>
          </ac:spMkLst>
        </pc:spChg>
      </pc:sldChg>
      <pc:sldChg chg="delSp mod">
        <pc:chgData name="Fauve Duprez" userId="59fdc1fb-507d-4cdb-a31c-e3fd651e0acf" providerId="ADAL" clId="{1A2E92F7-B0E6-4C07-B2B8-F6A6725E027E}" dt="2024-08-06T11:26:33.424" v="43" actId="478"/>
        <pc:sldMkLst>
          <pc:docMk/>
          <pc:sldMk cId="1267768629" sldId="1716"/>
        </pc:sldMkLst>
        <pc:spChg chg="del">
          <ac:chgData name="Fauve Duprez" userId="59fdc1fb-507d-4cdb-a31c-e3fd651e0acf" providerId="ADAL" clId="{1A2E92F7-B0E6-4C07-B2B8-F6A6725E027E}" dt="2024-08-06T11:26:33.424" v="43" actId="478"/>
          <ac:spMkLst>
            <pc:docMk/>
            <pc:sldMk cId="1267768629" sldId="1716"/>
            <ac:spMk id="3" creationId="{9E039ADD-5649-430F-8C55-604FBF04157C}"/>
          </ac:spMkLst>
        </pc:spChg>
      </pc:sldChg>
      <pc:sldChg chg="modSp mod modCm">
        <pc:chgData name="Fauve Duprez" userId="59fdc1fb-507d-4cdb-a31c-e3fd651e0acf" providerId="ADAL" clId="{1A2E92F7-B0E6-4C07-B2B8-F6A6725E027E}" dt="2024-08-06T11:27:43.302" v="61" actId="20577"/>
        <pc:sldMkLst>
          <pc:docMk/>
          <pc:sldMk cId="4021574165" sldId="1721"/>
        </pc:sldMkLst>
        <pc:spChg chg="mod">
          <ac:chgData name="Fauve Duprez" userId="59fdc1fb-507d-4cdb-a31c-e3fd651e0acf" providerId="ADAL" clId="{1A2E92F7-B0E6-4C07-B2B8-F6A6725E027E}" dt="2024-08-06T11:27:43.302" v="61" actId="20577"/>
          <ac:spMkLst>
            <pc:docMk/>
            <pc:sldMk cId="4021574165" sldId="1721"/>
            <ac:spMk id="4" creationId="{AFADBEE7-7DB1-4468-A19F-EE1EC696AF82}"/>
          </ac:spMkLst>
        </pc:spChg>
        <pc:extLst>
          <p:ext xmlns:p="http://schemas.openxmlformats.org/presentationml/2006/main" uri="{D6D511B9-2390-475A-947B-AFAB55BFBCF1}">
            <pc226:cmChg xmlns:pc226="http://schemas.microsoft.com/office/powerpoint/2022/06/main/command" chg="mod">
              <pc226:chgData name="Fauve Duprez" userId="59fdc1fb-507d-4cdb-a31c-e3fd651e0acf" providerId="ADAL" clId="{1A2E92F7-B0E6-4C07-B2B8-F6A6725E027E}" dt="2024-08-06T11:27:43.302" v="61" actId="20577"/>
              <pc2:cmMkLst xmlns:pc2="http://schemas.microsoft.com/office/powerpoint/2019/9/main/command">
                <pc:docMk/>
                <pc:sldMk cId="4021574165" sldId="1721"/>
                <pc2:cmMk id="{3A5A2881-2368-490E-9C19-B898CF1943AD}"/>
              </pc2:cmMkLst>
            </pc226:cmChg>
          </p:ext>
        </pc:extLst>
      </pc:sldChg>
      <pc:sldChg chg="delSp mod">
        <pc:chgData name="Fauve Duprez" userId="59fdc1fb-507d-4cdb-a31c-e3fd651e0acf" providerId="ADAL" clId="{1A2E92F7-B0E6-4C07-B2B8-F6A6725E027E}" dt="2024-08-06T11:24:23.564" v="20" actId="478"/>
        <pc:sldMkLst>
          <pc:docMk/>
          <pc:sldMk cId="3685650455" sldId="1722"/>
        </pc:sldMkLst>
        <pc:spChg chg="del">
          <ac:chgData name="Fauve Duprez" userId="59fdc1fb-507d-4cdb-a31c-e3fd651e0acf" providerId="ADAL" clId="{1A2E92F7-B0E6-4C07-B2B8-F6A6725E027E}" dt="2024-08-06T11:24:23.564" v="20" actId="478"/>
          <ac:spMkLst>
            <pc:docMk/>
            <pc:sldMk cId="3685650455" sldId="1722"/>
            <ac:spMk id="6" creationId="{62F4BCF5-230F-58C5-B4AE-6252005D3246}"/>
          </ac:spMkLst>
        </pc:spChg>
      </pc:sldChg>
      <pc:sldChg chg="delSp mod">
        <pc:chgData name="Fauve Duprez" userId="59fdc1fb-507d-4cdb-a31c-e3fd651e0acf" providerId="ADAL" clId="{1A2E92F7-B0E6-4C07-B2B8-F6A6725E027E}" dt="2024-08-06T11:27:18.022" v="55" actId="478"/>
        <pc:sldMkLst>
          <pc:docMk/>
          <pc:sldMk cId="2386984743" sldId="1744"/>
        </pc:sldMkLst>
        <pc:spChg chg="del">
          <ac:chgData name="Fauve Duprez" userId="59fdc1fb-507d-4cdb-a31c-e3fd651e0acf" providerId="ADAL" clId="{1A2E92F7-B0E6-4C07-B2B8-F6A6725E027E}" dt="2024-08-06T11:27:18.022" v="55" actId="478"/>
          <ac:spMkLst>
            <pc:docMk/>
            <pc:sldMk cId="2386984743" sldId="1744"/>
            <ac:spMk id="5" creationId="{7D8DFA76-15AF-4AC2-8542-F7CB13CCC187}"/>
          </ac:spMkLst>
        </pc:spChg>
      </pc:sldChg>
      <pc:sldChg chg="delSp mod">
        <pc:chgData name="Fauve Duprez" userId="59fdc1fb-507d-4cdb-a31c-e3fd651e0acf" providerId="ADAL" clId="{1A2E92F7-B0E6-4C07-B2B8-F6A6725E027E}" dt="2024-08-06T11:24:48.653" v="24" actId="478"/>
        <pc:sldMkLst>
          <pc:docMk/>
          <pc:sldMk cId="694882099" sldId="1746"/>
        </pc:sldMkLst>
        <pc:spChg chg="del">
          <ac:chgData name="Fauve Duprez" userId="59fdc1fb-507d-4cdb-a31c-e3fd651e0acf" providerId="ADAL" clId="{1A2E92F7-B0E6-4C07-B2B8-F6A6725E027E}" dt="2024-08-06T11:24:48.653" v="24" actId="478"/>
          <ac:spMkLst>
            <pc:docMk/>
            <pc:sldMk cId="694882099" sldId="1746"/>
            <ac:spMk id="5" creationId="{3807F7A6-2B20-426F-A58D-B06A18042E01}"/>
          </ac:spMkLst>
        </pc:spChg>
      </pc:sldChg>
      <pc:sldChg chg="delSp mod">
        <pc:chgData name="Fauve Duprez" userId="59fdc1fb-507d-4cdb-a31c-e3fd651e0acf" providerId="ADAL" clId="{1A2E92F7-B0E6-4C07-B2B8-F6A6725E027E}" dt="2024-08-06T11:25:16.847" v="25" actId="478"/>
        <pc:sldMkLst>
          <pc:docMk/>
          <pc:sldMk cId="1491679558" sldId="1750"/>
        </pc:sldMkLst>
        <pc:spChg chg="del">
          <ac:chgData name="Fauve Duprez" userId="59fdc1fb-507d-4cdb-a31c-e3fd651e0acf" providerId="ADAL" clId="{1A2E92F7-B0E6-4C07-B2B8-F6A6725E027E}" dt="2024-08-06T11:25:16.847" v="25" actId="478"/>
          <ac:spMkLst>
            <pc:docMk/>
            <pc:sldMk cId="1491679558" sldId="1750"/>
            <ac:spMk id="5" creationId="{E7370F27-7D75-48F6-E6E5-63607DED6242}"/>
          </ac:spMkLst>
        </pc:spChg>
      </pc:sldChg>
      <pc:sldChg chg="delSp mod">
        <pc:chgData name="Fauve Duprez" userId="59fdc1fb-507d-4cdb-a31c-e3fd651e0acf" providerId="ADAL" clId="{1A2E92F7-B0E6-4C07-B2B8-F6A6725E027E}" dt="2024-08-06T11:25:20.593" v="26" actId="478"/>
        <pc:sldMkLst>
          <pc:docMk/>
          <pc:sldMk cId="3749820093" sldId="1752"/>
        </pc:sldMkLst>
        <pc:spChg chg="del">
          <ac:chgData name="Fauve Duprez" userId="59fdc1fb-507d-4cdb-a31c-e3fd651e0acf" providerId="ADAL" clId="{1A2E92F7-B0E6-4C07-B2B8-F6A6725E027E}" dt="2024-08-06T11:25:20.593" v="26" actId="478"/>
          <ac:spMkLst>
            <pc:docMk/>
            <pc:sldMk cId="3749820093" sldId="1752"/>
            <ac:spMk id="5" creationId="{E7370F27-7D75-48F6-E6E5-63607DED6242}"/>
          </ac:spMkLst>
        </pc:spChg>
      </pc:sldChg>
      <pc:sldChg chg="delSp mod">
        <pc:chgData name="Fauve Duprez" userId="59fdc1fb-507d-4cdb-a31c-e3fd651e0acf" providerId="ADAL" clId="{1A2E92F7-B0E6-4C07-B2B8-F6A6725E027E}" dt="2024-08-06T11:25:28.032" v="28" actId="478"/>
        <pc:sldMkLst>
          <pc:docMk/>
          <pc:sldMk cId="1672692969" sldId="1753"/>
        </pc:sldMkLst>
        <pc:spChg chg="del">
          <ac:chgData name="Fauve Duprez" userId="59fdc1fb-507d-4cdb-a31c-e3fd651e0acf" providerId="ADAL" clId="{1A2E92F7-B0E6-4C07-B2B8-F6A6725E027E}" dt="2024-08-06T11:25:28.032" v="28" actId="478"/>
          <ac:spMkLst>
            <pc:docMk/>
            <pc:sldMk cId="1672692969" sldId="1753"/>
            <ac:spMk id="7" creationId="{91A179EB-14B4-4616-A3C2-51B0188B9352}"/>
          </ac:spMkLst>
        </pc:spChg>
      </pc:sldChg>
      <pc:sldChg chg="delSp mod">
        <pc:chgData name="Fauve Duprez" userId="59fdc1fb-507d-4cdb-a31c-e3fd651e0acf" providerId="ADAL" clId="{1A2E92F7-B0E6-4C07-B2B8-F6A6725E027E}" dt="2024-08-06T11:25:31.022" v="29" actId="478"/>
        <pc:sldMkLst>
          <pc:docMk/>
          <pc:sldMk cId="3000885103" sldId="1754"/>
        </pc:sldMkLst>
        <pc:spChg chg="del">
          <ac:chgData name="Fauve Duprez" userId="59fdc1fb-507d-4cdb-a31c-e3fd651e0acf" providerId="ADAL" clId="{1A2E92F7-B0E6-4C07-B2B8-F6A6725E027E}" dt="2024-08-06T11:25:31.022" v="29" actId="478"/>
          <ac:spMkLst>
            <pc:docMk/>
            <pc:sldMk cId="3000885103" sldId="1754"/>
            <ac:spMk id="7" creationId="{91A179EB-14B4-4616-A3C2-51B0188B9352}"/>
          </ac:spMkLst>
        </pc:spChg>
      </pc:sldChg>
      <pc:sldChg chg="delSp mod">
        <pc:chgData name="Fauve Duprez" userId="59fdc1fb-507d-4cdb-a31c-e3fd651e0acf" providerId="ADAL" clId="{1A2E92F7-B0E6-4C07-B2B8-F6A6725E027E}" dt="2024-08-06T11:25:33.514" v="30" actId="478"/>
        <pc:sldMkLst>
          <pc:docMk/>
          <pc:sldMk cId="677799677" sldId="1755"/>
        </pc:sldMkLst>
        <pc:spChg chg="del">
          <ac:chgData name="Fauve Duprez" userId="59fdc1fb-507d-4cdb-a31c-e3fd651e0acf" providerId="ADAL" clId="{1A2E92F7-B0E6-4C07-B2B8-F6A6725E027E}" dt="2024-08-06T11:25:33.514" v="30" actId="478"/>
          <ac:spMkLst>
            <pc:docMk/>
            <pc:sldMk cId="677799677" sldId="1755"/>
            <ac:spMk id="7" creationId="{91A179EB-14B4-4616-A3C2-51B0188B9352}"/>
          </ac:spMkLst>
        </pc:spChg>
      </pc:sldChg>
      <pc:sldChg chg="delSp mod">
        <pc:chgData name="Fauve Duprez" userId="59fdc1fb-507d-4cdb-a31c-e3fd651e0acf" providerId="ADAL" clId="{1A2E92F7-B0E6-4C07-B2B8-F6A6725E027E}" dt="2024-08-06T11:25:41.862" v="34" actId="478"/>
        <pc:sldMkLst>
          <pc:docMk/>
          <pc:sldMk cId="3088209890" sldId="1759"/>
        </pc:sldMkLst>
        <pc:spChg chg="del">
          <ac:chgData name="Fauve Duprez" userId="59fdc1fb-507d-4cdb-a31c-e3fd651e0acf" providerId="ADAL" clId="{1A2E92F7-B0E6-4C07-B2B8-F6A6725E027E}" dt="2024-08-06T11:25:41.862" v="34" actId="478"/>
          <ac:spMkLst>
            <pc:docMk/>
            <pc:sldMk cId="3088209890" sldId="1759"/>
            <ac:spMk id="5" creationId="{EE9A7A91-4093-4DD2-9CE4-0BD7470DE859}"/>
          </ac:spMkLst>
        </pc:spChg>
      </pc:sldChg>
      <pc:sldChg chg="delSp mod">
        <pc:chgData name="Fauve Duprez" userId="59fdc1fb-507d-4cdb-a31c-e3fd651e0acf" providerId="ADAL" clId="{1A2E92F7-B0E6-4C07-B2B8-F6A6725E027E}" dt="2024-08-06T11:25:43.483" v="35" actId="478"/>
        <pc:sldMkLst>
          <pc:docMk/>
          <pc:sldMk cId="2097350860" sldId="1760"/>
        </pc:sldMkLst>
        <pc:spChg chg="del">
          <ac:chgData name="Fauve Duprez" userId="59fdc1fb-507d-4cdb-a31c-e3fd651e0acf" providerId="ADAL" clId="{1A2E92F7-B0E6-4C07-B2B8-F6A6725E027E}" dt="2024-08-06T11:25:43.483" v="35" actId="478"/>
          <ac:spMkLst>
            <pc:docMk/>
            <pc:sldMk cId="2097350860" sldId="1760"/>
            <ac:spMk id="5" creationId="{EE9A7A91-4093-4DD2-9CE4-0BD7470DE859}"/>
          </ac:spMkLst>
        </pc:spChg>
      </pc:sldChg>
      <pc:sldChg chg="modSp mod">
        <pc:chgData name="Fauve Duprez" userId="59fdc1fb-507d-4cdb-a31c-e3fd651e0acf" providerId="ADAL" clId="{1A2E92F7-B0E6-4C07-B2B8-F6A6725E027E}" dt="2024-08-06T11:27:57.064" v="62" actId="20577"/>
        <pc:sldMkLst>
          <pc:docMk/>
          <pc:sldMk cId="2357406962" sldId="1769"/>
        </pc:sldMkLst>
        <pc:spChg chg="mod">
          <ac:chgData name="Fauve Duprez" userId="59fdc1fb-507d-4cdb-a31c-e3fd651e0acf" providerId="ADAL" clId="{1A2E92F7-B0E6-4C07-B2B8-F6A6725E027E}" dt="2024-08-06T11:27:57.064" v="62" actId="20577"/>
          <ac:spMkLst>
            <pc:docMk/>
            <pc:sldMk cId="2357406962" sldId="1769"/>
            <ac:spMk id="4" creationId="{AFADBEE7-7DB1-4468-A19F-EE1EC696AF82}"/>
          </ac:spMkLst>
        </pc:spChg>
      </pc:sldChg>
      <pc:sldChg chg="modSp mod">
        <pc:chgData name="Fauve Duprez" userId="59fdc1fb-507d-4cdb-a31c-e3fd651e0acf" providerId="ADAL" clId="{1A2E92F7-B0E6-4C07-B2B8-F6A6725E027E}" dt="2024-08-06T11:28:14.394" v="64" actId="20577"/>
        <pc:sldMkLst>
          <pc:docMk/>
          <pc:sldMk cId="3677660298" sldId="1770"/>
        </pc:sldMkLst>
        <pc:spChg chg="mod">
          <ac:chgData name="Fauve Duprez" userId="59fdc1fb-507d-4cdb-a31c-e3fd651e0acf" providerId="ADAL" clId="{1A2E92F7-B0E6-4C07-B2B8-F6A6725E027E}" dt="2024-08-06T11:28:14.394" v="64" actId="20577"/>
          <ac:spMkLst>
            <pc:docMk/>
            <pc:sldMk cId="3677660298" sldId="1770"/>
            <ac:spMk id="4" creationId="{AFADBEE7-7DB1-4468-A19F-EE1EC696AF82}"/>
          </ac:spMkLst>
        </pc:spChg>
      </pc:sldChg>
      <pc:sldChg chg="delSp mod">
        <pc:chgData name="Fauve Duprez" userId="59fdc1fb-507d-4cdb-a31c-e3fd651e0acf" providerId="ADAL" clId="{1A2E92F7-B0E6-4C07-B2B8-F6A6725E027E}" dt="2024-08-06T11:27:22.243" v="56" actId="478"/>
        <pc:sldMkLst>
          <pc:docMk/>
          <pc:sldMk cId="615129979" sldId="1774"/>
        </pc:sldMkLst>
        <pc:spChg chg="del">
          <ac:chgData name="Fauve Duprez" userId="59fdc1fb-507d-4cdb-a31c-e3fd651e0acf" providerId="ADAL" clId="{1A2E92F7-B0E6-4C07-B2B8-F6A6725E027E}" dt="2024-08-06T11:27:22.243" v="56" actId="478"/>
          <ac:spMkLst>
            <pc:docMk/>
            <pc:sldMk cId="615129979" sldId="1774"/>
            <ac:spMk id="8" creationId="{3447BAF1-1ABC-4451-8E58-62B601E55411}"/>
          </ac:spMkLst>
        </pc:spChg>
      </pc:sldChg>
      <pc:sldChg chg="delSp mod">
        <pc:chgData name="Fauve Duprez" userId="59fdc1fb-507d-4cdb-a31c-e3fd651e0acf" providerId="ADAL" clId="{1A2E92F7-B0E6-4C07-B2B8-F6A6725E027E}" dt="2024-08-06T11:27:25.623" v="57" actId="478"/>
        <pc:sldMkLst>
          <pc:docMk/>
          <pc:sldMk cId="1284158466" sldId="1775"/>
        </pc:sldMkLst>
        <pc:spChg chg="del">
          <ac:chgData name="Fauve Duprez" userId="59fdc1fb-507d-4cdb-a31c-e3fd651e0acf" providerId="ADAL" clId="{1A2E92F7-B0E6-4C07-B2B8-F6A6725E027E}" dt="2024-08-06T11:27:25.623" v="57" actId="478"/>
          <ac:spMkLst>
            <pc:docMk/>
            <pc:sldMk cId="1284158466" sldId="1775"/>
            <ac:spMk id="7" creationId="{91A179EB-14B4-4616-A3C2-51B0188B9352}"/>
          </ac:spMkLst>
        </pc:spChg>
      </pc:sldChg>
      <pc:sldChg chg="delSp mod">
        <pc:chgData name="Fauve Duprez" userId="59fdc1fb-507d-4cdb-a31c-e3fd651e0acf" providerId="ADAL" clId="{1A2E92F7-B0E6-4C07-B2B8-F6A6725E027E}" dt="2024-08-06T11:27:27.233" v="58" actId="478"/>
        <pc:sldMkLst>
          <pc:docMk/>
          <pc:sldMk cId="3194006944" sldId="1776"/>
        </pc:sldMkLst>
        <pc:spChg chg="del">
          <ac:chgData name="Fauve Duprez" userId="59fdc1fb-507d-4cdb-a31c-e3fd651e0acf" providerId="ADAL" clId="{1A2E92F7-B0E6-4C07-B2B8-F6A6725E027E}" dt="2024-08-06T11:27:27.233" v="58" actId="478"/>
          <ac:spMkLst>
            <pc:docMk/>
            <pc:sldMk cId="3194006944" sldId="1776"/>
            <ac:spMk id="5" creationId="{7CDB656F-79B1-4364-9738-A66A63A63E98}"/>
          </ac:spMkLst>
        </pc:spChg>
      </pc:sldChg>
      <pc:sldChg chg="delSp mod">
        <pc:chgData name="Fauve Duprez" userId="59fdc1fb-507d-4cdb-a31c-e3fd651e0acf" providerId="ADAL" clId="{1A2E92F7-B0E6-4C07-B2B8-F6A6725E027E}" dt="2024-08-06T11:27:30.502" v="59" actId="478"/>
        <pc:sldMkLst>
          <pc:docMk/>
          <pc:sldMk cId="3562619977" sldId="1778"/>
        </pc:sldMkLst>
        <pc:spChg chg="del">
          <ac:chgData name="Fauve Duprez" userId="59fdc1fb-507d-4cdb-a31c-e3fd651e0acf" providerId="ADAL" clId="{1A2E92F7-B0E6-4C07-B2B8-F6A6725E027E}" dt="2024-08-06T11:27:30.502" v="59" actId="478"/>
          <ac:spMkLst>
            <pc:docMk/>
            <pc:sldMk cId="3562619977" sldId="1778"/>
            <ac:spMk id="7" creationId="{91A179EB-14B4-4616-A3C2-51B0188B9352}"/>
          </ac:spMkLst>
        </pc:spChg>
      </pc:sldChg>
      <pc:sldChg chg="modSp mod">
        <pc:chgData name="Fauve Duprez" userId="59fdc1fb-507d-4cdb-a31c-e3fd651e0acf" providerId="ADAL" clId="{1A2E92F7-B0E6-4C07-B2B8-F6A6725E027E}" dt="2024-08-06T11:26:42.434" v="48" actId="20577"/>
        <pc:sldMkLst>
          <pc:docMk/>
          <pc:sldMk cId="3905965917" sldId="1779"/>
        </pc:sldMkLst>
        <pc:spChg chg="mod">
          <ac:chgData name="Fauve Duprez" userId="59fdc1fb-507d-4cdb-a31c-e3fd651e0acf" providerId="ADAL" clId="{1A2E92F7-B0E6-4C07-B2B8-F6A6725E027E}" dt="2024-08-06T11:26:42.434" v="48" actId="20577"/>
          <ac:spMkLst>
            <pc:docMk/>
            <pc:sldMk cId="3905965917" sldId="1779"/>
            <ac:spMk id="4" creationId="{AFADBEE7-7DB1-4468-A19F-EE1EC696AF82}"/>
          </ac:spMkLst>
        </pc:spChg>
      </pc:sldChg>
      <pc:sldChg chg="delSp mod">
        <pc:chgData name="Fauve Duprez" userId="59fdc1fb-507d-4cdb-a31c-e3fd651e0acf" providerId="ADAL" clId="{1A2E92F7-B0E6-4C07-B2B8-F6A6725E027E}" dt="2024-08-06T11:26:16.133" v="38" actId="478"/>
        <pc:sldMkLst>
          <pc:docMk/>
          <pc:sldMk cId="3807610048" sldId="1784"/>
        </pc:sldMkLst>
        <pc:spChg chg="del">
          <ac:chgData name="Fauve Duprez" userId="59fdc1fb-507d-4cdb-a31c-e3fd651e0acf" providerId="ADAL" clId="{1A2E92F7-B0E6-4C07-B2B8-F6A6725E027E}" dt="2024-08-06T11:26:16.133" v="38" actId="478"/>
          <ac:spMkLst>
            <pc:docMk/>
            <pc:sldMk cId="3807610048" sldId="1784"/>
            <ac:spMk id="7" creationId="{91A179EB-14B4-4616-A3C2-51B0188B9352}"/>
          </ac:spMkLst>
        </pc:spChg>
      </pc:sldChg>
      <pc:sldChg chg="delSp mod">
        <pc:chgData name="Fauve Duprez" userId="59fdc1fb-507d-4cdb-a31c-e3fd651e0acf" providerId="ADAL" clId="{1A2E92F7-B0E6-4C07-B2B8-F6A6725E027E}" dt="2024-08-06T11:26:18.533" v="39" actId="478"/>
        <pc:sldMkLst>
          <pc:docMk/>
          <pc:sldMk cId="2035410602" sldId="1787"/>
        </pc:sldMkLst>
        <pc:spChg chg="del">
          <ac:chgData name="Fauve Duprez" userId="59fdc1fb-507d-4cdb-a31c-e3fd651e0acf" providerId="ADAL" clId="{1A2E92F7-B0E6-4C07-B2B8-F6A6725E027E}" dt="2024-08-06T11:26:18.533" v="39" actId="478"/>
          <ac:spMkLst>
            <pc:docMk/>
            <pc:sldMk cId="2035410602" sldId="1787"/>
            <ac:spMk id="7" creationId="{91A179EB-14B4-4616-A3C2-51B0188B9352}"/>
          </ac:spMkLst>
        </pc:spChg>
      </pc:sldChg>
      <pc:sldChg chg="delSp mod">
        <pc:chgData name="Fauve Duprez" userId="59fdc1fb-507d-4cdb-a31c-e3fd651e0acf" providerId="ADAL" clId="{1A2E92F7-B0E6-4C07-B2B8-F6A6725E027E}" dt="2024-08-06T11:26:24.122" v="41" actId="478"/>
        <pc:sldMkLst>
          <pc:docMk/>
          <pc:sldMk cId="1733060434" sldId="1791"/>
        </pc:sldMkLst>
        <pc:spChg chg="del">
          <ac:chgData name="Fauve Duprez" userId="59fdc1fb-507d-4cdb-a31c-e3fd651e0acf" providerId="ADAL" clId="{1A2E92F7-B0E6-4C07-B2B8-F6A6725E027E}" dt="2024-08-06T11:26:24.122" v="41" actId="478"/>
          <ac:spMkLst>
            <pc:docMk/>
            <pc:sldMk cId="1733060434" sldId="1791"/>
            <ac:spMk id="7" creationId="{91A179EB-14B4-4616-A3C2-51B0188B9352}"/>
          </ac:spMkLst>
        </pc:spChg>
      </pc:sldChg>
      <pc:sldChg chg="modSp mod">
        <pc:chgData name="Fauve Duprez" userId="59fdc1fb-507d-4cdb-a31c-e3fd651e0acf" providerId="ADAL" clId="{1A2E92F7-B0E6-4C07-B2B8-F6A6725E027E}" dt="2024-08-06T11:27:13.933" v="54" actId="20577"/>
        <pc:sldMkLst>
          <pc:docMk/>
          <pc:sldMk cId="851760755" sldId="1793"/>
        </pc:sldMkLst>
        <pc:spChg chg="mod">
          <ac:chgData name="Fauve Duprez" userId="59fdc1fb-507d-4cdb-a31c-e3fd651e0acf" providerId="ADAL" clId="{1A2E92F7-B0E6-4C07-B2B8-F6A6725E027E}" dt="2024-08-06T11:27:13.933" v="54" actId="20577"/>
          <ac:spMkLst>
            <pc:docMk/>
            <pc:sldMk cId="851760755" sldId="1793"/>
            <ac:spMk id="4" creationId="{AFADBEE7-7DB1-4468-A19F-EE1EC696AF82}"/>
          </ac:spMkLst>
        </pc:spChg>
      </pc:sldChg>
      <pc:sldChg chg="delSp mod">
        <pc:chgData name="Fauve Duprez" userId="59fdc1fb-507d-4cdb-a31c-e3fd651e0acf" providerId="ADAL" clId="{1A2E92F7-B0E6-4C07-B2B8-F6A6725E027E}" dt="2024-08-06T11:26:53.834" v="49" actId="478"/>
        <pc:sldMkLst>
          <pc:docMk/>
          <pc:sldMk cId="2566649348" sldId="1801"/>
        </pc:sldMkLst>
        <pc:spChg chg="del">
          <ac:chgData name="Fauve Duprez" userId="59fdc1fb-507d-4cdb-a31c-e3fd651e0acf" providerId="ADAL" clId="{1A2E92F7-B0E6-4C07-B2B8-F6A6725E027E}" dt="2024-08-06T11:26:53.834" v="49" actId="478"/>
          <ac:spMkLst>
            <pc:docMk/>
            <pc:sldMk cId="2566649348" sldId="1801"/>
            <ac:spMk id="7" creationId="{91A179EB-14B4-4616-A3C2-51B0188B9352}"/>
          </ac:spMkLst>
        </pc:spChg>
      </pc:sldChg>
      <pc:sldChg chg="delSp mod">
        <pc:chgData name="Fauve Duprez" userId="59fdc1fb-507d-4cdb-a31c-e3fd651e0acf" providerId="ADAL" clId="{1A2E92F7-B0E6-4C07-B2B8-F6A6725E027E}" dt="2024-08-06T11:26:56.663" v="50" actId="478"/>
        <pc:sldMkLst>
          <pc:docMk/>
          <pc:sldMk cId="2698705497" sldId="1802"/>
        </pc:sldMkLst>
        <pc:spChg chg="del">
          <ac:chgData name="Fauve Duprez" userId="59fdc1fb-507d-4cdb-a31c-e3fd651e0acf" providerId="ADAL" clId="{1A2E92F7-B0E6-4C07-B2B8-F6A6725E027E}" dt="2024-08-06T11:26:56.663" v="50" actId="478"/>
          <ac:spMkLst>
            <pc:docMk/>
            <pc:sldMk cId="2698705497" sldId="1802"/>
            <ac:spMk id="7" creationId="{91A179EB-14B4-4616-A3C2-51B0188B9352}"/>
          </ac:spMkLst>
        </pc:spChg>
      </pc:sldChg>
      <pc:sldChg chg="delSp mod">
        <pc:chgData name="Fauve Duprez" userId="59fdc1fb-507d-4cdb-a31c-e3fd651e0acf" providerId="ADAL" clId="{1A2E92F7-B0E6-4C07-B2B8-F6A6725E027E}" dt="2024-08-06T11:27:01.613" v="51" actId="478"/>
        <pc:sldMkLst>
          <pc:docMk/>
          <pc:sldMk cId="1963046356" sldId="1809"/>
        </pc:sldMkLst>
        <pc:spChg chg="del">
          <ac:chgData name="Fauve Duprez" userId="59fdc1fb-507d-4cdb-a31c-e3fd651e0acf" providerId="ADAL" clId="{1A2E92F7-B0E6-4C07-B2B8-F6A6725E027E}" dt="2024-08-06T11:27:01.613" v="51" actId="478"/>
          <ac:spMkLst>
            <pc:docMk/>
            <pc:sldMk cId="1963046356" sldId="1809"/>
            <ac:spMk id="7" creationId="{91A179EB-14B4-4616-A3C2-51B0188B9352}"/>
          </ac:spMkLst>
        </pc:spChg>
      </pc:sldChg>
      <pc:sldChg chg="delSp mod">
        <pc:chgData name="Fauve Duprez" userId="59fdc1fb-507d-4cdb-a31c-e3fd651e0acf" providerId="ADAL" clId="{1A2E92F7-B0E6-4C07-B2B8-F6A6725E027E}" dt="2024-08-06T11:27:03.682" v="52" actId="478"/>
        <pc:sldMkLst>
          <pc:docMk/>
          <pc:sldMk cId="1451783628" sldId="1810"/>
        </pc:sldMkLst>
        <pc:spChg chg="del">
          <ac:chgData name="Fauve Duprez" userId="59fdc1fb-507d-4cdb-a31c-e3fd651e0acf" providerId="ADAL" clId="{1A2E92F7-B0E6-4C07-B2B8-F6A6725E027E}" dt="2024-08-06T11:27:03.682" v="52" actId="478"/>
          <ac:spMkLst>
            <pc:docMk/>
            <pc:sldMk cId="1451783628" sldId="1810"/>
            <ac:spMk id="7" creationId="{91A179EB-14B4-4616-A3C2-51B0188B9352}"/>
          </ac:spMkLst>
        </pc:spChg>
      </pc:sldChg>
      <pc:sldChg chg="delSp mod">
        <pc:chgData name="Fauve Duprez" userId="59fdc1fb-507d-4cdb-a31c-e3fd651e0acf" providerId="ADAL" clId="{1A2E92F7-B0E6-4C07-B2B8-F6A6725E027E}" dt="2024-08-06T11:27:08.692" v="53" actId="478"/>
        <pc:sldMkLst>
          <pc:docMk/>
          <pc:sldMk cId="1012992240" sldId="1814"/>
        </pc:sldMkLst>
        <pc:spChg chg="del">
          <ac:chgData name="Fauve Duprez" userId="59fdc1fb-507d-4cdb-a31c-e3fd651e0acf" providerId="ADAL" clId="{1A2E92F7-B0E6-4C07-B2B8-F6A6725E027E}" dt="2024-08-06T11:27:08.692" v="53" actId="478"/>
          <ac:spMkLst>
            <pc:docMk/>
            <pc:sldMk cId="1012992240" sldId="1814"/>
            <ac:spMk id="3" creationId="{9E039ADD-5649-430F-8C55-604FBF04157C}"/>
          </ac:spMkLst>
        </pc:spChg>
      </pc:sldChg>
    </pc:docChg>
  </pc:docChgLst>
  <pc:docChgLst>
    <pc:chgData name="Fauve Duprez" userId="59fdc1fb-507d-4cdb-a31c-e3fd651e0acf" providerId="ADAL" clId="{1D3CAFD3-A751-45ED-8D94-326FFBEFF9CF}"/>
    <pc:docChg chg="modSld">
      <pc:chgData name="Fauve Duprez" userId="59fdc1fb-507d-4cdb-a31c-e3fd651e0acf" providerId="ADAL" clId="{1D3CAFD3-A751-45ED-8D94-326FFBEFF9CF}" dt="2024-11-21T13:43:46.473" v="11" actId="20577"/>
      <pc:docMkLst>
        <pc:docMk/>
      </pc:docMkLst>
      <pc:sldChg chg="modSp mod">
        <pc:chgData name="Fauve Duprez" userId="59fdc1fb-507d-4cdb-a31c-e3fd651e0acf" providerId="ADAL" clId="{1D3CAFD3-A751-45ED-8D94-326FFBEFF9CF}" dt="2024-11-21T13:43:46.473" v="11" actId="20577"/>
        <pc:sldMkLst>
          <pc:docMk/>
          <pc:sldMk cId="4162507869" sldId="259"/>
        </pc:sldMkLst>
        <pc:spChg chg="mod">
          <ac:chgData name="Fauve Duprez" userId="59fdc1fb-507d-4cdb-a31c-e3fd651e0acf" providerId="ADAL" clId="{1D3CAFD3-A751-45ED-8D94-326FFBEFF9CF}" dt="2024-11-21T13:43:42.413" v="7" actId="20577"/>
          <ac:spMkLst>
            <pc:docMk/>
            <pc:sldMk cId="4162507869" sldId="259"/>
            <ac:spMk id="2" creationId="{1D528B7A-3168-440C-A60C-A036931164EC}"/>
          </ac:spMkLst>
        </pc:spChg>
        <pc:spChg chg="mod">
          <ac:chgData name="Fauve Duprez" userId="59fdc1fb-507d-4cdb-a31c-e3fd651e0acf" providerId="ADAL" clId="{1D3CAFD3-A751-45ED-8D94-326FFBEFF9CF}" dt="2024-11-21T13:43:46.473" v="11" actId="20577"/>
          <ac:spMkLst>
            <pc:docMk/>
            <pc:sldMk cId="4162507869" sldId="259"/>
            <ac:spMk id="3" creationId="{70FE6360-0905-4150-BEDD-4BF877AD22C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62FC35-6E1B-4E70-B4A8-2E17764112F9}"/>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nl-BE"/>
          </a:p>
        </p:txBody>
      </p:sp>
      <p:sp>
        <p:nvSpPr>
          <p:cNvPr id="4" name="Footer Placeholder 3">
            <a:extLst>
              <a:ext uri="{FF2B5EF4-FFF2-40B4-BE49-F238E27FC236}">
                <a16:creationId xmlns:a16="http://schemas.microsoft.com/office/drawing/2014/main" id="{F3783509-45F4-4A33-B377-E4DC335B001B}"/>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nl-BE"/>
          </a:p>
        </p:txBody>
      </p:sp>
      <p:sp>
        <p:nvSpPr>
          <p:cNvPr id="5" name="Slide Number Placeholder 4">
            <a:extLst>
              <a:ext uri="{FF2B5EF4-FFF2-40B4-BE49-F238E27FC236}">
                <a16:creationId xmlns:a16="http://schemas.microsoft.com/office/drawing/2014/main" id="{A1231CA1-EEC8-4E8D-8F53-590E0F57592C}"/>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D16E2CA-99BE-4DC0-9A95-E0C0A0CA9309}" type="slidenum">
              <a:rPr lang="nl-BE" smtClean="0"/>
              <a:t>‹nr.›</a:t>
            </a:fld>
            <a:endParaRPr lang="nl-BE"/>
          </a:p>
        </p:txBody>
      </p:sp>
    </p:spTree>
    <p:extLst>
      <p:ext uri="{BB962C8B-B14F-4D97-AF65-F5344CB8AC3E}">
        <p14:creationId xmlns:p14="http://schemas.microsoft.com/office/powerpoint/2010/main" val="2336104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86680C0C-85DF-417F-8238-DB0D15743621}" type="datetimeFigureOut">
              <a:rPr lang="en-GB" smtClean="0"/>
              <a:t>21/11/2024</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539A0A48-EDB1-4AFE-B1B7-10CE2A416496}" type="slidenum">
              <a:rPr lang="en-GB" smtClean="0"/>
              <a:t>‹nr.›</a:t>
            </a:fld>
            <a:endParaRPr lang="en-GB"/>
          </a:p>
        </p:txBody>
      </p:sp>
    </p:spTree>
    <p:extLst>
      <p:ext uri="{BB962C8B-B14F-4D97-AF65-F5344CB8AC3E}">
        <p14:creationId xmlns:p14="http://schemas.microsoft.com/office/powerpoint/2010/main" val="326201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1</a:t>
            </a:fld>
            <a:endParaRPr lang="en-GB"/>
          </a:p>
        </p:txBody>
      </p:sp>
    </p:spTree>
    <p:extLst>
      <p:ext uri="{BB962C8B-B14F-4D97-AF65-F5344CB8AC3E}">
        <p14:creationId xmlns:p14="http://schemas.microsoft.com/office/powerpoint/2010/main" val="556887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2</a:t>
            </a:fld>
            <a:endParaRPr lang="en-GB"/>
          </a:p>
        </p:txBody>
      </p:sp>
    </p:spTree>
    <p:extLst>
      <p:ext uri="{BB962C8B-B14F-4D97-AF65-F5344CB8AC3E}">
        <p14:creationId xmlns:p14="http://schemas.microsoft.com/office/powerpoint/2010/main" val="556887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Dit kan moeilijk zijn in het begin, maar hoe meer verschillende toetsen we zien, hoe meer je dit vanbuiten zult kennen en als je nu goed meedoet, zal je op het examen dit kunnen gebruiken om dergelijke oefening zelf te kunnen via de zes stappen.</a:t>
            </a:r>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3</a:t>
            </a:fld>
            <a:endParaRPr lang="en-GB"/>
          </a:p>
        </p:txBody>
      </p:sp>
    </p:spTree>
    <p:extLst>
      <p:ext uri="{BB962C8B-B14F-4D97-AF65-F5344CB8AC3E}">
        <p14:creationId xmlns:p14="http://schemas.microsoft.com/office/powerpoint/2010/main" val="3705275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4</a:t>
            </a:fld>
            <a:endParaRPr lang="en-GB"/>
          </a:p>
        </p:txBody>
      </p:sp>
    </p:spTree>
    <p:extLst>
      <p:ext uri="{BB962C8B-B14F-4D97-AF65-F5344CB8AC3E}">
        <p14:creationId xmlns:p14="http://schemas.microsoft.com/office/powerpoint/2010/main" val="716464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5</a:t>
            </a:fld>
            <a:endParaRPr lang="en-GB"/>
          </a:p>
        </p:txBody>
      </p:sp>
    </p:spTree>
    <p:extLst>
      <p:ext uri="{BB962C8B-B14F-4D97-AF65-F5344CB8AC3E}">
        <p14:creationId xmlns:p14="http://schemas.microsoft.com/office/powerpoint/2010/main" val="3090073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6</a:t>
            </a:fld>
            <a:endParaRPr lang="en-GB"/>
          </a:p>
        </p:txBody>
      </p:sp>
    </p:spTree>
    <p:extLst>
      <p:ext uri="{BB962C8B-B14F-4D97-AF65-F5344CB8AC3E}">
        <p14:creationId xmlns:p14="http://schemas.microsoft.com/office/powerpoint/2010/main" val="849654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7</a:t>
            </a:fld>
            <a:endParaRPr lang="en-GB"/>
          </a:p>
        </p:txBody>
      </p:sp>
    </p:spTree>
    <p:extLst>
      <p:ext uri="{BB962C8B-B14F-4D97-AF65-F5344CB8AC3E}">
        <p14:creationId xmlns:p14="http://schemas.microsoft.com/office/powerpoint/2010/main" val="3029320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36</a:t>
            </a:fld>
            <a:endParaRPr lang="en-GB"/>
          </a:p>
        </p:txBody>
      </p:sp>
    </p:spTree>
    <p:extLst>
      <p:ext uri="{BB962C8B-B14F-4D97-AF65-F5344CB8AC3E}">
        <p14:creationId xmlns:p14="http://schemas.microsoft.com/office/powerpoint/2010/main" val="1482419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539A0A48-EDB1-4AFE-B1B7-10CE2A416496}" type="slidenum">
              <a:rPr lang="en-GB" smtClean="0"/>
              <a:t>52</a:t>
            </a:fld>
            <a:endParaRPr lang="en-GB"/>
          </a:p>
        </p:txBody>
      </p:sp>
    </p:spTree>
    <p:extLst>
      <p:ext uri="{BB962C8B-B14F-4D97-AF65-F5344CB8AC3E}">
        <p14:creationId xmlns:p14="http://schemas.microsoft.com/office/powerpoint/2010/main" val="3776916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55</a:t>
            </a:fld>
            <a:endParaRPr lang="en-GB"/>
          </a:p>
        </p:txBody>
      </p:sp>
    </p:spTree>
    <p:extLst>
      <p:ext uri="{BB962C8B-B14F-4D97-AF65-F5344CB8AC3E}">
        <p14:creationId xmlns:p14="http://schemas.microsoft.com/office/powerpoint/2010/main" val="3149567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75</a:t>
            </a:fld>
            <a:endParaRPr lang="en-GB"/>
          </a:p>
        </p:txBody>
      </p:sp>
    </p:spTree>
    <p:extLst>
      <p:ext uri="{BB962C8B-B14F-4D97-AF65-F5344CB8AC3E}">
        <p14:creationId xmlns:p14="http://schemas.microsoft.com/office/powerpoint/2010/main" val="30835897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Corporate Log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464F84-246C-4657-8172-1E2969D0F603}" type="datetime1">
              <a:rPr lang="en-GB" smtClean="0"/>
              <a:t>21/11/2024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AE184E0-0BD4-4705-A12B-9B71DDE63301}" type="slidenum">
              <a:rPr lang="en-GB" smtClean="0"/>
              <a:t>‹nr.›</a:t>
            </a:fld>
            <a:endParaRPr lang="en-GB"/>
          </a:p>
        </p:txBody>
      </p:sp>
      <p:pic>
        <p:nvPicPr>
          <p:cNvPr id="6" name="Logo Large 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77747" y="2283675"/>
            <a:ext cx="4800610" cy="4172720"/>
          </a:xfrm>
          <a:prstGeom prst="rect">
            <a:avLst/>
          </a:prstGeom>
        </p:spPr>
      </p:pic>
    </p:spTree>
    <p:extLst>
      <p:ext uri="{BB962C8B-B14F-4D97-AF65-F5344CB8AC3E}">
        <p14:creationId xmlns:p14="http://schemas.microsoft.com/office/powerpoint/2010/main" val="109143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
    <p:spTree>
      <p:nvGrpSpPr>
        <p:cNvPr id="1" name=""/>
        <p:cNvGrpSpPr/>
        <p:nvPr/>
      </p:nvGrpSpPr>
      <p:grpSpPr>
        <a:xfrm>
          <a:off x="0" y="0"/>
          <a:ext cx="0" cy="0"/>
          <a:chOff x="0" y="0"/>
          <a:chExt cx="0" cy="0"/>
        </a:xfrm>
      </p:grpSpPr>
      <p:sp>
        <p:nvSpPr>
          <p:cNvPr id="7" name="Rectangle 6"/>
          <p:cNvSpPr/>
          <p:nvPr userDrawn="1"/>
        </p:nvSpPr>
        <p:spPr>
          <a:xfrm>
            <a:off x="0" y="2295684"/>
            <a:ext cx="17338675" cy="560271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bwMode="white">
          <a:xfrm>
            <a:off x="712340" y="2298145"/>
            <a:ext cx="12742426" cy="2359800"/>
          </a:xfrm>
        </p:spPr>
        <p:txBody>
          <a:bodyPr anchor="b">
            <a:noAutofit/>
          </a:bodyPr>
          <a:lstStyle>
            <a:lvl1pPr algn="l">
              <a:lnSpc>
                <a:spcPts val="11000"/>
              </a:lnSpc>
              <a:defRPr sz="4400" b="1" u="none" baseline="0">
                <a:solidFill>
                  <a:schemeClr val="bg1"/>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Subtitle 2"/>
          <p:cNvSpPr>
            <a:spLocks noGrp="1"/>
          </p:cNvSpPr>
          <p:nvPr>
            <p:ph type="subTitle" idx="1" hasCustomPrompt="1"/>
          </p:nvPr>
        </p:nvSpPr>
        <p:spPr bwMode="white">
          <a:xfrm>
            <a:off x="1283414" y="6874716"/>
            <a:ext cx="15191026" cy="583200"/>
          </a:xfrm>
        </p:spPr>
        <p:txBody>
          <a:bodyPr>
            <a:normAutofit/>
          </a:bodyPr>
          <a:lstStyle>
            <a:lvl1pPr marL="0" indent="0" algn="l">
              <a:lnSpc>
                <a:spcPts val="3600"/>
              </a:lnSpc>
              <a:buNone/>
              <a:defRPr sz="2800" b="1">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50184" indent="0" algn="ctr">
              <a:buNone/>
              <a:defRPr sz="2844"/>
            </a:lvl2pPr>
            <a:lvl3pPr marL="1300368" indent="0" algn="ctr">
              <a:buNone/>
              <a:defRPr sz="2560"/>
            </a:lvl3pPr>
            <a:lvl4pPr marL="1950552" indent="0" algn="ctr">
              <a:buNone/>
              <a:defRPr sz="2275"/>
            </a:lvl4pPr>
            <a:lvl5pPr marL="2600736" indent="0" algn="ctr">
              <a:buNone/>
              <a:defRPr sz="2275"/>
            </a:lvl5pPr>
            <a:lvl6pPr marL="3250921" indent="0" algn="ctr">
              <a:buNone/>
              <a:defRPr sz="2275"/>
            </a:lvl6pPr>
            <a:lvl7pPr marL="3901105" indent="0" algn="ctr">
              <a:buNone/>
              <a:defRPr sz="2275"/>
            </a:lvl7pPr>
            <a:lvl8pPr marL="4551289" indent="0" algn="ctr">
              <a:buNone/>
              <a:defRPr sz="2275"/>
            </a:lvl8pPr>
            <a:lvl9pPr marL="5201473" indent="0" algn="ctr">
              <a:buNone/>
              <a:defRPr sz="2275"/>
            </a:lvl9pPr>
          </a:lstStyle>
          <a:p>
            <a:r>
              <a:rPr lang="en-GB" noProof="0" dirty="0"/>
              <a:t>Click to add subtitle / presenter / date [</a:t>
            </a:r>
            <a:r>
              <a:rPr lang="en-GB" noProof="0" dirty="0" err="1"/>
              <a:t>dd</a:t>
            </a:r>
            <a:r>
              <a:rPr lang="en-GB" noProof="0" dirty="0"/>
              <a:t>-mm-</a:t>
            </a:r>
            <a:r>
              <a:rPr lang="en-GB" noProof="0" dirty="0" err="1"/>
              <a:t>yyyy</a:t>
            </a:r>
            <a:r>
              <a:rPr lang="en-GB" noProof="0" dirty="0"/>
              <a:t>]</a:t>
            </a:r>
          </a:p>
        </p:txBody>
      </p:sp>
      <p:sp>
        <p:nvSpPr>
          <p:cNvPr id="8" name="Titles positoning box" hidden="1"/>
          <p:cNvSpPr/>
          <p:nvPr userDrawn="1"/>
        </p:nvSpPr>
        <p:spPr>
          <a:xfrm>
            <a:off x="1371600" y="6408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ranisation Placeholder"/>
          <p:cNvSpPr>
            <a:spLocks noGrp="1"/>
          </p:cNvSpPr>
          <p:nvPr>
            <p:ph type="body" sz="quarter" idx="15" hasCustomPrompt="1"/>
          </p:nvPr>
        </p:nvSpPr>
        <p:spPr bwMode="white">
          <a:xfrm>
            <a:off x="4108537" y="350729"/>
            <a:ext cx="12841549" cy="671961"/>
          </a:xfrm>
        </p:spPr>
        <p:txBody>
          <a:bodyPr anchor="b" anchorCtr="0">
            <a:normAutofit/>
          </a:bodyPr>
          <a:lstStyle>
            <a:lvl1pPr>
              <a:lnSpc>
                <a:spcPts val="1700"/>
              </a:lnSpc>
              <a:defRPr sz="3400" b="1" i="0" u="sng" cap="small" baseline="0">
                <a:solidFill>
                  <a:srgbClr val="003366"/>
                </a:solidFill>
                <a:uFill>
                  <a:solidFill>
                    <a:schemeClr val="bg1"/>
                  </a:solidFill>
                </a:uFill>
                <a:latin typeface="Verdana" panose="020B0604030504040204" pitchFamily="34" charset="0"/>
                <a:ea typeface="Verdana" panose="020B0604030504040204" pitchFamily="34" charset="0"/>
                <a:cs typeface="Verdana" panose="020B0604030504040204" pitchFamily="34" charset="0"/>
              </a:defRPr>
            </a:lvl1pPr>
            <a:lvl2pPr marL="0" indent="0">
              <a:lnSpc>
                <a:spcPts val="1700"/>
              </a:lnSpc>
              <a:buNone/>
              <a:defRPr sz="1400" cap="all" baseline="0">
                <a:solidFill>
                  <a:srgbClr val="1E64C8"/>
                </a:solidFill>
              </a:defRPr>
            </a:lvl2pPr>
          </a:lstStyle>
          <a:p>
            <a:pPr lvl="0"/>
            <a:r>
              <a:rPr lang="en-GB" noProof="0" dirty="0"/>
              <a:t>Click to edit organisation styles</a:t>
            </a:r>
          </a:p>
        </p:txBody>
      </p:sp>
      <p:pic>
        <p:nvPicPr>
          <p:cNvPr id="9" name="Afbeelding 8">
            <a:extLst>
              <a:ext uri="{FF2B5EF4-FFF2-40B4-BE49-F238E27FC236}">
                <a16:creationId xmlns:a16="http://schemas.microsoft.com/office/drawing/2014/main" id="{9871DE22-9699-4EAF-9087-24565B509F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497" y="-1248325"/>
            <a:ext cx="3312270" cy="4676437"/>
          </a:xfrm>
          <a:prstGeom prst="rect">
            <a:avLst/>
          </a:prstGeom>
        </p:spPr>
      </p:pic>
    </p:spTree>
    <p:extLst>
      <p:ext uri="{BB962C8B-B14F-4D97-AF65-F5344CB8AC3E}">
        <p14:creationId xmlns:p14="http://schemas.microsoft.com/office/powerpoint/2010/main" val="941814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bwMode="white">
          <a:xfrm>
            <a:off x="1291074" y="3246120"/>
            <a:ext cx="15183366" cy="4436316"/>
          </a:xfrm>
        </p:spPr>
        <p:txBody>
          <a:bodyPr anchor="b">
            <a:noAutofit/>
          </a:bodyPr>
          <a:lstStyle>
            <a:lvl1pPr algn="l">
              <a:lnSpc>
                <a:spcPts val="11000"/>
              </a:lnSpc>
              <a:defRPr sz="10000" u="sng" baseline="0">
                <a:solidFill>
                  <a:schemeClr val="bg1"/>
                </a:solidFill>
                <a:uFill>
                  <a:solidFill>
                    <a:schemeClr val="bg1"/>
                  </a:solidFill>
                </a:uFill>
              </a:defRPr>
            </a:lvl1pPr>
          </a:lstStyle>
          <a:p>
            <a:r>
              <a:rPr lang="en-GB" noProof="0" dirty="0"/>
              <a:t>Click to add chapter title</a:t>
            </a:r>
          </a:p>
        </p:txBody>
      </p:sp>
      <p:sp>
        <p:nvSpPr>
          <p:cNvPr id="8" name="Titles positoning box" hidden="1"/>
          <p:cNvSpPr/>
          <p:nvPr userDrawn="1"/>
        </p:nvSpPr>
        <p:spPr>
          <a:xfrm>
            <a:off x="1371600" y="7344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Tree>
    <p:extLst>
      <p:ext uri="{BB962C8B-B14F-4D97-AF65-F5344CB8AC3E}">
        <p14:creationId xmlns:p14="http://schemas.microsoft.com/office/powerpoint/2010/main" val="129473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B8233FCF-C78E-47A1-9466-4CB05FC00861}"/>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2" name="Logo Large EN">
            <a:extLst>
              <a:ext uri="{FF2B5EF4-FFF2-40B4-BE49-F238E27FC236}">
                <a16:creationId xmlns:a16="http://schemas.microsoft.com/office/drawing/2014/main" id="{DD11DB78-BA8F-4D35-9786-54E14B77F9B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a:xfrm>
            <a:off x="2060295" y="123499"/>
            <a:ext cx="14951312" cy="949564"/>
          </a:xfrm>
        </p:spPr>
        <p:txBody>
          <a:bodyPr/>
          <a:lstStyle>
            <a:lvl1pPr>
              <a:defRPr sz="3600" b="1" u="none" cap="small" baseline="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327069" y="1816273"/>
            <a:ext cx="16858641" cy="6864264"/>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a:xfrm>
            <a:off x="16263830" y="8959510"/>
            <a:ext cx="921880" cy="519289"/>
          </a:xfrm>
        </p:spPr>
        <p:txBody>
          <a:bodyPr/>
          <a:lstStyle/>
          <a:p>
            <a:fld id="{7AE184E0-0BD4-4705-A12B-9B71DDE63301}" type="slidenum">
              <a:rPr lang="en-GB" noProof="0" smtClean="0"/>
              <a:t>‹nr.›</a:t>
            </a:fld>
            <a:endParaRPr lang="en-GB" noProof="0" dirty="0"/>
          </a:p>
        </p:txBody>
      </p:sp>
      <p:sp>
        <p:nvSpPr>
          <p:cNvPr id="10" name="Content Placeholder 2"/>
          <p:cNvSpPr>
            <a:spLocks noGrp="1"/>
          </p:cNvSpPr>
          <p:nvPr>
            <p:ph idx="13"/>
          </p:nvPr>
        </p:nvSpPr>
        <p:spPr>
          <a:xfrm>
            <a:off x="2331721" y="8981161"/>
            <a:ext cx="13722366" cy="475989"/>
          </a:xfrm>
        </p:spPr>
        <p:txBody>
          <a:bodyPr>
            <a:normAutofit/>
          </a:bodyPr>
          <a:lstStyle>
            <a:lvl1pPr marL="86400" indent="0" defTabSz="457200">
              <a:lnSpc>
                <a:spcPct val="120000"/>
              </a:lnSpc>
              <a:buFont typeface="Wingdings" panose="05000000000000000000" pitchFamily="2" charset="2"/>
              <a:buNone/>
              <a:defRPr sz="1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buFont typeface="Wingdings" panose="05000000000000000000" pitchFamily="2" charset="2"/>
              <a:buChar char="Ø"/>
              <a:defRPr sz="24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p:txBody>
      </p:sp>
      <p:cxnSp>
        <p:nvCxnSpPr>
          <p:cNvPr id="5" name="Straight Connector 4">
            <a:extLst>
              <a:ext uri="{FF2B5EF4-FFF2-40B4-BE49-F238E27FC236}">
                <a16:creationId xmlns:a16="http://schemas.microsoft.com/office/drawing/2014/main" id="{4104DC89-525A-4773-B9DF-6BE1A717F802}"/>
              </a:ext>
            </a:extLst>
          </p:cNvPr>
          <p:cNvCxnSpPr>
            <a:cxnSpLocks/>
          </p:cNvCxnSpPr>
          <p:nvPr userDrawn="1"/>
        </p:nvCxnSpPr>
        <p:spPr>
          <a:xfrm>
            <a:off x="327069" y="1445550"/>
            <a:ext cx="16741731" cy="0"/>
          </a:xfrm>
          <a:prstGeom prst="line">
            <a:avLst/>
          </a:prstGeom>
          <a:ln w="3175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 name="Afbeelding 7">
            <a:extLst>
              <a:ext uri="{FF2B5EF4-FFF2-40B4-BE49-F238E27FC236}">
                <a16:creationId xmlns:a16="http://schemas.microsoft.com/office/drawing/2014/main" id="{9811080D-4FB2-4915-B4B2-1D8BF0E329E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spTree>
    <p:extLst>
      <p:ext uri="{BB962C8B-B14F-4D97-AF65-F5344CB8AC3E}">
        <p14:creationId xmlns:p14="http://schemas.microsoft.com/office/powerpoint/2010/main" val="308157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Tex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1541393E-7C09-4F12-9A9E-C6211FF6E487}"/>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 name="Title 1"/>
          <p:cNvSpPr>
            <a:spLocks noGrp="1"/>
          </p:cNvSpPr>
          <p:nvPr>
            <p:ph type="title"/>
          </p:nvPr>
        </p:nvSpPr>
        <p:spPr>
          <a:xfrm>
            <a:off x="2060295" y="123499"/>
            <a:ext cx="14951312" cy="949564"/>
          </a:xfrm>
        </p:spPr>
        <p:txBody>
          <a:bodyPr/>
          <a:lstStyle>
            <a:lvl1pPr>
              <a:defRPr sz="3600" b="1" u="none" cap="small" baseline="0">
                <a:solidFill>
                  <a:srgbClr val="00206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225469" y="1816273"/>
            <a:ext cx="16960241" cy="3728000"/>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a:xfrm>
            <a:off x="16263830" y="8959510"/>
            <a:ext cx="921880" cy="519289"/>
          </a:xfrm>
        </p:spPr>
        <p:txBody>
          <a:bodyPr/>
          <a:lstStyle/>
          <a:p>
            <a:fld id="{7AE184E0-0BD4-4705-A12B-9B71DDE63301}" type="slidenum">
              <a:rPr lang="en-GB" noProof="0" smtClean="0"/>
              <a:t>‹nr.›</a:t>
            </a:fld>
            <a:endParaRPr lang="en-GB" noProof="0" dirty="0"/>
          </a:p>
        </p:txBody>
      </p:sp>
      <p:cxnSp>
        <p:nvCxnSpPr>
          <p:cNvPr id="5" name="Straight Connector 4">
            <a:extLst>
              <a:ext uri="{FF2B5EF4-FFF2-40B4-BE49-F238E27FC236}">
                <a16:creationId xmlns:a16="http://schemas.microsoft.com/office/drawing/2014/main" id="{4104DC89-525A-4773-B9DF-6BE1A717F802}"/>
              </a:ext>
            </a:extLst>
          </p:cNvPr>
          <p:cNvCxnSpPr/>
          <p:nvPr userDrawn="1"/>
        </p:nvCxnSpPr>
        <p:spPr>
          <a:xfrm>
            <a:off x="225469" y="1445550"/>
            <a:ext cx="16843331" cy="0"/>
          </a:xfrm>
          <a:prstGeom prst="line">
            <a:avLst/>
          </a:prstGeom>
          <a:ln w="3175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4DAFB28A-E25C-4EFF-86F3-CD019B10E7E6}"/>
              </a:ext>
            </a:extLst>
          </p:cNvPr>
          <p:cNvSpPr>
            <a:spLocks noGrp="1"/>
          </p:cNvSpPr>
          <p:nvPr>
            <p:ph idx="14"/>
          </p:nvPr>
        </p:nvSpPr>
        <p:spPr>
          <a:xfrm>
            <a:off x="5984111" y="5790327"/>
            <a:ext cx="11201599" cy="3728000"/>
          </a:xfrm>
        </p:spPr>
        <p:txBody>
          <a:bodyPr>
            <a:normAutofit/>
          </a:bodyPr>
          <a:lstStyle>
            <a:lvl1pPr marL="5364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1170000" indent="-4500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756800" indent="-4500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2329200" indent="-550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962800" indent="-442800" defTabSz="457200">
              <a:lnSpc>
                <a:spcPct val="120000"/>
              </a:lnSpc>
              <a:spcBef>
                <a:spcPts val="300"/>
              </a:spcBef>
              <a:buFont typeface="Wingdings" panose="05000000000000000000" pitchFamily="2" charset="2"/>
              <a:buChar char="Ø"/>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pic>
        <p:nvPicPr>
          <p:cNvPr id="9" name="Afbeelding 8">
            <a:extLst>
              <a:ext uri="{FF2B5EF4-FFF2-40B4-BE49-F238E27FC236}">
                <a16:creationId xmlns:a16="http://schemas.microsoft.com/office/drawing/2014/main" id="{17DEC767-42CA-4CD2-93FA-ED79D87A32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pic>
        <p:nvPicPr>
          <p:cNvPr id="12" name="Logo Large EN">
            <a:extLst>
              <a:ext uri="{FF2B5EF4-FFF2-40B4-BE49-F238E27FC236}">
                <a16:creationId xmlns:a16="http://schemas.microsoft.com/office/drawing/2014/main" id="{5277E93A-7FD9-4EF3-905C-6DF250A268F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Tree>
    <p:extLst>
      <p:ext uri="{BB962C8B-B14F-4D97-AF65-F5344CB8AC3E}">
        <p14:creationId xmlns:p14="http://schemas.microsoft.com/office/powerpoint/2010/main" val="4014758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ext and Photo">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7FFFB7AB-BA76-46AF-8C93-349C899E640D}"/>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4" name="Logo Large EN">
            <a:extLst>
              <a:ext uri="{FF2B5EF4-FFF2-40B4-BE49-F238E27FC236}">
                <a16:creationId xmlns:a16="http://schemas.microsoft.com/office/drawing/2014/main" id="{493A8D34-0286-4693-9124-6D5814F04F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a:xfrm>
            <a:off x="1866900" y="136025"/>
            <a:ext cx="15323820" cy="1062772"/>
          </a:xfrm>
        </p:spPr>
        <p:txBody>
          <a:bodyPr/>
          <a:lstStyle>
            <a:lvl1pPr>
              <a:defRPr sz="3400" b="1" u="none">
                <a:solidFill>
                  <a:schemeClr val="accent1">
                    <a:lumMod val="75000"/>
                  </a:schemeClr>
                </a:solidFill>
                <a:latin typeface="Verdana" panose="020B0604030504040204" pitchFamily="34" charset="0"/>
                <a:ea typeface="Verdana" panose="020B0604030504040204" pitchFamily="34" charset="0"/>
              </a:defRPr>
            </a:lvl1pPr>
          </a:lstStyle>
          <a:p>
            <a:r>
              <a:rPr lang="en-US" noProof="0" dirty="0"/>
              <a:t>Click to edit Master title style</a:t>
            </a:r>
            <a:endParaRPr lang="en-GB" noProof="0" dirty="0"/>
          </a:p>
        </p:txBody>
      </p:sp>
      <p:sp>
        <p:nvSpPr>
          <p:cNvPr id="4" name="Date Placeholder 3"/>
          <p:cNvSpPr>
            <a:spLocks noGrp="1"/>
          </p:cNvSpPr>
          <p:nvPr>
            <p:ph type="dt" sz="half" idx="10"/>
          </p:nvPr>
        </p:nvSpPr>
        <p:spPr/>
        <p:txBody>
          <a:bodyPr/>
          <a:lstStyle/>
          <a:p>
            <a:fld id="{B86ADBF0-A618-4E69-83BB-0C41E08702AA}" type="datetime1">
              <a:rPr lang="en-GB" noProof="0" smtClean="0"/>
              <a:t>21/11/2024</a:t>
            </a:fld>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8" name="Picture Placeholder 7"/>
          <p:cNvSpPr>
            <a:spLocks noGrp="1"/>
          </p:cNvSpPr>
          <p:nvPr>
            <p:ph type="pic" sz="quarter" idx="13" hasCustomPrompt="1"/>
          </p:nvPr>
        </p:nvSpPr>
        <p:spPr>
          <a:xfrm>
            <a:off x="10618004" y="1741118"/>
            <a:ext cx="6300000" cy="6450904"/>
          </a:xfrm>
        </p:spPr>
        <p:txBody>
          <a:bodyPr/>
          <a:lstStyle>
            <a:lvl1pPr>
              <a:defRPr>
                <a:solidFill>
                  <a:schemeClr val="bg1">
                    <a:lumMod val="50000"/>
                  </a:schemeClr>
                </a:solidFill>
              </a:defRPr>
            </a:lvl1pPr>
          </a:lstStyle>
          <a:p>
            <a:r>
              <a:rPr lang="en-GB" noProof="0" dirty="0"/>
              <a:t>Photo</a:t>
            </a:r>
          </a:p>
        </p:txBody>
      </p:sp>
      <p:sp>
        <p:nvSpPr>
          <p:cNvPr id="9"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
        <p:nvSpPr>
          <p:cNvPr id="12" name="Content Placeholder 2"/>
          <p:cNvSpPr>
            <a:spLocks noGrp="1"/>
          </p:cNvSpPr>
          <p:nvPr>
            <p:ph idx="1"/>
          </p:nvPr>
        </p:nvSpPr>
        <p:spPr>
          <a:xfrm>
            <a:off x="384888" y="1791222"/>
            <a:ext cx="9498148" cy="6412292"/>
          </a:xfrm>
        </p:spPr>
        <p:txBody>
          <a:bodyPr>
            <a:normAutofit/>
          </a:bodyPr>
          <a:lstStyle>
            <a:lvl1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defTabSz="457200">
              <a:lnSpc>
                <a:spcPct val="120000"/>
              </a:lnSpc>
              <a:defRPr sz="2800">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cxnSp>
        <p:nvCxnSpPr>
          <p:cNvPr id="11" name="Straight Connector 10">
            <a:extLst>
              <a:ext uri="{FF2B5EF4-FFF2-40B4-BE49-F238E27FC236}">
                <a16:creationId xmlns:a16="http://schemas.microsoft.com/office/drawing/2014/main" id="{5C7E4AD1-092F-4246-B8DF-50863AA501DE}"/>
              </a:ext>
            </a:extLst>
          </p:cNvPr>
          <p:cNvCxnSpPr/>
          <p:nvPr userDrawn="1"/>
        </p:nvCxnSpPr>
        <p:spPr>
          <a:xfrm>
            <a:off x="225469" y="1422400"/>
            <a:ext cx="16843331" cy="0"/>
          </a:xfrm>
          <a:prstGeom prst="line">
            <a:avLst/>
          </a:prstGeom>
          <a:ln w="3175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 name="Afbeelding 9">
            <a:extLst>
              <a:ext uri="{FF2B5EF4-FFF2-40B4-BE49-F238E27FC236}">
                <a16:creationId xmlns:a16="http://schemas.microsoft.com/office/drawing/2014/main" id="{067956E7-09EC-49DF-8978-D863564898A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38" y="-713705"/>
            <a:ext cx="2017657" cy="2848634"/>
          </a:xfrm>
          <a:prstGeom prst="rect">
            <a:avLst/>
          </a:prstGeom>
        </p:spPr>
      </p:pic>
    </p:spTree>
    <p:extLst>
      <p:ext uri="{BB962C8B-B14F-4D97-AF65-F5344CB8AC3E}">
        <p14:creationId xmlns:p14="http://schemas.microsoft.com/office/powerpoint/2010/main" val="1314887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Photo">
    <p:spTree>
      <p:nvGrpSpPr>
        <p:cNvPr id="1" name=""/>
        <p:cNvGrpSpPr/>
        <p:nvPr/>
      </p:nvGrpSpPr>
      <p:grpSpPr>
        <a:xfrm>
          <a:off x="0" y="0"/>
          <a:ext cx="0" cy="0"/>
          <a:chOff x="0" y="0"/>
          <a:chExt cx="0" cy="0"/>
        </a:xfrm>
      </p:grpSpPr>
      <p:sp>
        <p:nvSpPr>
          <p:cNvPr id="8" name="Rechthoek 7">
            <a:extLst>
              <a:ext uri="{FF2B5EF4-FFF2-40B4-BE49-F238E27FC236}">
                <a16:creationId xmlns:a16="http://schemas.microsoft.com/office/drawing/2014/main" id="{C3CC51D8-D8AC-457C-9F02-366E63E6A03C}"/>
              </a:ext>
            </a:extLst>
          </p:cNvPr>
          <p:cNvSpPr/>
          <p:nvPr userDrawn="1"/>
        </p:nvSpPr>
        <p:spPr>
          <a:xfrm>
            <a:off x="712340" y="8068235"/>
            <a:ext cx="1708131" cy="1411941"/>
          </a:xfrm>
          <a:prstGeom prst="rect">
            <a:avLst/>
          </a:prstGeom>
          <a:solidFill>
            <a:schemeClr val="bg1"/>
          </a:solid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9" name="Logo Large EN">
            <a:extLst>
              <a:ext uri="{FF2B5EF4-FFF2-40B4-BE49-F238E27FC236}">
                <a16:creationId xmlns:a16="http://schemas.microsoft.com/office/drawing/2014/main" id="{5641CB9D-E30E-4DBA-83E7-A4B3DBE607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819" y="8863728"/>
            <a:ext cx="817818" cy="710852"/>
          </a:xfrm>
          <a:prstGeom prst="rect">
            <a:avLst/>
          </a:prstGeom>
        </p:spPr>
      </p:pic>
      <p:sp>
        <p:nvSpPr>
          <p:cNvPr id="2" name="Title 1"/>
          <p:cNvSpPr>
            <a:spLocks noGrp="1"/>
          </p:cNvSpPr>
          <p:nvPr>
            <p:ph type="title"/>
          </p:nvPr>
        </p:nvSpPr>
        <p:spPr/>
        <p:txBody>
          <a:bodyPr/>
          <a:lstStyle/>
          <a:p>
            <a:r>
              <a:rPr lang="en-US" noProof="0"/>
              <a:t>Click to edit Master title style</a:t>
            </a:r>
            <a:endParaRPr lang="en-GB" noProof="0" dirty="0"/>
          </a:p>
        </p:txBody>
      </p:sp>
      <p:sp>
        <p:nvSpPr>
          <p:cNvPr id="3" name="Date Placeholder 2"/>
          <p:cNvSpPr>
            <a:spLocks noGrp="1"/>
          </p:cNvSpPr>
          <p:nvPr>
            <p:ph type="dt" sz="half" idx="10"/>
          </p:nvPr>
        </p:nvSpPr>
        <p:spPr/>
        <p:txBody>
          <a:bodyPr/>
          <a:lstStyle/>
          <a:p>
            <a:fld id="{F2443E58-CDC3-4782-B82C-4D381C795B98}" type="datetime1">
              <a:rPr lang="en-GB" noProof="0" smtClean="0"/>
              <a:t>21/11/2024</a:t>
            </a:fld>
            <a:endParaRPr lang="en-GB" noProof="0" dirty="0"/>
          </a:p>
        </p:txBody>
      </p:sp>
      <p:sp>
        <p:nvSpPr>
          <p:cNvPr id="4" name="Footer Placeholder 3"/>
          <p:cNvSpPr>
            <a:spLocks noGrp="1"/>
          </p:cNvSpPr>
          <p:nvPr>
            <p:ph type="ftr" sz="quarter" idx="11"/>
          </p:nvPr>
        </p:nvSpPr>
        <p:spPr/>
        <p:txBody>
          <a:bodyPr/>
          <a:lstStyle/>
          <a:p>
            <a:endParaRPr lang="en-GB" noProof="0" dirty="0"/>
          </a:p>
        </p:txBody>
      </p:sp>
      <p:sp>
        <p:nvSpPr>
          <p:cNvPr id="5" name="Slide Number Placeholder 4"/>
          <p:cNvSpPr>
            <a:spLocks noGrp="1"/>
          </p:cNvSpPr>
          <p:nvPr>
            <p:ph type="sldNum" sz="quarter" idx="12"/>
          </p:nvPr>
        </p:nvSpPr>
        <p:spPr/>
        <p:txBody>
          <a:bodyPr/>
          <a:lstStyle/>
          <a:p>
            <a:fld id="{7AE184E0-0BD4-4705-A12B-9B71DDE63301}" type="slidenum">
              <a:rPr lang="en-GB" noProof="0" smtClean="0"/>
              <a:t>‹nr.›</a:t>
            </a:fld>
            <a:endParaRPr lang="en-GB" noProof="0" dirty="0"/>
          </a:p>
        </p:txBody>
      </p:sp>
      <p:sp>
        <p:nvSpPr>
          <p:cNvPr id="7" name="Picture Placeholder 6"/>
          <p:cNvSpPr>
            <a:spLocks noGrp="1"/>
          </p:cNvSpPr>
          <p:nvPr>
            <p:ph type="pic" sz="quarter" idx="13" hasCustomPrompt="1"/>
          </p:nvPr>
        </p:nvSpPr>
        <p:spPr>
          <a:xfrm>
            <a:off x="952038" y="1371600"/>
            <a:ext cx="15480000" cy="6501600"/>
          </a:xfrm>
        </p:spPr>
        <p:txBody>
          <a:bodyPr/>
          <a:lstStyle>
            <a:lvl1pPr>
              <a:defRPr>
                <a:solidFill>
                  <a:schemeClr val="bg1">
                    <a:lumMod val="50000"/>
                  </a:schemeClr>
                </a:solidFill>
              </a:defRPr>
            </a:lvl1pPr>
          </a:lstStyle>
          <a:p>
            <a:r>
              <a:rPr lang="en-GB" noProof="0" dirty="0"/>
              <a:t>Photo</a:t>
            </a:r>
          </a:p>
        </p:txBody>
      </p:sp>
    </p:spTree>
    <p:extLst>
      <p:ext uri="{BB962C8B-B14F-4D97-AF65-F5344CB8AC3E}">
        <p14:creationId xmlns:p14="http://schemas.microsoft.com/office/powerpoint/2010/main" val="374516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hoto Only">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3465D1-804F-429B-83CD-3EFA8410E123}" type="datetime1">
              <a:rPr lang="en-GB" smtClean="0"/>
              <a:t>21/11/2024</a:t>
            </a:fld>
            <a:endParaRPr lang="en-GB"/>
          </a:p>
        </p:txBody>
      </p:sp>
      <p:sp>
        <p:nvSpPr>
          <p:cNvPr id="3" name="Footer Placeholder 2"/>
          <p:cNvSpPr>
            <a:spLocks noGrp="1"/>
          </p:cNvSpPr>
          <p:nvPr>
            <p:ph type="ftr" sz="quarter" idx="11"/>
          </p:nvPr>
        </p:nvSpPr>
        <p:spPr/>
        <p:txBody>
          <a:bodyPr/>
          <a:lstStyle/>
          <a:p>
            <a:endParaRPr lang="en-GB"/>
          </a:p>
        </p:txBody>
      </p:sp>
      <p:sp>
        <p:nvSpPr>
          <p:cNvPr id="7" name="Covering Background"/>
          <p:cNvSpPr/>
          <p:nvPr userDrawn="1"/>
        </p:nvSpPr>
        <p:spPr>
          <a:xfrm>
            <a:off x="-1" y="0"/>
            <a:ext cx="17337600" cy="9753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p:cNvSpPr>
            <a:spLocks noGrp="1"/>
          </p:cNvSpPr>
          <p:nvPr>
            <p:ph type="pic" sz="quarter" idx="12" hasCustomPrompt="1"/>
          </p:nvPr>
        </p:nvSpPr>
        <p:spPr>
          <a:xfrm>
            <a:off x="-1" y="0"/>
            <a:ext cx="17337600" cy="9753600"/>
          </a:xfrm>
        </p:spPr>
        <p:txBody>
          <a:bodyPr/>
          <a:lstStyle>
            <a:lvl1pPr>
              <a:defRPr>
                <a:solidFill>
                  <a:schemeClr val="bg1">
                    <a:lumMod val="50000"/>
                  </a:schemeClr>
                </a:solidFill>
              </a:defRPr>
            </a:lvl1pPr>
          </a:lstStyle>
          <a:p>
            <a:r>
              <a:rPr lang="en-GB" noProof="0" dirty="0"/>
              <a:t>Photo</a:t>
            </a:r>
          </a:p>
        </p:txBody>
      </p:sp>
    </p:spTree>
    <p:extLst>
      <p:ext uri="{BB962C8B-B14F-4D97-AF65-F5344CB8AC3E}">
        <p14:creationId xmlns:p14="http://schemas.microsoft.com/office/powerpoint/2010/main" val="2949418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Rectangle 6"/>
          <p:cNvSpPr/>
          <p:nvPr userDrawn="1"/>
        </p:nvSpPr>
        <p:spPr>
          <a:xfrm>
            <a:off x="914400" y="1393200"/>
            <a:ext cx="16424275" cy="65052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p:cNvSpPr>
            <a:spLocks noGrp="1"/>
          </p:cNvSpPr>
          <p:nvPr>
            <p:ph type="ctrTitle" hasCustomPrompt="1"/>
          </p:nvPr>
        </p:nvSpPr>
        <p:spPr bwMode="white">
          <a:xfrm>
            <a:off x="1291074" y="1743240"/>
            <a:ext cx="15183366" cy="5769600"/>
          </a:xfrm>
        </p:spPr>
        <p:txBody>
          <a:bodyPr anchor="t" anchorCtr="0">
            <a:noAutofit/>
          </a:bodyPr>
          <a:lstStyle>
            <a:lvl1pPr algn="l">
              <a:lnSpc>
                <a:spcPts val="3500"/>
              </a:lnSpc>
              <a:defRPr sz="2500" u="none" cap="none" baseline="0">
                <a:solidFill>
                  <a:schemeClr val="bg1"/>
                </a:solidFill>
                <a:uFill>
                  <a:solidFill>
                    <a:schemeClr val="bg1"/>
                  </a:solidFill>
                </a:uFill>
                <a:latin typeface="+mn-lt"/>
              </a:defRPr>
            </a:lvl1pPr>
          </a:lstStyle>
          <a:p>
            <a:r>
              <a:rPr lang="en-GB" noProof="0" dirty="0"/>
              <a:t>Click to add presenters contact data</a:t>
            </a:r>
          </a:p>
        </p:txBody>
      </p:sp>
      <p:sp>
        <p:nvSpPr>
          <p:cNvPr id="8" name="Titles positoning box" hidden="1"/>
          <p:cNvSpPr/>
          <p:nvPr userDrawn="1"/>
        </p:nvSpPr>
        <p:spPr>
          <a:xfrm>
            <a:off x="1371600" y="1828800"/>
            <a:ext cx="15012000" cy="59997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ijdelijke aanduiding voor tekst 4"/>
          <p:cNvSpPr>
            <a:spLocks noGrp="1"/>
          </p:cNvSpPr>
          <p:nvPr>
            <p:ph type="body" sz="quarter" idx="10" hasCustomPrompt="1"/>
          </p:nvPr>
        </p:nvSpPr>
        <p:spPr bwMode="white">
          <a:xfrm>
            <a:off x="9215999" y="3095999"/>
            <a:ext cx="7257600" cy="1717969"/>
          </a:xfrm>
        </p:spPr>
        <p:txBody>
          <a:bodyPr>
            <a:normAutofit/>
          </a:bodyPr>
          <a:lstStyle>
            <a:lvl1pPr>
              <a:lnSpc>
                <a:spcPts val="3500"/>
              </a:lnSpc>
              <a:defRPr sz="2400">
                <a:solidFill>
                  <a:schemeClr val="bg1"/>
                </a:solidFill>
              </a:defRPr>
            </a:lvl1pPr>
          </a:lstStyle>
          <a:p>
            <a:pPr lvl="0"/>
            <a:r>
              <a:rPr lang="en-GB" noProof="0" dirty="0"/>
              <a:t>Click to add social media names</a:t>
            </a:r>
            <a:endParaRPr lang="nl-NL" dirty="0"/>
          </a:p>
        </p:txBody>
      </p:sp>
      <p:pic>
        <p:nvPicPr>
          <p:cNvPr id="16" name="Afbeelding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4400" y="0"/>
            <a:ext cx="3714979" cy="1393200"/>
          </a:xfrm>
          <a:prstGeom prst="rect">
            <a:avLst/>
          </a:prstGeom>
        </p:spPr>
      </p:pic>
    </p:spTree>
    <p:extLst>
      <p:ext uri="{BB962C8B-B14F-4D97-AF65-F5344CB8AC3E}">
        <p14:creationId xmlns:p14="http://schemas.microsoft.com/office/powerpoint/2010/main" val="31037857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1300401" y="1596250"/>
            <a:ext cx="14737874" cy="3395698"/>
          </a:xfrm>
        </p:spPr>
        <p:txBody>
          <a:bodyPr anchor="b"/>
          <a:lstStyle>
            <a:lvl1pPr algn="ctr">
              <a:defRPr sz="8534"/>
            </a:lvl1pPr>
          </a:lstStyle>
          <a:p>
            <a:r>
              <a:rPr lang="nl-NL"/>
              <a:t>Klik om stijl te bewerken</a:t>
            </a:r>
            <a:endParaRPr lang="en-US" dirty="0"/>
          </a:p>
        </p:txBody>
      </p:sp>
      <p:sp>
        <p:nvSpPr>
          <p:cNvPr id="3" name="Subtitle 2"/>
          <p:cNvSpPr>
            <a:spLocks noGrp="1"/>
          </p:cNvSpPr>
          <p:nvPr>
            <p:ph type="subTitle" idx="1"/>
          </p:nvPr>
        </p:nvSpPr>
        <p:spPr>
          <a:xfrm>
            <a:off x="2167335" y="5122899"/>
            <a:ext cx="13004007" cy="2354862"/>
          </a:xfrm>
        </p:spPr>
        <p:txBody>
          <a:bodyPr/>
          <a:lstStyle>
            <a:lvl1pPr marL="0" indent="0" algn="ctr">
              <a:buNone/>
              <a:defRPr sz="3414"/>
            </a:lvl1pPr>
            <a:lvl2pPr marL="650257" indent="0" algn="ctr">
              <a:buNone/>
              <a:defRPr sz="2845"/>
            </a:lvl2pPr>
            <a:lvl3pPr marL="1300513" indent="0" algn="ctr">
              <a:buNone/>
              <a:defRPr sz="2560"/>
            </a:lvl3pPr>
            <a:lvl4pPr marL="1950770" indent="0" algn="ctr">
              <a:buNone/>
              <a:defRPr sz="2276"/>
            </a:lvl4pPr>
            <a:lvl5pPr marL="2601025" indent="0" algn="ctr">
              <a:buNone/>
              <a:defRPr sz="2276"/>
            </a:lvl5pPr>
            <a:lvl6pPr marL="3251282" indent="0" algn="ctr">
              <a:buNone/>
              <a:defRPr sz="2276"/>
            </a:lvl6pPr>
            <a:lvl7pPr marL="3901538" indent="0" algn="ctr">
              <a:buNone/>
              <a:defRPr sz="2276"/>
            </a:lvl7pPr>
            <a:lvl8pPr marL="4551795" indent="0" algn="ctr">
              <a:buNone/>
              <a:defRPr sz="2276"/>
            </a:lvl8pPr>
            <a:lvl9pPr marL="5202051" indent="0" algn="ctr">
              <a:buNone/>
              <a:defRPr sz="2276"/>
            </a:lvl9pPr>
          </a:lstStyle>
          <a:p>
            <a:r>
              <a:rPr lang="nl-NL"/>
              <a:t>Klikken om de ondertitelstijl van het model te bewerken</a:t>
            </a:r>
            <a:endParaRPr lang="en-US" dirty="0"/>
          </a:p>
        </p:txBody>
      </p:sp>
      <p:sp>
        <p:nvSpPr>
          <p:cNvPr id="4" name="Date Placeholder 3"/>
          <p:cNvSpPr>
            <a:spLocks noGrp="1"/>
          </p:cNvSpPr>
          <p:nvPr>
            <p:ph type="dt" sz="half" idx="10"/>
          </p:nvPr>
        </p:nvSpPr>
        <p:spPr/>
        <p:txBody>
          <a:bodyPr/>
          <a:lstStyle/>
          <a:p>
            <a:fld id="{64BCFFAE-86B7-4750-8309-6C47713AD784}" type="datetimeFigureOut">
              <a:rPr lang="nl-BE" smtClean="0"/>
              <a:t>21/11/2024</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1624002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64BCFFAE-86B7-4750-8309-6C47713AD784}" type="datetimeFigureOut">
              <a:rPr lang="nl-BE" smtClean="0"/>
              <a:t>21/11/2024</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2883651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1183004" y="2431630"/>
            <a:ext cx="14954608" cy="4057226"/>
          </a:xfrm>
        </p:spPr>
        <p:txBody>
          <a:bodyPr anchor="b"/>
          <a:lstStyle>
            <a:lvl1pPr>
              <a:defRPr sz="8534"/>
            </a:lvl1pPr>
          </a:lstStyle>
          <a:p>
            <a:r>
              <a:rPr lang="nl-NL"/>
              <a:t>Klik om stijl te bewerken</a:t>
            </a:r>
            <a:endParaRPr lang="en-US" dirty="0"/>
          </a:p>
        </p:txBody>
      </p:sp>
      <p:sp>
        <p:nvSpPr>
          <p:cNvPr id="3" name="Text Placeholder 2"/>
          <p:cNvSpPr>
            <a:spLocks noGrp="1"/>
          </p:cNvSpPr>
          <p:nvPr>
            <p:ph type="body" idx="1"/>
          </p:nvPr>
        </p:nvSpPr>
        <p:spPr>
          <a:xfrm>
            <a:off x="1183004" y="6527239"/>
            <a:ext cx="14954608" cy="2133599"/>
          </a:xfrm>
        </p:spPr>
        <p:txBody>
          <a:bodyPr/>
          <a:lstStyle>
            <a:lvl1pPr marL="0" indent="0">
              <a:buNone/>
              <a:defRPr sz="3414">
                <a:solidFill>
                  <a:schemeClr val="tx1"/>
                </a:solidFill>
              </a:defRPr>
            </a:lvl1pPr>
            <a:lvl2pPr marL="650257" indent="0">
              <a:buNone/>
              <a:defRPr sz="2845">
                <a:solidFill>
                  <a:schemeClr val="tx1">
                    <a:tint val="75000"/>
                  </a:schemeClr>
                </a:solidFill>
              </a:defRPr>
            </a:lvl2pPr>
            <a:lvl3pPr marL="1300513" indent="0">
              <a:buNone/>
              <a:defRPr sz="2560">
                <a:solidFill>
                  <a:schemeClr val="tx1">
                    <a:tint val="75000"/>
                  </a:schemeClr>
                </a:solidFill>
              </a:defRPr>
            </a:lvl3pPr>
            <a:lvl4pPr marL="1950770" indent="0">
              <a:buNone/>
              <a:defRPr sz="2276">
                <a:solidFill>
                  <a:schemeClr val="tx1">
                    <a:tint val="75000"/>
                  </a:schemeClr>
                </a:solidFill>
              </a:defRPr>
            </a:lvl4pPr>
            <a:lvl5pPr marL="2601025" indent="0">
              <a:buNone/>
              <a:defRPr sz="2276">
                <a:solidFill>
                  <a:schemeClr val="tx1">
                    <a:tint val="75000"/>
                  </a:schemeClr>
                </a:solidFill>
              </a:defRPr>
            </a:lvl5pPr>
            <a:lvl6pPr marL="3251282" indent="0">
              <a:buNone/>
              <a:defRPr sz="2276">
                <a:solidFill>
                  <a:schemeClr val="tx1">
                    <a:tint val="75000"/>
                  </a:schemeClr>
                </a:solidFill>
              </a:defRPr>
            </a:lvl6pPr>
            <a:lvl7pPr marL="3901538" indent="0">
              <a:buNone/>
              <a:defRPr sz="2276">
                <a:solidFill>
                  <a:schemeClr val="tx1">
                    <a:tint val="75000"/>
                  </a:schemeClr>
                </a:solidFill>
              </a:defRPr>
            </a:lvl7pPr>
            <a:lvl8pPr marL="4551795" indent="0">
              <a:buNone/>
              <a:defRPr sz="2276">
                <a:solidFill>
                  <a:schemeClr val="tx1">
                    <a:tint val="75000"/>
                  </a:schemeClr>
                </a:solidFill>
              </a:defRPr>
            </a:lvl8pPr>
            <a:lvl9pPr marL="5202051" indent="0">
              <a:buNone/>
              <a:defRPr sz="2276">
                <a:solidFill>
                  <a:schemeClr val="tx1">
                    <a:tint val="75000"/>
                  </a:schemeClr>
                </a:solidFill>
              </a:defRPr>
            </a:lvl9pPr>
          </a:lstStyle>
          <a:p>
            <a:pPr lvl="0"/>
            <a:r>
              <a:rPr lang="nl-NL"/>
              <a:t>Tekststijl van het model bewerken</a:t>
            </a:r>
          </a:p>
        </p:txBody>
      </p:sp>
      <p:sp>
        <p:nvSpPr>
          <p:cNvPr id="4" name="Date Placeholder 3"/>
          <p:cNvSpPr>
            <a:spLocks noGrp="1"/>
          </p:cNvSpPr>
          <p:nvPr>
            <p:ph type="dt" sz="half" idx="10"/>
          </p:nvPr>
        </p:nvSpPr>
        <p:spPr/>
        <p:txBody>
          <a:bodyPr/>
          <a:lstStyle/>
          <a:p>
            <a:fld id="{64BCFFAE-86B7-4750-8309-6C47713AD784}" type="datetimeFigureOut">
              <a:rPr lang="nl-BE" smtClean="0"/>
              <a:t>21/11/2024</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205316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1192034" y="2596445"/>
            <a:ext cx="7368937" cy="6188570"/>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8777705" y="2596445"/>
            <a:ext cx="7368937" cy="6188570"/>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fld id="{64BCFFAE-86B7-4750-8309-6C47713AD784}" type="datetimeFigureOut">
              <a:rPr lang="nl-BE" smtClean="0"/>
              <a:t>21/11/2024</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3172651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1194292" y="519291"/>
            <a:ext cx="14954608" cy="1885245"/>
          </a:xfrm>
        </p:spPr>
        <p:txBody>
          <a:bodyPr/>
          <a:lstStyle/>
          <a:p>
            <a:r>
              <a:rPr lang="nl-NL"/>
              <a:t>Klik om stijl te bewerken</a:t>
            </a:r>
            <a:endParaRPr lang="en-US" dirty="0"/>
          </a:p>
        </p:txBody>
      </p:sp>
      <p:sp>
        <p:nvSpPr>
          <p:cNvPr id="3" name="Text Placeholder 2"/>
          <p:cNvSpPr>
            <a:spLocks noGrp="1"/>
          </p:cNvSpPr>
          <p:nvPr>
            <p:ph type="body" idx="1"/>
          </p:nvPr>
        </p:nvSpPr>
        <p:spPr>
          <a:xfrm>
            <a:off x="1194294" y="2390988"/>
            <a:ext cx="7335071" cy="1171786"/>
          </a:xfrm>
        </p:spPr>
        <p:txBody>
          <a:bodyPr anchor="b"/>
          <a:lstStyle>
            <a:lvl1pPr marL="0" indent="0">
              <a:buNone/>
              <a:defRPr sz="3414" b="1"/>
            </a:lvl1pPr>
            <a:lvl2pPr marL="650257" indent="0">
              <a:buNone/>
              <a:defRPr sz="2845" b="1"/>
            </a:lvl2pPr>
            <a:lvl3pPr marL="1300513" indent="0">
              <a:buNone/>
              <a:defRPr sz="2560" b="1"/>
            </a:lvl3pPr>
            <a:lvl4pPr marL="1950770" indent="0">
              <a:buNone/>
              <a:defRPr sz="2276" b="1"/>
            </a:lvl4pPr>
            <a:lvl5pPr marL="2601025" indent="0">
              <a:buNone/>
              <a:defRPr sz="2276" b="1"/>
            </a:lvl5pPr>
            <a:lvl6pPr marL="3251282" indent="0">
              <a:buNone/>
              <a:defRPr sz="2276" b="1"/>
            </a:lvl6pPr>
            <a:lvl7pPr marL="3901538" indent="0">
              <a:buNone/>
              <a:defRPr sz="2276" b="1"/>
            </a:lvl7pPr>
            <a:lvl8pPr marL="4551795" indent="0">
              <a:buNone/>
              <a:defRPr sz="2276" b="1"/>
            </a:lvl8pPr>
            <a:lvl9pPr marL="5202051" indent="0">
              <a:buNone/>
              <a:defRPr sz="2276" b="1"/>
            </a:lvl9pPr>
          </a:lstStyle>
          <a:p>
            <a:pPr lvl="0"/>
            <a:r>
              <a:rPr lang="nl-NL"/>
              <a:t>Tekststijl van het model bewerken</a:t>
            </a:r>
          </a:p>
        </p:txBody>
      </p:sp>
      <p:sp>
        <p:nvSpPr>
          <p:cNvPr id="4" name="Content Placeholder 3"/>
          <p:cNvSpPr>
            <a:spLocks noGrp="1"/>
          </p:cNvSpPr>
          <p:nvPr>
            <p:ph sz="half" idx="2"/>
          </p:nvPr>
        </p:nvSpPr>
        <p:spPr>
          <a:xfrm>
            <a:off x="1194294" y="3562774"/>
            <a:ext cx="7335071" cy="5240303"/>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8777706" y="2390988"/>
            <a:ext cx="7371195" cy="1171786"/>
          </a:xfrm>
        </p:spPr>
        <p:txBody>
          <a:bodyPr anchor="b"/>
          <a:lstStyle>
            <a:lvl1pPr marL="0" indent="0">
              <a:buNone/>
              <a:defRPr sz="3414" b="1"/>
            </a:lvl1pPr>
            <a:lvl2pPr marL="650257" indent="0">
              <a:buNone/>
              <a:defRPr sz="2845" b="1"/>
            </a:lvl2pPr>
            <a:lvl3pPr marL="1300513" indent="0">
              <a:buNone/>
              <a:defRPr sz="2560" b="1"/>
            </a:lvl3pPr>
            <a:lvl4pPr marL="1950770" indent="0">
              <a:buNone/>
              <a:defRPr sz="2276" b="1"/>
            </a:lvl4pPr>
            <a:lvl5pPr marL="2601025" indent="0">
              <a:buNone/>
              <a:defRPr sz="2276" b="1"/>
            </a:lvl5pPr>
            <a:lvl6pPr marL="3251282" indent="0">
              <a:buNone/>
              <a:defRPr sz="2276" b="1"/>
            </a:lvl6pPr>
            <a:lvl7pPr marL="3901538" indent="0">
              <a:buNone/>
              <a:defRPr sz="2276" b="1"/>
            </a:lvl7pPr>
            <a:lvl8pPr marL="4551795" indent="0">
              <a:buNone/>
              <a:defRPr sz="2276" b="1"/>
            </a:lvl8pPr>
            <a:lvl9pPr marL="5202051" indent="0">
              <a:buNone/>
              <a:defRPr sz="2276" b="1"/>
            </a:lvl9pPr>
          </a:lstStyle>
          <a:p>
            <a:pPr lvl="0"/>
            <a:r>
              <a:rPr lang="nl-NL"/>
              <a:t>Tekststijl van het model bewerken</a:t>
            </a:r>
          </a:p>
        </p:txBody>
      </p:sp>
      <p:sp>
        <p:nvSpPr>
          <p:cNvPr id="6" name="Content Placeholder 5"/>
          <p:cNvSpPr>
            <a:spLocks noGrp="1"/>
          </p:cNvSpPr>
          <p:nvPr>
            <p:ph sz="quarter" idx="4"/>
          </p:nvPr>
        </p:nvSpPr>
        <p:spPr>
          <a:xfrm>
            <a:off x="8777706" y="3562774"/>
            <a:ext cx="7371195" cy="5240303"/>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6"/>
          <p:cNvSpPr>
            <a:spLocks noGrp="1"/>
          </p:cNvSpPr>
          <p:nvPr>
            <p:ph type="dt" sz="half" idx="10"/>
          </p:nvPr>
        </p:nvSpPr>
        <p:spPr/>
        <p:txBody>
          <a:bodyPr/>
          <a:lstStyle/>
          <a:p>
            <a:fld id="{64BCFFAE-86B7-4750-8309-6C47713AD784}" type="datetimeFigureOut">
              <a:rPr lang="nl-BE" smtClean="0"/>
              <a:t>21/11/2024</a:t>
            </a:fld>
            <a:endParaRPr lang="nl-BE"/>
          </a:p>
        </p:txBody>
      </p:sp>
      <p:sp>
        <p:nvSpPr>
          <p:cNvPr id="8" name="Footer Placeholder 7"/>
          <p:cNvSpPr>
            <a:spLocks noGrp="1"/>
          </p:cNvSpPr>
          <p:nvPr>
            <p:ph type="ftr" sz="quarter" idx="11"/>
          </p:nvPr>
        </p:nvSpPr>
        <p:spPr/>
        <p:txBody>
          <a:bodyPr/>
          <a:lstStyle/>
          <a:p>
            <a:endParaRPr lang="nl-BE"/>
          </a:p>
        </p:txBody>
      </p:sp>
      <p:sp>
        <p:nvSpPr>
          <p:cNvPr id="9" name="Slide Number Placeholder 8"/>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3928719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fld id="{64BCFFAE-86B7-4750-8309-6C47713AD784}" type="datetimeFigureOut">
              <a:rPr lang="nl-BE" smtClean="0"/>
              <a:t>21/11/2024</a:t>
            </a:fld>
            <a:endParaRPr lang="nl-BE"/>
          </a:p>
        </p:txBody>
      </p:sp>
      <p:sp>
        <p:nvSpPr>
          <p:cNvPr id="4" name="Footer Placeholder 3"/>
          <p:cNvSpPr>
            <a:spLocks noGrp="1"/>
          </p:cNvSpPr>
          <p:nvPr>
            <p:ph type="ftr" sz="quarter" idx="11"/>
          </p:nvPr>
        </p:nvSpPr>
        <p:spPr/>
        <p:txBody>
          <a:bodyPr/>
          <a:lstStyle/>
          <a:p>
            <a:endParaRPr lang="nl-BE"/>
          </a:p>
        </p:txBody>
      </p:sp>
      <p:sp>
        <p:nvSpPr>
          <p:cNvPr id="5" name="Slide Number Placeholder 4"/>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18192505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BCFFAE-86B7-4750-8309-6C47713AD784}" type="datetimeFigureOut">
              <a:rPr lang="nl-BE" smtClean="0"/>
              <a:t>21/11/2024</a:t>
            </a:fld>
            <a:endParaRPr lang="nl-BE"/>
          </a:p>
        </p:txBody>
      </p:sp>
      <p:sp>
        <p:nvSpPr>
          <p:cNvPr id="3" name="Footer Placeholder 2"/>
          <p:cNvSpPr>
            <a:spLocks noGrp="1"/>
          </p:cNvSpPr>
          <p:nvPr>
            <p:ph type="ftr" sz="quarter" idx="11"/>
          </p:nvPr>
        </p:nvSpPr>
        <p:spPr/>
        <p:txBody>
          <a:bodyPr/>
          <a:lstStyle/>
          <a:p>
            <a:endParaRPr lang="nl-BE"/>
          </a:p>
        </p:txBody>
      </p:sp>
      <p:sp>
        <p:nvSpPr>
          <p:cNvPr id="4" name="Slide Number Placeholder 3"/>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1597991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94292" y="650240"/>
            <a:ext cx="5592175" cy="2275840"/>
          </a:xfrm>
        </p:spPr>
        <p:txBody>
          <a:bodyPr anchor="b"/>
          <a:lstStyle>
            <a:lvl1pPr>
              <a:defRPr sz="4551"/>
            </a:lvl1pPr>
          </a:lstStyle>
          <a:p>
            <a:r>
              <a:rPr lang="nl-NL"/>
              <a:t>Klik om stijl te bewerken</a:t>
            </a:r>
            <a:endParaRPr lang="en-US" dirty="0"/>
          </a:p>
        </p:txBody>
      </p:sp>
      <p:sp>
        <p:nvSpPr>
          <p:cNvPr id="3" name="Content Placeholder 2"/>
          <p:cNvSpPr>
            <a:spLocks noGrp="1"/>
          </p:cNvSpPr>
          <p:nvPr>
            <p:ph idx="1"/>
          </p:nvPr>
        </p:nvSpPr>
        <p:spPr>
          <a:xfrm>
            <a:off x="7371195" y="1404340"/>
            <a:ext cx="8777704" cy="6931378"/>
          </a:xfrm>
        </p:spPr>
        <p:txBody>
          <a:bodyPr/>
          <a:lstStyle>
            <a:lvl1pPr>
              <a:defRPr sz="4551"/>
            </a:lvl1pPr>
            <a:lvl2pPr>
              <a:defRPr sz="3982"/>
            </a:lvl2pPr>
            <a:lvl3pPr>
              <a:defRPr sz="3414"/>
            </a:lvl3pPr>
            <a:lvl4pPr>
              <a:defRPr sz="2845"/>
            </a:lvl4pPr>
            <a:lvl5pPr>
              <a:defRPr sz="2845"/>
            </a:lvl5pPr>
            <a:lvl6pPr>
              <a:defRPr sz="2845"/>
            </a:lvl6pPr>
            <a:lvl7pPr>
              <a:defRPr sz="2845"/>
            </a:lvl7pPr>
            <a:lvl8pPr>
              <a:defRPr sz="2845"/>
            </a:lvl8pPr>
            <a:lvl9pPr>
              <a:defRPr sz="2845"/>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1194292" y="2926080"/>
            <a:ext cx="5592175" cy="5420925"/>
          </a:xfrm>
        </p:spPr>
        <p:txBody>
          <a:bodyPr/>
          <a:lstStyle>
            <a:lvl1pPr marL="0" indent="0">
              <a:buNone/>
              <a:defRPr sz="2276"/>
            </a:lvl1pPr>
            <a:lvl2pPr marL="650257" indent="0">
              <a:buNone/>
              <a:defRPr sz="1991"/>
            </a:lvl2pPr>
            <a:lvl3pPr marL="1300513" indent="0">
              <a:buNone/>
              <a:defRPr sz="1707"/>
            </a:lvl3pPr>
            <a:lvl4pPr marL="1950770" indent="0">
              <a:buNone/>
              <a:defRPr sz="1422"/>
            </a:lvl4pPr>
            <a:lvl5pPr marL="2601025" indent="0">
              <a:buNone/>
              <a:defRPr sz="1422"/>
            </a:lvl5pPr>
            <a:lvl6pPr marL="3251282" indent="0">
              <a:buNone/>
              <a:defRPr sz="1422"/>
            </a:lvl6pPr>
            <a:lvl7pPr marL="3901538" indent="0">
              <a:buNone/>
              <a:defRPr sz="1422"/>
            </a:lvl7pPr>
            <a:lvl8pPr marL="4551795" indent="0">
              <a:buNone/>
              <a:defRPr sz="1422"/>
            </a:lvl8pPr>
            <a:lvl9pPr marL="5202051" indent="0">
              <a:buNone/>
              <a:defRPr sz="1422"/>
            </a:lvl9pPr>
          </a:lstStyle>
          <a:p>
            <a:pPr lvl="0"/>
            <a:r>
              <a:rPr lang="nl-NL"/>
              <a:t>Tekststijl van het model bewerken</a:t>
            </a:r>
          </a:p>
        </p:txBody>
      </p:sp>
      <p:sp>
        <p:nvSpPr>
          <p:cNvPr id="5" name="Date Placeholder 4"/>
          <p:cNvSpPr>
            <a:spLocks noGrp="1"/>
          </p:cNvSpPr>
          <p:nvPr>
            <p:ph type="dt" sz="half" idx="10"/>
          </p:nvPr>
        </p:nvSpPr>
        <p:spPr/>
        <p:txBody>
          <a:bodyPr/>
          <a:lstStyle/>
          <a:p>
            <a:fld id="{64BCFFAE-86B7-4750-8309-6C47713AD784}" type="datetimeFigureOut">
              <a:rPr lang="nl-BE" smtClean="0"/>
              <a:t>21/11/2024</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17640049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194292" y="650240"/>
            <a:ext cx="5592175" cy="2275840"/>
          </a:xfrm>
        </p:spPr>
        <p:txBody>
          <a:bodyPr anchor="b"/>
          <a:lstStyle>
            <a:lvl1pPr>
              <a:defRPr sz="4551"/>
            </a:lvl1pPr>
          </a:lstStyle>
          <a:p>
            <a:r>
              <a:rPr lang="nl-NL"/>
              <a:t>Klik om stijl te bewerken</a:t>
            </a:r>
            <a:endParaRPr lang="en-US" dirty="0"/>
          </a:p>
        </p:txBody>
      </p:sp>
      <p:sp>
        <p:nvSpPr>
          <p:cNvPr id="3" name="Picture Placeholder 2"/>
          <p:cNvSpPr>
            <a:spLocks noGrp="1" noChangeAspect="1"/>
          </p:cNvSpPr>
          <p:nvPr>
            <p:ph type="pic" idx="1"/>
          </p:nvPr>
        </p:nvSpPr>
        <p:spPr>
          <a:xfrm>
            <a:off x="7371195" y="1404340"/>
            <a:ext cx="8777704" cy="6931378"/>
          </a:xfrm>
        </p:spPr>
        <p:txBody>
          <a:bodyPr anchor="t"/>
          <a:lstStyle>
            <a:lvl1pPr marL="0" indent="0">
              <a:buNone/>
              <a:defRPr sz="4551"/>
            </a:lvl1pPr>
            <a:lvl2pPr marL="650257" indent="0">
              <a:buNone/>
              <a:defRPr sz="3982"/>
            </a:lvl2pPr>
            <a:lvl3pPr marL="1300513" indent="0">
              <a:buNone/>
              <a:defRPr sz="3414"/>
            </a:lvl3pPr>
            <a:lvl4pPr marL="1950770" indent="0">
              <a:buNone/>
              <a:defRPr sz="2845"/>
            </a:lvl4pPr>
            <a:lvl5pPr marL="2601025" indent="0">
              <a:buNone/>
              <a:defRPr sz="2845"/>
            </a:lvl5pPr>
            <a:lvl6pPr marL="3251282" indent="0">
              <a:buNone/>
              <a:defRPr sz="2845"/>
            </a:lvl6pPr>
            <a:lvl7pPr marL="3901538" indent="0">
              <a:buNone/>
              <a:defRPr sz="2845"/>
            </a:lvl7pPr>
            <a:lvl8pPr marL="4551795" indent="0">
              <a:buNone/>
              <a:defRPr sz="2845"/>
            </a:lvl8pPr>
            <a:lvl9pPr marL="5202051" indent="0">
              <a:buNone/>
              <a:defRPr sz="2845"/>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1194292" y="2926080"/>
            <a:ext cx="5592175" cy="5420925"/>
          </a:xfrm>
        </p:spPr>
        <p:txBody>
          <a:bodyPr/>
          <a:lstStyle>
            <a:lvl1pPr marL="0" indent="0">
              <a:buNone/>
              <a:defRPr sz="2276"/>
            </a:lvl1pPr>
            <a:lvl2pPr marL="650257" indent="0">
              <a:buNone/>
              <a:defRPr sz="1991"/>
            </a:lvl2pPr>
            <a:lvl3pPr marL="1300513" indent="0">
              <a:buNone/>
              <a:defRPr sz="1707"/>
            </a:lvl3pPr>
            <a:lvl4pPr marL="1950770" indent="0">
              <a:buNone/>
              <a:defRPr sz="1422"/>
            </a:lvl4pPr>
            <a:lvl5pPr marL="2601025" indent="0">
              <a:buNone/>
              <a:defRPr sz="1422"/>
            </a:lvl5pPr>
            <a:lvl6pPr marL="3251282" indent="0">
              <a:buNone/>
              <a:defRPr sz="1422"/>
            </a:lvl6pPr>
            <a:lvl7pPr marL="3901538" indent="0">
              <a:buNone/>
              <a:defRPr sz="1422"/>
            </a:lvl7pPr>
            <a:lvl8pPr marL="4551795" indent="0">
              <a:buNone/>
              <a:defRPr sz="1422"/>
            </a:lvl8pPr>
            <a:lvl9pPr marL="5202051" indent="0">
              <a:buNone/>
              <a:defRPr sz="1422"/>
            </a:lvl9pPr>
          </a:lstStyle>
          <a:p>
            <a:pPr lvl="0"/>
            <a:r>
              <a:rPr lang="nl-NL"/>
              <a:t>Tekststijl van het model bewerken</a:t>
            </a:r>
          </a:p>
        </p:txBody>
      </p:sp>
      <p:sp>
        <p:nvSpPr>
          <p:cNvPr id="5" name="Date Placeholder 4"/>
          <p:cNvSpPr>
            <a:spLocks noGrp="1"/>
          </p:cNvSpPr>
          <p:nvPr>
            <p:ph type="dt" sz="half" idx="10"/>
          </p:nvPr>
        </p:nvSpPr>
        <p:spPr/>
        <p:txBody>
          <a:bodyPr/>
          <a:lstStyle/>
          <a:p>
            <a:fld id="{64BCFFAE-86B7-4750-8309-6C47713AD784}" type="datetimeFigureOut">
              <a:rPr lang="nl-BE" smtClean="0"/>
              <a:t>21/11/2024</a:t>
            </a:fld>
            <a:endParaRPr lang="nl-BE"/>
          </a:p>
        </p:txBody>
      </p:sp>
      <p:sp>
        <p:nvSpPr>
          <p:cNvPr id="6" name="Footer Placeholder 5"/>
          <p:cNvSpPr>
            <a:spLocks noGrp="1"/>
          </p:cNvSpPr>
          <p:nvPr>
            <p:ph type="ftr" sz="quarter" idx="11"/>
          </p:nvPr>
        </p:nvSpPr>
        <p:spPr/>
        <p:txBody>
          <a:bodyPr/>
          <a:lstStyle/>
          <a:p>
            <a:endParaRPr lang="nl-BE"/>
          </a:p>
        </p:txBody>
      </p:sp>
      <p:sp>
        <p:nvSpPr>
          <p:cNvPr id="7" name="Slide Number Placeholder 6"/>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17575366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Vertical Text Placeholder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64BCFFAE-86B7-4750-8309-6C47713AD784}" type="datetimeFigureOut">
              <a:rPr lang="nl-BE" smtClean="0"/>
              <a:t>21/11/2024</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8452442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407990" y="519289"/>
            <a:ext cx="3738652" cy="8265726"/>
          </a:xfrm>
        </p:spPr>
        <p:txBody>
          <a:bodyPr vert="eaVert"/>
          <a:lstStyle/>
          <a:p>
            <a:r>
              <a:rPr lang="nl-NL"/>
              <a:t>Klik om stijl te bewerken</a:t>
            </a:r>
            <a:endParaRPr lang="en-US" dirty="0"/>
          </a:p>
        </p:txBody>
      </p:sp>
      <p:sp>
        <p:nvSpPr>
          <p:cNvPr id="3" name="Vertical Text Placeholder 2"/>
          <p:cNvSpPr>
            <a:spLocks noGrp="1"/>
          </p:cNvSpPr>
          <p:nvPr>
            <p:ph type="body" orient="vert" idx="1"/>
          </p:nvPr>
        </p:nvSpPr>
        <p:spPr>
          <a:xfrm>
            <a:off x="1192035" y="519289"/>
            <a:ext cx="10999222" cy="8265726"/>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64BCFFAE-86B7-4750-8309-6C47713AD784}" type="datetimeFigureOut">
              <a:rPr lang="nl-BE" smtClean="0"/>
              <a:t>21/11/2024</a:t>
            </a:fld>
            <a:endParaRPr lang="nl-BE"/>
          </a:p>
        </p:txBody>
      </p:sp>
      <p:sp>
        <p:nvSpPr>
          <p:cNvPr id="5" name="Footer Placeholder 4"/>
          <p:cNvSpPr>
            <a:spLocks noGrp="1"/>
          </p:cNvSpPr>
          <p:nvPr>
            <p:ph type="ftr" sz="quarter" idx="11"/>
          </p:nvPr>
        </p:nvSpPr>
        <p:spPr/>
        <p:txBody>
          <a:bodyPr/>
          <a:lstStyle/>
          <a:p>
            <a:endParaRPr lang="nl-BE"/>
          </a:p>
        </p:txBody>
      </p:sp>
      <p:sp>
        <p:nvSpPr>
          <p:cNvPr id="6" name="Slide Number Placeholder 5"/>
          <p:cNvSpPr>
            <a:spLocks noGrp="1"/>
          </p:cNvSpPr>
          <p:nvPr>
            <p:ph type="sldNum" sz="quarter" idx="12"/>
          </p:nvPr>
        </p:nvSpPr>
        <p:spPr/>
        <p:txBody>
          <a:bodyPr/>
          <a:lstStyle/>
          <a:p>
            <a:fld id="{D4B2C5E5-8F71-497B-9DA0-C824552C5D88}" type="slidenum">
              <a:rPr lang="nl-BE" smtClean="0"/>
              <a:t>‹nr.›</a:t>
            </a:fld>
            <a:endParaRPr lang="nl-BE"/>
          </a:p>
        </p:txBody>
      </p:sp>
    </p:spTree>
    <p:extLst>
      <p:ext uri="{BB962C8B-B14F-4D97-AF65-F5344CB8AC3E}">
        <p14:creationId xmlns:p14="http://schemas.microsoft.com/office/powerpoint/2010/main" val="16824627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Text">
    <p:spTree>
      <p:nvGrpSpPr>
        <p:cNvPr id="1" name=""/>
        <p:cNvGrpSpPr/>
        <p:nvPr/>
      </p:nvGrpSpPr>
      <p:grpSpPr>
        <a:xfrm>
          <a:off x="0" y="0"/>
          <a:ext cx="0" cy="0"/>
          <a:chOff x="0" y="0"/>
          <a:chExt cx="0" cy="0"/>
        </a:xfrm>
      </p:grpSpPr>
      <p:sp>
        <p:nvSpPr>
          <p:cNvPr id="2" name="Title 1"/>
          <p:cNvSpPr>
            <a:spLocks noGrp="1"/>
          </p:cNvSpPr>
          <p:nvPr>
            <p:ph type="title"/>
          </p:nvPr>
        </p:nvSpPr>
        <p:spPr>
          <a:xfrm>
            <a:off x="3276567" y="123500"/>
            <a:ext cx="13896615" cy="863693"/>
          </a:xfrm>
        </p:spPr>
        <p:txBody>
          <a:bodyPr/>
          <a:lstStyle>
            <a:lvl1pPr>
              <a:defRPr sz="2696" b="1" u="none" cap="small" baseline="0">
                <a:solidFill>
                  <a:srgbClr val="008000"/>
                </a:solidFill>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endParaRPr lang="en-GB" noProof="0" dirty="0"/>
          </a:p>
        </p:txBody>
      </p:sp>
      <p:sp>
        <p:nvSpPr>
          <p:cNvPr id="3" name="Content Placeholder 2"/>
          <p:cNvSpPr>
            <a:spLocks noGrp="1"/>
          </p:cNvSpPr>
          <p:nvPr>
            <p:ph idx="1"/>
          </p:nvPr>
        </p:nvSpPr>
        <p:spPr>
          <a:xfrm>
            <a:off x="225473" y="1816274"/>
            <a:ext cx="16960240" cy="6864264"/>
          </a:xfrm>
        </p:spPr>
        <p:txBody>
          <a:bodyPr>
            <a:normAutofit/>
          </a:bodyPr>
          <a:lstStyle>
            <a:lvl1pPr marL="401713" indent="-337007" defTabSz="342398">
              <a:lnSpc>
                <a:spcPct val="120000"/>
              </a:lnSpc>
              <a:buFont typeface="Wingdings" panose="05000000000000000000" pitchFamily="2" charset="2"/>
              <a:buChar char="Ø"/>
              <a:defRPr sz="2098">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876217" indent="-337007">
              <a:lnSpc>
                <a:spcPct val="120000"/>
              </a:lnSpc>
              <a:buFont typeface="Wingdings" panose="05000000000000000000" pitchFamily="2" charset="2"/>
              <a:buChar char="Ø"/>
              <a:defRPr sz="2098">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315673" indent="-337007" defTabSz="342398">
              <a:lnSpc>
                <a:spcPct val="120000"/>
              </a:lnSpc>
              <a:buFont typeface="Wingdings" panose="05000000000000000000" pitchFamily="2" charset="2"/>
              <a:buChar char="Ø"/>
              <a:defRPr sz="2098">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1744346" indent="-412495" defTabSz="342398">
              <a:lnSpc>
                <a:spcPct val="120000"/>
              </a:lnSpc>
              <a:buFont typeface="Wingdings" panose="05000000000000000000" pitchFamily="2" charset="2"/>
              <a:buChar char="Ø"/>
              <a:defRPr sz="2098">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218853" indent="-331615" defTabSz="342398">
              <a:lnSpc>
                <a:spcPct val="120000"/>
              </a:lnSpc>
              <a:buFont typeface="Wingdings" panose="05000000000000000000" pitchFamily="2" charset="2"/>
              <a:buChar char="Ø"/>
              <a:defRPr sz="2098">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Slide Number Placeholder 5"/>
          <p:cNvSpPr>
            <a:spLocks noGrp="1"/>
          </p:cNvSpPr>
          <p:nvPr>
            <p:ph type="sldNum" sz="quarter" idx="12"/>
          </p:nvPr>
        </p:nvSpPr>
        <p:spPr/>
        <p:txBody>
          <a:bodyPr/>
          <a:lstStyle/>
          <a:p>
            <a:fld id="{7AE184E0-0BD4-4705-A12B-9B71DDE63301}" type="slidenum">
              <a:rPr lang="en-GB" noProof="0" smtClean="0"/>
              <a:t>‹nr.›</a:t>
            </a:fld>
            <a:endParaRPr lang="en-GB" noProof="0" dirty="0"/>
          </a:p>
        </p:txBody>
      </p:sp>
      <p:sp>
        <p:nvSpPr>
          <p:cNvPr id="8" name="Rectangle 7"/>
          <p:cNvSpPr/>
          <p:nvPr userDrawn="1"/>
        </p:nvSpPr>
        <p:spPr>
          <a:xfrm>
            <a:off x="1" y="1252604"/>
            <a:ext cx="17338675" cy="263046"/>
          </a:xfrm>
          <a:prstGeom prst="rect">
            <a:avLst/>
          </a:prstGeom>
          <a:solidFill>
            <a:srgbClr val="008000"/>
          </a:solidFill>
          <a:ln w="31750">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47"/>
          </a:p>
        </p:txBody>
      </p:sp>
      <p:pic>
        <p:nvPicPr>
          <p:cNvPr id="9" name="Afbeelding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 y="73922"/>
            <a:ext cx="3276567" cy="1228785"/>
          </a:xfrm>
          <a:prstGeom prst="rect">
            <a:avLst/>
          </a:prstGeom>
        </p:spPr>
      </p:pic>
      <p:sp>
        <p:nvSpPr>
          <p:cNvPr id="10" name="Content Placeholder 2"/>
          <p:cNvSpPr>
            <a:spLocks noGrp="1"/>
          </p:cNvSpPr>
          <p:nvPr>
            <p:ph idx="13"/>
          </p:nvPr>
        </p:nvSpPr>
        <p:spPr>
          <a:xfrm>
            <a:off x="2331720" y="8778246"/>
            <a:ext cx="14267355" cy="678911"/>
          </a:xfrm>
        </p:spPr>
        <p:txBody>
          <a:bodyPr>
            <a:normAutofit/>
          </a:bodyPr>
          <a:lstStyle>
            <a:lvl1pPr marL="64704" indent="0" defTabSz="342398">
              <a:lnSpc>
                <a:spcPct val="100000"/>
              </a:lnSpc>
              <a:buFont typeface="Wingdings" panose="05000000000000000000" pitchFamily="2" charset="2"/>
              <a:buNone/>
              <a:defRPr sz="1347">
                <a:solidFill>
                  <a:srgbClr val="003366"/>
                </a:solidFill>
                <a:latin typeface="Verdana" panose="020B0604030504040204" pitchFamily="34" charset="0"/>
                <a:ea typeface="Verdana" panose="020B0604030504040204" pitchFamily="34" charset="0"/>
                <a:cs typeface="Verdana" panose="020B0604030504040204" pitchFamily="34" charset="0"/>
              </a:defRPr>
            </a:lvl1pPr>
            <a:lvl2pPr marL="876217" indent="-337007">
              <a:lnSpc>
                <a:spcPct val="120000"/>
              </a:lnSpc>
              <a:buFont typeface="Wingdings" panose="05000000000000000000" pitchFamily="2" charset="2"/>
              <a:buChar char="Ø"/>
              <a:defRPr sz="1797">
                <a:solidFill>
                  <a:srgbClr val="003366"/>
                </a:solidFill>
                <a:latin typeface="Verdana" panose="020B0604030504040204" pitchFamily="34" charset="0"/>
                <a:ea typeface="Verdana" panose="020B0604030504040204" pitchFamily="34" charset="0"/>
                <a:cs typeface="Verdana" panose="020B0604030504040204" pitchFamily="34" charset="0"/>
              </a:defRPr>
            </a:lvl2pPr>
            <a:lvl3pPr marL="1315673" indent="-337007" defTabSz="342398">
              <a:lnSpc>
                <a:spcPct val="120000"/>
              </a:lnSpc>
              <a:buFont typeface="Wingdings" panose="05000000000000000000" pitchFamily="2" charset="2"/>
              <a:buChar char="Ø"/>
              <a:defRPr sz="1797">
                <a:solidFill>
                  <a:srgbClr val="003366"/>
                </a:solidFill>
                <a:latin typeface="Verdana" panose="020B0604030504040204" pitchFamily="34" charset="0"/>
                <a:ea typeface="Verdana" panose="020B0604030504040204" pitchFamily="34" charset="0"/>
                <a:cs typeface="Verdana" panose="020B0604030504040204" pitchFamily="34" charset="0"/>
              </a:defRPr>
            </a:lvl3pPr>
            <a:lvl4pPr marL="1744346" indent="-412495" defTabSz="342398">
              <a:lnSpc>
                <a:spcPct val="120000"/>
              </a:lnSpc>
              <a:buFont typeface="Wingdings" panose="05000000000000000000" pitchFamily="2" charset="2"/>
              <a:buChar char="Ø"/>
              <a:defRPr sz="1797">
                <a:solidFill>
                  <a:srgbClr val="003366"/>
                </a:solidFill>
                <a:latin typeface="Verdana" panose="020B0604030504040204" pitchFamily="34" charset="0"/>
                <a:ea typeface="Verdana" panose="020B0604030504040204" pitchFamily="34" charset="0"/>
                <a:cs typeface="Verdana" panose="020B0604030504040204" pitchFamily="34" charset="0"/>
              </a:defRPr>
            </a:lvl4pPr>
            <a:lvl5pPr marL="2218853" indent="-331615" defTabSz="342398">
              <a:lnSpc>
                <a:spcPct val="120000"/>
              </a:lnSpc>
              <a:buFont typeface="Wingdings" panose="05000000000000000000" pitchFamily="2" charset="2"/>
              <a:buChar char="Ø"/>
              <a:defRPr sz="1797">
                <a:solidFill>
                  <a:srgbClr val="003366"/>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dirty="0"/>
              <a:t>Click to edit Master text styles</a:t>
            </a:r>
          </a:p>
        </p:txBody>
      </p:sp>
    </p:spTree>
    <p:extLst>
      <p:ext uri="{BB962C8B-B14F-4D97-AF65-F5344CB8AC3E}">
        <p14:creationId xmlns:p14="http://schemas.microsoft.com/office/powerpoint/2010/main" val="61428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0118" y="136025"/>
            <a:ext cx="15705282" cy="863693"/>
          </a:xfrm>
          <a:prstGeom prst="rect">
            <a:avLst/>
          </a:prstGeom>
        </p:spPr>
        <p:txBody>
          <a:bodyPr vert="horz" lIns="91440" tIns="45720" rIns="91440" bIns="45720" rtlCol="0" anchor="b" anchorCtr="0">
            <a:noAutofit/>
          </a:bodyPr>
          <a:lstStyle/>
          <a:p>
            <a:r>
              <a:rPr lang="en-US" noProof="0"/>
              <a:t>Click to edit Master title style</a:t>
            </a:r>
            <a:endParaRPr lang="en-GB" noProof="0" dirty="0"/>
          </a:p>
        </p:txBody>
      </p:sp>
      <p:sp>
        <p:nvSpPr>
          <p:cNvPr id="3" name="Text Placeholder 2"/>
          <p:cNvSpPr>
            <a:spLocks noGrp="1"/>
          </p:cNvSpPr>
          <p:nvPr>
            <p:ph type="body" idx="1"/>
          </p:nvPr>
        </p:nvSpPr>
        <p:spPr>
          <a:xfrm>
            <a:off x="835825" y="1194364"/>
            <a:ext cx="15699575" cy="66960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Date Placeholder 3"/>
          <p:cNvSpPr>
            <a:spLocks noGrp="1"/>
          </p:cNvSpPr>
          <p:nvPr>
            <p:ph type="dt" sz="half" idx="2"/>
          </p:nvPr>
        </p:nvSpPr>
        <p:spPr>
          <a:xfrm>
            <a:off x="4072394" y="8948703"/>
            <a:ext cx="2297926"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434BA3CA-1064-434F-B179-AB3B0298C0D6}" type="datetime1">
              <a:rPr lang="en-GB" noProof="0" smtClean="0"/>
              <a:t>21/11/2024</a:t>
            </a:fld>
            <a:endParaRPr lang="en-GB" noProof="0" dirty="0"/>
          </a:p>
        </p:txBody>
      </p:sp>
      <p:sp>
        <p:nvSpPr>
          <p:cNvPr id="5" name="Footer Placeholder 4"/>
          <p:cNvSpPr>
            <a:spLocks noGrp="1"/>
          </p:cNvSpPr>
          <p:nvPr>
            <p:ph type="ftr" sz="quarter" idx="3"/>
          </p:nvPr>
        </p:nvSpPr>
        <p:spPr>
          <a:xfrm>
            <a:off x="6810236" y="8994423"/>
            <a:ext cx="8353564" cy="437932"/>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lang="en-GB" noProof="0" dirty="0"/>
          </a:p>
        </p:txBody>
      </p:sp>
      <p:sp>
        <p:nvSpPr>
          <p:cNvPr id="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en-GB" noProof="0" smtClean="0"/>
              <a:pPr/>
              <a:t>‹nr.›</a:t>
            </a:fld>
            <a:endParaRPr lang="en-GB" noProof="0" dirty="0"/>
          </a:p>
        </p:txBody>
      </p:sp>
      <p:sp>
        <p:nvSpPr>
          <p:cNvPr id="7" name="Title positioning box" hidden="1"/>
          <p:cNvSpPr/>
          <p:nvPr/>
        </p:nvSpPr>
        <p:spPr>
          <a:xfrm>
            <a:off x="927265" y="367200"/>
            <a:ext cx="15480000" cy="463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ositoning box" hidden="1"/>
          <p:cNvSpPr/>
          <p:nvPr/>
        </p:nvSpPr>
        <p:spPr>
          <a:xfrm>
            <a:off x="927265" y="1584000"/>
            <a:ext cx="82296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ogo positioning box" hidden="1"/>
          <p:cNvSpPr/>
          <p:nvPr/>
        </p:nvSpPr>
        <p:spPr>
          <a:xfrm flipV="1">
            <a:off x="928800" y="7878842"/>
            <a:ext cx="15478465" cy="141635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ositoning box" hidden="1"/>
          <p:cNvSpPr/>
          <p:nvPr/>
        </p:nvSpPr>
        <p:spPr>
          <a:xfrm>
            <a:off x="9172105" y="1584000"/>
            <a:ext cx="9144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ositoning box" hidden="1"/>
          <p:cNvSpPr/>
          <p:nvPr/>
        </p:nvSpPr>
        <p:spPr>
          <a:xfrm>
            <a:off x="10099369" y="1356360"/>
            <a:ext cx="6307895" cy="6527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Logo EN"/>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7200" y="7909180"/>
            <a:ext cx="2307600" cy="1846822"/>
          </a:xfrm>
          <a:prstGeom prst="rect">
            <a:avLst/>
          </a:prstGeom>
        </p:spPr>
      </p:pic>
    </p:spTree>
    <p:extLst>
      <p:ext uri="{BB962C8B-B14F-4D97-AF65-F5344CB8AC3E}">
        <p14:creationId xmlns:p14="http://schemas.microsoft.com/office/powerpoint/2010/main" val="3770589907"/>
      </p:ext>
    </p:extLst>
  </p:cSld>
  <p:clrMap bg1="lt1" tx1="dk1" bg2="lt2" tx2="dk2" accent1="accent1" accent2="accent2" accent3="accent3" accent4="accent4" accent5="accent5" accent6="accent6" hlink="hlink" folHlink="folHlink"/>
  <p:sldLayoutIdLst>
    <p:sldLayoutId id="2147483672" r:id="rId1"/>
    <p:sldLayoutId id="2147483661" r:id="rId2"/>
    <p:sldLayoutId id="2147483673" r:id="rId3"/>
    <p:sldLayoutId id="2147483662" r:id="rId4"/>
    <p:sldLayoutId id="2147483678" r:id="rId5"/>
    <p:sldLayoutId id="2147483674" r:id="rId6"/>
    <p:sldLayoutId id="2147483666" r:id="rId7"/>
    <p:sldLayoutId id="2147483675" r:id="rId8"/>
    <p:sldLayoutId id="2147483676" r:id="rId9"/>
  </p:sldLayoutIdLst>
  <p:hf hdr="0" ftr="0" dt="0"/>
  <p:txStyles>
    <p:titleStyle>
      <a:lvl1pPr algn="l" defTabSz="1300368" rtl="0" eaLnBrk="1" latinLnBrk="0" hangingPunct="1">
        <a:lnSpc>
          <a:spcPct val="90000"/>
        </a:lnSpc>
        <a:spcBef>
          <a:spcPct val="0"/>
        </a:spcBef>
        <a:buNone/>
        <a:defRPr sz="5400" u="sng" kern="1200" cap="all" baseline="0">
          <a:solidFill>
            <a:srgbClr val="1E64C8"/>
          </a:solidFill>
          <a:uFill>
            <a:solidFill>
              <a:srgbClr val="1E64C8"/>
            </a:solidFill>
          </a:uFill>
          <a:latin typeface="+mj-lt"/>
          <a:ea typeface="+mj-ea"/>
          <a:cs typeface="+mj-cs"/>
        </a:defRPr>
      </a:lvl1pPr>
    </p:titleStyle>
    <p:bodyStyle>
      <a:lvl1pPr marL="0" indent="0"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1pPr>
      <a:lvl2pPr marL="457200" indent="-36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900113" indent="-458788"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1441450" indent="-541338"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600325" indent="-1158875"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92034" y="519291"/>
            <a:ext cx="14954608" cy="1885245"/>
          </a:xfrm>
          <a:prstGeom prst="rect">
            <a:avLst/>
          </a:prstGeom>
        </p:spPr>
        <p:txBody>
          <a:bodyPr vert="horz" lIns="91440" tIns="45720" rIns="91440" bIns="45720" rtlCol="0" anchor="ctr">
            <a:normAutofit/>
          </a:bodyPr>
          <a:lstStyle/>
          <a:p>
            <a:r>
              <a:rPr lang="nl-NL"/>
              <a:t>Klik om stijl te bewerken</a:t>
            </a:r>
            <a:endParaRPr lang="en-US" dirty="0"/>
          </a:p>
        </p:txBody>
      </p:sp>
      <p:sp>
        <p:nvSpPr>
          <p:cNvPr id="3" name="Text Placeholder 2"/>
          <p:cNvSpPr>
            <a:spLocks noGrp="1"/>
          </p:cNvSpPr>
          <p:nvPr>
            <p:ph type="body" idx="1"/>
          </p:nvPr>
        </p:nvSpPr>
        <p:spPr>
          <a:xfrm>
            <a:off x="1192034" y="2596445"/>
            <a:ext cx="14954608" cy="6188570"/>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2"/>
          </p:nvPr>
        </p:nvSpPr>
        <p:spPr>
          <a:xfrm>
            <a:off x="1192034" y="9040145"/>
            <a:ext cx="3901202"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64BCFFAE-86B7-4750-8309-6C47713AD784}" type="datetimeFigureOut">
              <a:rPr lang="nl-BE" smtClean="0"/>
              <a:t>21/11/2024</a:t>
            </a:fld>
            <a:endParaRPr lang="nl-BE"/>
          </a:p>
        </p:txBody>
      </p:sp>
      <p:sp>
        <p:nvSpPr>
          <p:cNvPr id="5" name="Footer Placeholder 4"/>
          <p:cNvSpPr>
            <a:spLocks noGrp="1"/>
          </p:cNvSpPr>
          <p:nvPr>
            <p:ph type="ftr" sz="quarter" idx="3"/>
          </p:nvPr>
        </p:nvSpPr>
        <p:spPr>
          <a:xfrm>
            <a:off x="5743437" y="9040145"/>
            <a:ext cx="5851803" cy="519289"/>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lang="nl-BE"/>
          </a:p>
        </p:txBody>
      </p:sp>
      <p:sp>
        <p:nvSpPr>
          <p:cNvPr id="6" name="Slide Number Placeholder 5"/>
          <p:cNvSpPr>
            <a:spLocks noGrp="1"/>
          </p:cNvSpPr>
          <p:nvPr>
            <p:ph type="sldNum" sz="quarter" idx="4"/>
          </p:nvPr>
        </p:nvSpPr>
        <p:spPr>
          <a:xfrm>
            <a:off x="12245439" y="9040145"/>
            <a:ext cx="3901202" cy="519289"/>
          </a:xfrm>
          <a:prstGeom prst="rect">
            <a:avLst/>
          </a:prstGeom>
        </p:spPr>
        <p:txBody>
          <a:bodyPr vert="horz" lIns="91440" tIns="45720" rIns="91440" bIns="45720" rtlCol="0" anchor="ctr"/>
          <a:lstStyle>
            <a:lvl1pPr algn="r">
              <a:defRPr sz="1707">
                <a:solidFill>
                  <a:schemeClr val="tx1">
                    <a:tint val="75000"/>
                  </a:schemeClr>
                </a:solidFill>
              </a:defRPr>
            </a:lvl1pPr>
          </a:lstStyle>
          <a:p>
            <a:fld id="{D4B2C5E5-8F71-497B-9DA0-C824552C5D88}" type="slidenum">
              <a:rPr lang="nl-BE" smtClean="0"/>
              <a:t>‹nr.›</a:t>
            </a:fld>
            <a:endParaRPr lang="nl-BE"/>
          </a:p>
        </p:txBody>
      </p:sp>
    </p:spTree>
    <p:extLst>
      <p:ext uri="{BB962C8B-B14F-4D97-AF65-F5344CB8AC3E}">
        <p14:creationId xmlns:p14="http://schemas.microsoft.com/office/powerpoint/2010/main" val="366143883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l" defTabSz="1300513" rtl="0" eaLnBrk="1" latinLnBrk="0" hangingPunct="1">
        <a:lnSpc>
          <a:spcPct val="90000"/>
        </a:lnSpc>
        <a:spcBef>
          <a:spcPct val="0"/>
        </a:spcBef>
        <a:buNone/>
        <a:defRPr sz="6258" kern="1200">
          <a:solidFill>
            <a:schemeClr val="tx1"/>
          </a:solidFill>
          <a:latin typeface="+mj-lt"/>
          <a:ea typeface="+mj-ea"/>
          <a:cs typeface="+mj-cs"/>
        </a:defRPr>
      </a:lvl1pPr>
    </p:titleStyle>
    <p:bodyStyle>
      <a:lvl1pPr marL="325128" indent="-325128" algn="l" defTabSz="1300513" rtl="0" eaLnBrk="1" latinLnBrk="0" hangingPunct="1">
        <a:lnSpc>
          <a:spcPct val="90000"/>
        </a:lnSpc>
        <a:spcBef>
          <a:spcPts val="1422"/>
        </a:spcBef>
        <a:buFont typeface="Arial" panose="020B0604020202020204" pitchFamily="34" charset="0"/>
        <a:buChar char="•"/>
        <a:defRPr sz="3982" kern="1200">
          <a:solidFill>
            <a:schemeClr val="tx1"/>
          </a:solidFill>
          <a:latin typeface="+mn-lt"/>
          <a:ea typeface="+mn-ea"/>
          <a:cs typeface="+mn-cs"/>
        </a:defRPr>
      </a:lvl1pPr>
      <a:lvl2pPr marL="975385" indent="-325128" algn="l" defTabSz="1300513" rtl="0" eaLnBrk="1" latinLnBrk="0" hangingPunct="1">
        <a:lnSpc>
          <a:spcPct val="90000"/>
        </a:lnSpc>
        <a:spcBef>
          <a:spcPts val="711"/>
        </a:spcBef>
        <a:buFont typeface="Arial" panose="020B0604020202020204" pitchFamily="34" charset="0"/>
        <a:buChar char="•"/>
        <a:defRPr sz="3414" kern="1200">
          <a:solidFill>
            <a:schemeClr val="tx1"/>
          </a:solidFill>
          <a:latin typeface="+mn-lt"/>
          <a:ea typeface="+mn-ea"/>
          <a:cs typeface="+mn-cs"/>
        </a:defRPr>
      </a:lvl2pPr>
      <a:lvl3pPr marL="1625641" indent="-325128" algn="l" defTabSz="1300513" rtl="0" eaLnBrk="1" latinLnBrk="0" hangingPunct="1">
        <a:lnSpc>
          <a:spcPct val="90000"/>
        </a:lnSpc>
        <a:spcBef>
          <a:spcPts val="711"/>
        </a:spcBef>
        <a:buFont typeface="Arial" panose="020B0604020202020204" pitchFamily="34" charset="0"/>
        <a:buChar char="•"/>
        <a:defRPr sz="2845" kern="1200">
          <a:solidFill>
            <a:schemeClr val="tx1"/>
          </a:solidFill>
          <a:latin typeface="+mn-lt"/>
          <a:ea typeface="+mn-ea"/>
          <a:cs typeface="+mn-cs"/>
        </a:defRPr>
      </a:lvl3pPr>
      <a:lvl4pPr marL="2275897" indent="-325128" algn="l" defTabSz="1300513"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4pPr>
      <a:lvl5pPr marL="2926154" indent="-325128" algn="l" defTabSz="1300513"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5pPr>
      <a:lvl6pPr marL="3576410" indent="-325128" algn="l" defTabSz="1300513"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667" indent="-325128" algn="l" defTabSz="1300513"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923" indent="-325128" algn="l" defTabSz="1300513"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7180" indent="-325128" algn="l" defTabSz="1300513"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513" rtl="0" eaLnBrk="1" latinLnBrk="0" hangingPunct="1">
        <a:defRPr sz="2560" kern="1200">
          <a:solidFill>
            <a:schemeClr val="tx1"/>
          </a:solidFill>
          <a:latin typeface="+mn-lt"/>
          <a:ea typeface="+mn-ea"/>
          <a:cs typeface="+mn-cs"/>
        </a:defRPr>
      </a:lvl1pPr>
      <a:lvl2pPr marL="650257" algn="l" defTabSz="1300513" rtl="0" eaLnBrk="1" latinLnBrk="0" hangingPunct="1">
        <a:defRPr sz="2560" kern="1200">
          <a:solidFill>
            <a:schemeClr val="tx1"/>
          </a:solidFill>
          <a:latin typeface="+mn-lt"/>
          <a:ea typeface="+mn-ea"/>
          <a:cs typeface="+mn-cs"/>
        </a:defRPr>
      </a:lvl2pPr>
      <a:lvl3pPr marL="1300513" algn="l" defTabSz="1300513" rtl="0" eaLnBrk="1" latinLnBrk="0" hangingPunct="1">
        <a:defRPr sz="2560" kern="1200">
          <a:solidFill>
            <a:schemeClr val="tx1"/>
          </a:solidFill>
          <a:latin typeface="+mn-lt"/>
          <a:ea typeface="+mn-ea"/>
          <a:cs typeface="+mn-cs"/>
        </a:defRPr>
      </a:lvl3pPr>
      <a:lvl4pPr marL="1950770" algn="l" defTabSz="1300513" rtl="0" eaLnBrk="1" latinLnBrk="0" hangingPunct="1">
        <a:defRPr sz="2560" kern="1200">
          <a:solidFill>
            <a:schemeClr val="tx1"/>
          </a:solidFill>
          <a:latin typeface="+mn-lt"/>
          <a:ea typeface="+mn-ea"/>
          <a:cs typeface="+mn-cs"/>
        </a:defRPr>
      </a:lvl4pPr>
      <a:lvl5pPr marL="2601025" algn="l" defTabSz="1300513" rtl="0" eaLnBrk="1" latinLnBrk="0" hangingPunct="1">
        <a:defRPr sz="2560" kern="1200">
          <a:solidFill>
            <a:schemeClr val="tx1"/>
          </a:solidFill>
          <a:latin typeface="+mn-lt"/>
          <a:ea typeface="+mn-ea"/>
          <a:cs typeface="+mn-cs"/>
        </a:defRPr>
      </a:lvl5pPr>
      <a:lvl6pPr marL="3251282" algn="l" defTabSz="1300513" rtl="0" eaLnBrk="1" latinLnBrk="0" hangingPunct="1">
        <a:defRPr sz="2560" kern="1200">
          <a:solidFill>
            <a:schemeClr val="tx1"/>
          </a:solidFill>
          <a:latin typeface="+mn-lt"/>
          <a:ea typeface="+mn-ea"/>
          <a:cs typeface="+mn-cs"/>
        </a:defRPr>
      </a:lvl6pPr>
      <a:lvl7pPr marL="3901538" algn="l" defTabSz="1300513" rtl="0" eaLnBrk="1" latinLnBrk="0" hangingPunct="1">
        <a:defRPr sz="2560" kern="1200">
          <a:solidFill>
            <a:schemeClr val="tx1"/>
          </a:solidFill>
          <a:latin typeface="+mn-lt"/>
          <a:ea typeface="+mn-ea"/>
          <a:cs typeface="+mn-cs"/>
        </a:defRPr>
      </a:lvl7pPr>
      <a:lvl8pPr marL="4551795" algn="l" defTabSz="1300513" rtl="0" eaLnBrk="1" latinLnBrk="0" hangingPunct="1">
        <a:defRPr sz="2560" kern="1200">
          <a:solidFill>
            <a:schemeClr val="tx1"/>
          </a:solidFill>
          <a:latin typeface="+mn-lt"/>
          <a:ea typeface="+mn-ea"/>
          <a:cs typeface="+mn-cs"/>
        </a:defRPr>
      </a:lvl8pPr>
      <a:lvl9pPr marL="5202051" algn="l" defTabSz="1300513"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6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 Id="rId5" Type="http://schemas.openxmlformats.org/officeDocument/2006/relationships/image" Target="../media/image50.png"/><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60.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p:txBody>
          <a:bodyPr/>
          <a:lstStyle/>
          <a:p>
            <a:r>
              <a:rPr lang="nl-BE" dirty="0"/>
              <a:t>SPSS-WERKCOLLEGE 3 (XX/XX)</a:t>
            </a:r>
          </a:p>
        </p:txBody>
      </p:sp>
      <p:sp>
        <p:nvSpPr>
          <p:cNvPr id="3" name="Subtitle 2">
            <a:extLst>
              <a:ext uri="{FF2B5EF4-FFF2-40B4-BE49-F238E27FC236}">
                <a16:creationId xmlns:a16="http://schemas.microsoft.com/office/drawing/2014/main" id="{70FE6360-0905-4150-BEDD-4BF877AD22CF}"/>
              </a:ext>
            </a:extLst>
          </p:cNvPr>
          <p:cNvSpPr>
            <a:spLocks noGrp="1"/>
          </p:cNvSpPr>
          <p:nvPr>
            <p:ph type="subTitle" idx="1"/>
          </p:nvPr>
        </p:nvSpPr>
        <p:spPr/>
        <p:txBody>
          <a:bodyPr/>
          <a:lstStyle/>
          <a:p>
            <a:r>
              <a:rPr lang="nl-BE" dirty="0"/>
              <a:t>Assistent Fauve Duprez					</a:t>
            </a:r>
            <a:r>
              <a:rPr lang="nl-BE"/>
              <a:t>AJ 2025-2026</a:t>
            </a:r>
            <a:endParaRPr lang="nl-BE" dirty="0"/>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Toegepaste data-analyse en rapportage</a:t>
            </a:r>
          </a:p>
        </p:txBody>
      </p:sp>
    </p:spTree>
    <p:extLst>
      <p:ext uri="{BB962C8B-B14F-4D97-AF65-F5344CB8AC3E}">
        <p14:creationId xmlns:p14="http://schemas.microsoft.com/office/powerpoint/2010/main" val="4162507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H08 </a:t>
            </a:r>
            <a:r>
              <a:rPr lang="nl-BE" dirty="0" err="1"/>
              <a:t>Inferentiële</a:t>
            </a:r>
            <a:r>
              <a:rPr lang="nl-BE" dirty="0"/>
              <a:t> statistiek in zes stappen</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 </a:t>
            </a:r>
            <a:r>
              <a:rPr lang="nl-BE" u="none" dirty="0"/>
              <a:t>(08/11)</a:t>
            </a:r>
          </a:p>
        </p:txBody>
      </p:sp>
    </p:spTree>
    <p:extLst>
      <p:ext uri="{BB962C8B-B14F-4D97-AF65-F5344CB8AC3E}">
        <p14:creationId xmlns:p14="http://schemas.microsoft.com/office/powerpoint/2010/main" val="944557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A4439-7D92-49BC-B20E-CD95361CE51A}"/>
              </a:ext>
            </a:extLst>
          </p:cNvPr>
          <p:cNvSpPr>
            <a:spLocks noGrp="1"/>
          </p:cNvSpPr>
          <p:nvPr>
            <p:ph type="title"/>
          </p:nvPr>
        </p:nvSpPr>
        <p:spPr/>
        <p:txBody>
          <a:bodyPr/>
          <a:lstStyle/>
          <a:p>
            <a:r>
              <a:rPr lang="nl-BE" sz="3200" dirty="0"/>
              <a:t>Gebruik van zes-stappen-procedure </a:t>
            </a:r>
          </a:p>
        </p:txBody>
      </p:sp>
      <p:sp>
        <p:nvSpPr>
          <p:cNvPr id="3" name="Content Placeholder 2">
            <a:extLst>
              <a:ext uri="{FF2B5EF4-FFF2-40B4-BE49-F238E27FC236}">
                <a16:creationId xmlns:a16="http://schemas.microsoft.com/office/drawing/2014/main" id="{39011522-9118-40C3-A09B-F25B95FAB7B4}"/>
              </a:ext>
            </a:extLst>
          </p:cNvPr>
          <p:cNvSpPr>
            <a:spLocks noGrp="1"/>
          </p:cNvSpPr>
          <p:nvPr>
            <p:ph idx="1"/>
          </p:nvPr>
        </p:nvSpPr>
        <p:spPr/>
        <p:txBody>
          <a:bodyPr/>
          <a:lstStyle/>
          <a:p>
            <a:pPr marL="86400" indent="0">
              <a:buNone/>
            </a:pPr>
            <a:r>
              <a:rPr lang="nl-BE" dirty="0">
                <a:solidFill>
                  <a:srgbClr val="002060"/>
                </a:solidFill>
              </a:rPr>
              <a:t>De </a:t>
            </a:r>
            <a:r>
              <a:rPr lang="nl-BE" b="1" dirty="0">
                <a:solidFill>
                  <a:srgbClr val="002060"/>
                </a:solidFill>
              </a:rPr>
              <a:t>zes-stappen-procedure</a:t>
            </a:r>
            <a:r>
              <a:rPr lang="nl-BE" dirty="0">
                <a:solidFill>
                  <a:srgbClr val="002060"/>
                </a:solidFill>
              </a:rPr>
              <a:t> bij </a:t>
            </a:r>
            <a:r>
              <a:rPr lang="nl-BE" dirty="0" err="1">
                <a:solidFill>
                  <a:srgbClr val="002060"/>
                </a:solidFill>
              </a:rPr>
              <a:t>inferentiële</a:t>
            </a:r>
            <a:r>
              <a:rPr lang="nl-BE" dirty="0">
                <a:solidFill>
                  <a:srgbClr val="002060"/>
                </a:solidFill>
              </a:rPr>
              <a:t> statistiek (</a:t>
            </a:r>
            <a:r>
              <a:rPr lang="nl-BE">
                <a:solidFill>
                  <a:srgbClr val="002060"/>
                </a:solidFill>
              </a:rPr>
              <a:t>zie hoorcollege 05/11</a:t>
            </a:r>
            <a:r>
              <a:rPr lang="nl-BE" dirty="0">
                <a:solidFill>
                  <a:srgbClr val="002060"/>
                </a:solidFill>
              </a:rPr>
              <a:t>)</a:t>
            </a:r>
          </a:p>
          <a:p>
            <a:pPr marL="86400" indent="0">
              <a:buNone/>
            </a:pPr>
            <a:endParaRPr lang="nl-BE" dirty="0">
              <a:solidFill>
                <a:srgbClr val="002060"/>
              </a:solidFill>
            </a:endParaRPr>
          </a:p>
          <a:p>
            <a:pPr lvl="1"/>
            <a:r>
              <a:rPr lang="nl-BE" dirty="0">
                <a:solidFill>
                  <a:srgbClr val="002060"/>
                </a:solidFill>
              </a:rPr>
              <a:t>STAP 1: Kiezen van de juiste analysemethode</a:t>
            </a:r>
          </a:p>
          <a:p>
            <a:pPr lvl="1"/>
            <a:r>
              <a:rPr lang="nl-BE" dirty="0">
                <a:solidFill>
                  <a:srgbClr val="002060"/>
                </a:solidFill>
              </a:rPr>
              <a:t>STAP 2: Datacontrole</a:t>
            </a:r>
          </a:p>
          <a:p>
            <a:pPr lvl="1"/>
            <a:r>
              <a:rPr lang="nl-BE" dirty="0">
                <a:solidFill>
                  <a:srgbClr val="002060"/>
                </a:solidFill>
              </a:rPr>
              <a:t>STAP 3: Hypothesen formuleren</a:t>
            </a:r>
          </a:p>
          <a:p>
            <a:pPr lvl="1"/>
            <a:r>
              <a:rPr lang="nl-BE" dirty="0">
                <a:solidFill>
                  <a:srgbClr val="002060"/>
                </a:solidFill>
              </a:rPr>
              <a:t>STAP 4: Significantieniveau bepalen</a:t>
            </a:r>
          </a:p>
          <a:p>
            <a:pPr lvl="1"/>
            <a:r>
              <a:rPr lang="nl-BE" dirty="0">
                <a:solidFill>
                  <a:srgbClr val="002060"/>
                </a:solidFill>
              </a:rPr>
              <a:t>STAP 5: Toetsingsgrootheid en p-waarde berekenen</a:t>
            </a:r>
          </a:p>
          <a:p>
            <a:pPr lvl="1"/>
            <a:r>
              <a:rPr lang="nl-BE" dirty="0">
                <a:solidFill>
                  <a:srgbClr val="002060"/>
                </a:solidFill>
              </a:rPr>
              <a:t>STAP 6: Conclusie en rapportering</a:t>
            </a:r>
          </a:p>
        </p:txBody>
      </p:sp>
      <p:sp>
        <p:nvSpPr>
          <p:cNvPr id="4" name="Slide Number Placeholder 3">
            <a:extLst>
              <a:ext uri="{FF2B5EF4-FFF2-40B4-BE49-F238E27FC236}">
                <a16:creationId xmlns:a16="http://schemas.microsoft.com/office/drawing/2014/main" id="{F93E06FF-5536-4AE6-A548-5BFECE8621EB}"/>
              </a:ext>
            </a:extLst>
          </p:cNvPr>
          <p:cNvSpPr>
            <a:spLocks noGrp="1"/>
          </p:cNvSpPr>
          <p:nvPr>
            <p:ph type="sldNum" sz="quarter" idx="12"/>
          </p:nvPr>
        </p:nvSpPr>
        <p:spPr/>
        <p:txBody>
          <a:bodyPr/>
          <a:lstStyle/>
          <a:p>
            <a:fld id="{7AE184E0-0BD4-4705-A12B-9B71DDE63301}" type="slidenum">
              <a:rPr lang="en-GB" noProof="0" smtClean="0"/>
              <a:t>3</a:t>
            </a:fld>
            <a:endParaRPr lang="en-GB" noProof="0" dirty="0"/>
          </a:p>
        </p:txBody>
      </p:sp>
    </p:spTree>
    <p:extLst>
      <p:ext uri="{BB962C8B-B14F-4D97-AF65-F5344CB8AC3E}">
        <p14:creationId xmlns:p14="http://schemas.microsoft.com/office/powerpoint/2010/main" val="3685650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H09 kruistabellen</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endParaRPr lang="nl-BE" u="none" dirty="0"/>
          </a:p>
        </p:txBody>
      </p:sp>
    </p:spTree>
    <p:extLst>
      <p:ext uri="{BB962C8B-B14F-4D97-AF65-F5344CB8AC3E}">
        <p14:creationId xmlns:p14="http://schemas.microsoft.com/office/powerpoint/2010/main" val="4021574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46417C-7983-4933-A24B-130127A2F9C5}"/>
              </a:ext>
            </a:extLst>
          </p:cNvPr>
          <p:cNvSpPr>
            <a:spLocks noGrp="1"/>
          </p:cNvSpPr>
          <p:nvPr>
            <p:ph type="title"/>
          </p:nvPr>
        </p:nvSpPr>
        <p:spPr/>
        <p:txBody>
          <a:bodyPr/>
          <a:lstStyle/>
          <a:p>
            <a:r>
              <a:rPr lang="nl-BE" dirty="0"/>
              <a:t>Inleiding</a:t>
            </a:r>
          </a:p>
        </p:txBody>
      </p:sp>
      <p:sp>
        <p:nvSpPr>
          <p:cNvPr id="3" name="Tijdelijke aanduiding voor inhoud 2">
            <a:extLst>
              <a:ext uri="{FF2B5EF4-FFF2-40B4-BE49-F238E27FC236}">
                <a16:creationId xmlns:a16="http://schemas.microsoft.com/office/drawing/2014/main" id="{B79653B5-31CC-4B30-84DF-73319A19B7F6}"/>
              </a:ext>
            </a:extLst>
          </p:cNvPr>
          <p:cNvSpPr>
            <a:spLocks noGrp="1"/>
          </p:cNvSpPr>
          <p:nvPr>
            <p:ph idx="1"/>
          </p:nvPr>
        </p:nvSpPr>
        <p:spPr/>
        <p:txBody>
          <a:bodyPr>
            <a:normAutofit/>
          </a:bodyPr>
          <a:lstStyle/>
          <a:p>
            <a:pPr marL="86400" indent="0">
              <a:buNone/>
            </a:pPr>
            <a:r>
              <a:rPr lang="nl-BE" b="1" dirty="0"/>
              <a:t>Multivariate statistiek met twee categorische variabelen</a:t>
            </a:r>
          </a:p>
          <a:p>
            <a:r>
              <a:rPr lang="nl-BE" dirty="0"/>
              <a:t>Descriptieve statistiek:</a:t>
            </a:r>
          </a:p>
          <a:p>
            <a:pPr lvl="1"/>
            <a:r>
              <a:rPr lang="nl-BE" b="1" dirty="0"/>
              <a:t>Kruistabel</a:t>
            </a:r>
            <a:endParaRPr lang="nl-BE" dirty="0"/>
          </a:p>
          <a:p>
            <a:pPr lvl="1"/>
            <a:r>
              <a:rPr lang="nl-BE" b="1" dirty="0"/>
              <a:t>Geclusterde en gestapelde staafdiagrammen</a:t>
            </a:r>
          </a:p>
        </p:txBody>
      </p:sp>
      <p:sp>
        <p:nvSpPr>
          <p:cNvPr id="4" name="Tijdelijke aanduiding voor dianummer 3">
            <a:extLst>
              <a:ext uri="{FF2B5EF4-FFF2-40B4-BE49-F238E27FC236}">
                <a16:creationId xmlns:a16="http://schemas.microsoft.com/office/drawing/2014/main" id="{A4374D4C-6505-4CF5-A6BD-81EDD63240E9}"/>
              </a:ext>
            </a:extLst>
          </p:cNvPr>
          <p:cNvSpPr>
            <a:spLocks noGrp="1"/>
          </p:cNvSpPr>
          <p:nvPr>
            <p:ph type="sldNum" sz="quarter" idx="12"/>
          </p:nvPr>
        </p:nvSpPr>
        <p:spPr/>
        <p:txBody>
          <a:bodyPr/>
          <a:lstStyle/>
          <a:p>
            <a:fld id="{7AE184E0-0BD4-4705-A12B-9B71DDE63301}" type="slidenum">
              <a:rPr lang="en-GB" noProof="0" smtClean="0"/>
              <a:t>5</a:t>
            </a:fld>
            <a:endParaRPr lang="en-GB" noProof="0" dirty="0"/>
          </a:p>
        </p:txBody>
      </p:sp>
      <p:pic>
        <p:nvPicPr>
          <p:cNvPr id="7" name="Afbeelding 6">
            <a:extLst>
              <a:ext uri="{FF2B5EF4-FFF2-40B4-BE49-F238E27FC236}">
                <a16:creationId xmlns:a16="http://schemas.microsoft.com/office/drawing/2014/main" id="{E388C77D-2A02-F239-7685-9E1AAC756F33}"/>
              </a:ext>
            </a:extLst>
          </p:cNvPr>
          <p:cNvPicPr>
            <a:picLocks noChangeAspect="1"/>
          </p:cNvPicPr>
          <p:nvPr/>
        </p:nvPicPr>
        <p:blipFill>
          <a:blip r:embed="rId3"/>
          <a:stretch>
            <a:fillRect/>
          </a:stretch>
        </p:blipFill>
        <p:spPr>
          <a:xfrm>
            <a:off x="9192904" y="4389326"/>
            <a:ext cx="6724719" cy="4915230"/>
          </a:xfrm>
          <a:prstGeom prst="rect">
            <a:avLst/>
          </a:prstGeom>
        </p:spPr>
      </p:pic>
      <p:pic>
        <p:nvPicPr>
          <p:cNvPr id="8" name="Tijdelijke aanduiding voor inhoud 12">
            <a:extLst>
              <a:ext uri="{FF2B5EF4-FFF2-40B4-BE49-F238E27FC236}">
                <a16:creationId xmlns:a16="http://schemas.microsoft.com/office/drawing/2014/main" id="{77A9AEB7-FDF0-BD61-1F6E-72D37BBF984E}"/>
              </a:ext>
            </a:extLst>
          </p:cNvPr>
          <p:cNvPicPr>
            <a:picLocks noChangeAspect="1"/>
          </p:cNvPicPr>
          <p:nvPr/>
        </p:nvPicPr>
        <p:blipFill rotWithShape="1">
          <a:blip r:embed="rId4">
            <a:extLst>
              <a:ext uri="{28A0092B-C50C-407E-A947-70E740481C1C}">
                <a14:useLocalDpi xmlns:a14="http://schemas.microsoft.com/office/drawing/2010/main" val="0"/>
              </a:ext>
            </a:extLst>
          </a:blip>
          <a:srcRect r="3313"/>
          <a:stretch/>
        </p:blipFill>
        <p:spPr>
          <a:xfrm>
            <a:off x="628536" y="4425681"/>
            <a:ext cx="8109729" cy="3894230"/>
          </a:xfrm>
          <a:prstGeom prst="rect">
            <a:avLst/>
          </a:prstGeom>
        </p:spPr>
      </p:pic>
    </p:spTree>
    <p:extLst>
      <p:ext uri="{BB962C8B-B14F-4D97-AF65-F5344CB8AC3E}">
        <p14:creationId xmlns:p14="http://schemas.microsoft.com/office/powerpoint/2010/main" val="1819581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46417C-7983-4933-A24B-130127A2F9C5}"/>
              </a:ext>
            </a:extLst>
          </p:cNvPr>
          <p:cNvSpPr>
            <a:spLocks noGrp="1"/>
          </p:cNvSpPr>
          <p:nvPr>
            <p:ph type="title"/>
          </p:nvPr>
        </p:nvSpPr>
        <p:spPr/>
        <p:txBody>
          <a:bodyPr/>
          <a:lstStyle/>
          <a:p>
            <a:r>
              <a:rPr lang="nl-BE" dirty="0"/>
              <a:t>Inleiding</a:t>
            </a:r>
          </a:p>
        </p:txBody>
      </p:sp>
      <p:sp>
        <p:nvSpPr>
          <p:cNvPr id="3" name="Tijdelijke aanduiding voor inhoud 2">
            <a:extLst>
              <a:ext uri="{FF2B5EF4-FFF2-40B4-BE49-F238E27FC236}">
                <a16:creationId xmlns:a16="http://schemas.microsoft.com/office/drawing/2014/main" id="{B79653B5-31CC-4B30-84DF-73319A19B7F6}"/>
              </a:ext>
            </a:extLst>
          </p:cNvPr>
          <p:cNvSpPr>
            <a:spLocks noGrp="1"/>
          </p:cNvSpPr>
          <p:nvPr>
            <p:ph idx="1"/>
          </p:nvPr>
        </p:nvSpPr>
        <p:spPr/>
        <p:txBody>
          <a:bodyPr>
            <a:normAutofit fontScale="92500" lnSpcReduction="20000"/>
          </a:bodyPr>
          <a:lstStyle/>
          <a:p>
            <a:pPr marL="86400" indent="0">
              <a:buNone/>
            </a:pPr>
            <a:r>
              <a:rPr lang="nl-BE" b="1" dirty="0"/>
              <a:t>Multivariate statistiek met twee categorische variabelen</a:t>
            </a:r>
          </a:p>
          <a:p>
            <a:r>
              <a:rPr lang="nl-BE" dirty="0"/>
              <a:t>Descriptieve statistiek:</a:t>
            </a:r>
          </a:p>
          <a:p>
            <a:pPr lvl="1"/>
            <a:r>
              <a:rPr lang="nl-BE" b="1" dirty="0"/>
              <a:t>Kruistabel</a:t>
            </a:r>
            <a:endParaRPr lang="nl-BE" dirty="0"/>
          </a:p>
          <a:p>
            <a:pPr lvl="1"/>
            <a:r>
              <a:rPr lang="nl-BE" b="1" dirty="0"/>
              <a:t>Geclusterde en gestapelde staafdiagrammen</a:t>
            </a:r>
          </a:p>
          <a:p>
            <a:pPr lvl="1"/>
            <a:endParaRPr lang="nl-BE" b="1" dirty="0"/>
          </a:p>
          <a:p>
            <a:r>
              <a:rPr lang="nl-BE" dirty="0" err="1"/>
              <a:t>Inferentiële</a:t>
            </a:r>
            <a:r>
              <a:rPr lang="nl-BE" dirty="0"/>
              <a:t> statistiek: verband tussen twee categorische variabelen toetsen</a:t>
            </a:r>
          </a:p>
          <a:p>
            <a:pPr lvl="1"/>
            <a:r>
              <a:rPr lang="nl-BE" b="1" dirty="0"/>
              <a:t>Chi-kwadraat toets</a:t>
            </a:r>
          </a:p>
          <a:p>
            <a:pPr lvl="2"/>
            <a:r>
              <a:rPr lang="nl-BE" dirty="0"/>
              <a:t>Bij onafhankelijke groepen</a:t>
            </a:r>
          </a:p>
          <a:p>
            <a:pPr lvl="2"/>
            <a:r>
              <a:rPr lang="nl-BE" b="1" dirty="0"/>
              <a:t>Fisher-Exact toets </a:t>
            </a:r>
            <a:r>
              <a:rPr lang="nl-BE" dirty="0"/>
              <a:t>= alternatieve toets bij schending assumpties Chi</a:t>
            </a:r>
            <a:r>
              <a:rPr lang="nl-BE" baseline="30000" dirty="0"/>
              <a:t>2</a:t>
            </a:r>
          </a:p>
          <a:p>
            <a:pPr lvl="2"/>
            <a:r>
              <a:rPr lang="nl-BE" b="1" dirty="0" err="1"/>
              <a:t>Partitioneren</a:t>
            </a:r>
            <a:endParaRPr lang="nl-BE" b="1" dirty="0"/>
          </a:p>
          <a:p>
            <a:pPr lvl="3"/>
            <a:r>
              <a:rPr lang="nl-BE" dirty="0"/>
              <a:t>In situaties waarbij minstens één categorische variabele meer dan 2 categorieën heeft (dus geen 2x2-kruistabel, maar bv. een 4x2-kruistabel)</a:t>
            </a:r>
          </a:p>
          <a:p>
            <a:pPr lvl="3"/>
            <a:r>
              <a:rPr lang="nl-BE" dirty="0"/>
              <a:t>= opsplitsen in 2x2-tabellen, en per tabel een Chi-kwadraat toets uitvoeren</a:t>
            </a:r>
          </a:p>
          <a:p>
            <a:pPr lvl="1"/>
            <a:r>
              <a:rPr lang="nl-BE" b="1" dirty="0" err="1"/>
              <a:t>McNemar</a:t>
            </a:r>
            <a:r>
              <a:rPr lang="nl-BE" b="1" dirty="0"/>
              <a:t> toets</a:t>
            </a:r>
          </a:p>
          <a:p>
            <a:pPr lvl="2"/>
            <a:r>
              <a:rPr lang="nl-BE" dirty="0"/>
              <a:t>Bij afhankelijke groepen</a:t>
            </a:r>
          </a:p>
        </p:txBody>
      </p:sp>
      <p:sp>
        <p:nvSpPr>
          <p:cNvPr id="4" name="Tijdelijke aanduiding voor dianummer 3">
            <a:extLst>
              <a:ext uri="{FF2B5EF4-FFF2-40B4-BE49-F238E27FC236}">
                <a16:creationId xmlns:a16="http://schemas.microsoft.com/office/drawing/2014/main" id="{A4374D4C-6505-4CF5-A6BD-81EDD63240E9}"/>
              </a:ext>
            </a:extLst>
          </p:cNvPr>
          <p:cNvSpPr>
            <a:spLocks noGrp="1"/>
          </p:cNvSpPr>
          <p:nvPr>
            <p:ph type="sldNum" sz="quarter" idx="12"/>
          </p:nvPr>
        </p:nvSpPr>
        <p:spPr/>
        <p:txBody>
          <a:bodyPr/>
          <a:lstStyle/>
          <a:p>
            <a:fld id="{7AE184E0-0BD4-4705-A12B-9B71DDE63301}" type="slidenum">
              <a:rPr lang="en-GB" noProof="0" smtClean="0"/>
              <a:t>6</a:t>
            </a:fld>
            <a:endParaRPr lang="en-GB" noProof="0" dirty="0"/>
          </a:p>
        </p:txBody>
      </p:sp>
      <p:pic>
        <p:nvPicPr>
          <p:cNvPr id="6" name="Picture 5">
            <a:extLst>
              <a:ext uri="{FF2B5EF4-FFF2-40B4-BE49-F238E27FC236}">
                <a16:creationId xmlns:a16="http://schemas.microsoft.com/office/drawing/2014/main" id="{FA7BAC0E-BBF8-6D81-7A28-B23F055D1E68}"/>
              </a:ext>
            </a:extLst>
          </p:cNvPr>
          <p:cNvPicPr>
            <a:picLocks noChangeAspect="1"/>
          </p:cNvPicPr>
          <p:nvPr/>
        </p:nvPicPr>
        <p:blipFill>
          <a:blip r:embed="rId3"/>
          <a:stretch>
            <a:fillRect/>
          </a:stretch>
        </p:blipFill>
        <p:spPr>
          <a:xfrm>
            <a:off x="9312676" y="9350534"/>
            <a:ext cx="7502217" cy="213232"/>
          </a:xfrm>
          <a:prstGeom prst="rect">
            <a:avLst/>
          </a:prstGeom>
        </p:spPr>
      </p:pic>
    </p:spTree>
    <p:extLst>
      <p:ext uri="{BB962C8B-B14F-4D97-AF65-F5344CB8AC3E}">
        <p14:creationId xmlns:p14="http://schemas.microsoft.com/office/powerpoint/2010/main" val="694882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Opgave 1</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p>
        </p:txBody>
      </p:sp>
    </p:spTree>
    <p:extLst>
      <p:ext uri="{BB962C8B-B14F-4D97-AF65-F5344CB8AC3E}">
        <p14:creationId xmlns:p14="http://schemas.microsoft.com/office/powerpoint/2010/main" val="235740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14CCC-3C85-9AE5-DD84-1E47396E390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FD8BEEA-FB3F-4C62-F3D0-24AE72F97AF8}"/>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007102A2-5791-C4C6-80A0-4A217205E912}"/>
              </a:ext>
            </a:extLst>
          </p:cNvPr>
          <p:cNvSpPr>
            <a:spLocks noGrp="1"/>
          </p:cNvSpPr>
          <p:nvPr>
            <p:ph idx="1"/>
          </p:nvPr>
        </p:nvSpPr>
        <p:spPr>
          <a:xfrm>
            <a:off x="327578" y="1816461"/>
            <a:ext cx="16857612" cy="7936842"/>
          </a:xfrm>
        </p:spPr>
        <p:txBody>
          <a:bodyPr>
            <a:normAutofit/>
          </a:bodyPr>
          <a:lstStyle/>
          <a:p>
            <a:pPr marL="86390" indent="0">
              <a:buNone/>
            </a:pPr>
            <a:r>
              <a:rPr lang="nl-BE" b="1" dirty="0"/>
              <a:t>Opgave 1</a:t>
            </a:r>
          </a:p>
          <a:p>
            <a:r>
              <a:rPr lang="nl-BE" dirty="0"/>
              <a:t>Open ‘DATA_WAVE1_CenW.sav’. Is er een significant verband tussen een partner hebben zijn (W1_Relatiestatus) en werksituatie (W1_ACT)?</a:t>
            </a:r>
          </a:p>
        </p:txBody>
      </p:sp>
      <p:sp>
        <p:nvSpPr>
          <p:cNvPr id="4" name="Tijdelijke aanduiding voor dianummer 3">
            <a:extLst>
              <a:ext uri="{FF2B5EF4-FFF2-40B4-BE49-F238E27FC236}">
                <a16:creationId xmlns:a16="http://schemas.microsoft.com/office/drawing/2014/main" id="{6E14C9DF-7450-E23A-8C0F-15FD5AE175A3}"/>
              </a:ext>
            </a:extLst>
          </p:cNvPr>
          <p:cNvSpPr>
            <a:spLocks noGrp="1"/>
          </p:cNvSpPr>
          <p:nvPr>
            <p:ph type="sldNum" sz="quarter" idx="12"/>
          </p:nvPr>
        </p:nvSpPr>
        <p:spPr/>
        <p:txBody>
          <a:bodyPr/>
          <a:lstStyle/>
          <a:p>
            <a:fld id="{7AE184E0-0BD4-4705-A12B-9B71DDE63301}" type="slidenum">
              <a:rPr lang="en-GB" noProof="0" smtClean="0"/>
              <a:t>8</a:t>
            </a:fld>
            <a:endParaRPr lang="en-GB" noProof="0" dirty="0"/>
          </a:p>
        </p:txBody>
      </p:sp>
    </p:spTree>
    <p:extLst>
      <p:ext uri="{BB962C8B-B14F-4D97-AF65-F5344CB8AC3E}">
        <p14:creationId xmlns:p14="http://schemas.microsoft.com/office/powerpoint/2010/main" val="29468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42E9E-C87C-FA9C-0F89-DD646FD2B8A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0A46B93-4772-14EF-990B-E354F5E03B9D}"/>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D347AF0C-38D9-1342-5254-814D057E7D63}"/>
              </a:ext>
            </a:extLst>
          </p:cNvPr>
          <p:cNvSpPr>
            <a:spLocks noGrp="1"/>
          </p:cNvSpPr>
          <p:nvPr>
            <p:ph idx="1"/>
          </p:nvPr>
        </p:nvSpPr>
        <p:spPr>
          <a:xfrm>
            <a:off x="327578" y="1816461"/>
            <a:ext cx="16857612" cy="7936842"/>
          </a:xfrm>
        </p:spPr>
        <p:txBody>
          <a:bodyPr>
            <a:normAutofit/>
          </a:bodyPr>
          <a:lstStyle/>
          <a:p>
            <a:pPr marL="86390" indent="0">
              <a:buNone/>
            </a:pPr>
            <a:r>
              <a:rPr lang="nl-BE" b="1" dirty="0"/>
              <a:t>Opgave 1</a:t>
            </a:r>
          </a:p>
          <a:p>
            <a:r>
              <a:rPr lang="nl-BE" dirty="0"/>
              <a:t>Open ‘DATA_WAVE1_CenW.sav’. Is er een significant verband tussen een partner hebben zijn (W1_Relatiestatus) en werksituatie (W1_ACT)?</a:t>
            </a:r>
          </a:p>
          <a:p>
            <a:r>
              <a:rPr lang="nl-BE" b="1" dirty="0"/>
              <a:t>Stap 1. </a:t>
            </a:r>
            <a:r>
              <a:rPr lang="nl-BE" dirty="0"/>
              <a:t>Kiezen van juiste analysemethode</a:t>
            </a:r>
          </a:p>
          <a:p>
            <a:pPr marL="1234199" lvl="1" indent="-514287">
              <a:buFont typeface="+mj-lt"/>
              <a:buAutoNum type="arabicPeriod"/>
            </a:pPr>
            <a:r>
              <a:rPr lang="nl-BE" b="1" dirty="0"/>
              <a:t>Hoeveel variabelen?</a:t>
            </a:r>
            <a:endParaRPr lang="nl-BE" dirty="0"/>
          </a:p>
          <a:p>
            <a:pPr marL="1234199" lvl="1" indent="-514287">
              <a:buFont typeface="+mj-lt"/>
              <a:buAutoNum type="arabicPeriod"/>
            </a:pPr>
            <a:r>
              <a:rPr lang="nl-BE" b="1" dirty="0"/>
              <a:t>Welk meetniveau?</a:t>
            </a:r>
            <a:endParaRPr lang="nl-BE" dirty="0"/>
          </a:p>
          <a:p>
            <a:pPr marL="1234199" lvl="1" indent="-514287">
              <a:buFont typeface="+mj-lt"/>
              <a:buAutoNum type="arabicPeriod"/>
            </a:pPr>
            <a:r>
              <a:rPr lang="nl-BE" b="1" dirty="0"/>
              <a:t>Welke rol?</a:t>
            </a:r>
            <a:endParaRPr lang="nl-BE" dirty="0"/>
          </a:p>
          <a:p>
            <a:pPr marL="86400" indent="0">
              <a:buNone/>
            </a:pPr>
            <a:endParaRPr lang="nl-BE" dirty="0"/>
          </a:p>
        </p:txBody>
      </p:sp>
      <p:sp>
        <p:nvSpPr>
          <p:cNvPr id="4" name="Tijdelijke aanduiding voor dianummer 3">
            <a:extLst>
              <a:ext uri="{FF2B5EF4-FFF2-40B4-BE49-F238E27FC236}">
                <a16:creationId xmlns:a16="http://schemas.microsoft.com/office/drawing/2014/main" id="{A0C49BC8-861D-CDCE-0F61-0FE437755A05}"/>
              </a:ext>
            </a:extLst>
          </p:cNvPr>
          <p:cNvSpPr>
            <a:spLocks noGrp="1"/>
          </p:cNvSpPr>
          <p:nvPr>
            <p:ph type="sldNum" sz="quarter" idx="12"/>
          </p:nvPr>
        </p:nvSpPr>
        <p:spPr/>
        <p:txBody>
          <a:bodyPr/>
          <a:lstStyle/>
          <a:p>
            <a:fld id="{7AE184E0-0BD4-4705-A12B-9B71DDE63301}" type="slidenum">
              <a:rPr lang="en-GB" noProof="0" smtClean="0"/>
              <a:t>9</a:t>
            </a:fld>
            <a:endParaRPr lang="en-GB" noProof="0" dirty="0"/>
          </a:p>
        </p:txBody>
      </p:sp>
    </p:spTree>
    <p:extLst>
      <p:ext uri="{BB962C8B-B14F-4D97-AF65-F5344CB8AC3E}">
        <p14:creationId xmlns:p14="http://schemas.microsoft.com/office/powerpoint/2010/main" val="2378685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EBF46-CE9F-AF24-BE7B-C62ADFD8C57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E8EBB45-8CD0-F468-984C-6C303488F6E0}"/>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A4838DD8-AE68-D8B6-801C-11AE9AA9D06F}"/>
              </a:ext>
            </a:extLst>
          </p:cNvPr>
          <p:cNvSpPr>
            <a:spLocks noGrp="1"/>
          </p:cNvSpPr>
          <p:nvPr>
            <p:ph idx="1"/>
          </p:nvPr>
        </p:nvSpPr>
        <p:spPr>
          <a:xfrm>
            <a:off x="327578" y="1816461"/>
            <a:ext cx="16857612" cy="7936842"/>
          </a:xfrm>
        </p:spPr>
        <p:txBody>
          <a:bodyPr>
            <a:normAutofit/>
          </a:bodyPr>
          <a:lstStyle/>
          <a:p>
            <a:pPr marL="86390" indent="0">
              <a:buNone/>
            </a:pPr>
            <a:r>
              <a:rPr lang="nl-BE" b="1" dirty="0"/>
              <a:t>Opgave 1</a:t>
            </a:r>
          </a:p>
          <a:p>
            <a:r>
              <a:rPr lang="nl-BE" dirty="0"/>
              <a:t>Open ‘DATA_WAVE1_CenW.sav’. Is er een significant verband tussen een partner hebben (W1_Relatiestatus) en werksituatie (W1_ACT)?</a:t>
            </a:r>
          </a:p>
          <a:p>
            <a:r>
              <a:rPr lang="nl-BE" b="1" dirty="0"/>
              <a:t>Stap 1. </a:t>
            </a:r>
            <a:r>
              <a:rPr lang="nl-BE" dirty="0"/>
              <a:t>Kiezen van juiste analysemethode</a:t>
            </a:r>
          </a:p>
          <a:p>
            <a:pPr marL="1234199" lvl="1" indent="-514287">
              <a:buFont typeface="+mj-lt"/>
              <a:buAutoNum type="arabicPeriod"/>
            </a:pPr>
            <a:r>
              <a:rPr lang="nl-BE" b="1" dirty="0"/>
              <a:t>Hoeveel variabelen?</a:t>
            </a:r>
            <a:endParaRPr lang="nl-BE" dirty="0"/>
          </a:p>
          <a:p>
            <a:pPr lvl="2"/>
            <a:r>
              <a:rPr lang="nl-BE" dirty="0"/>
              <a:t>Twee variabelen</a:t>
            </a:r>
          </a:p>
          <a:p>
            <a:pPr marL="1234199" lvl="1" indent="-514287">
              <a:buFont typeface="+mj-lt"/>
              <a:buAutoNum type="arabicPeriod"/>
            </a:pPr>
            <a:r>
              <a:rPr lang="nl-BE" b="1" dirty="0"/>
              <a:t>Welk meetniveau?</a:t>
            </a:r>
            <a:endParaRPr lang="nl-BE" dirty="0"/>
          </a:p>
          <a:p>
            <a:pPr lvl="2"/>
            <a:r>
              <a:rPr lang="nl-BE" dirty="0"/>
              <a:t>‘W1_Relatiestatus’: nominaal, twee categorieën</a:t>
            </a:r>
          </a:p>
          <a:p>
            <a:pPr lvl="2"/>
            <a:r>
              <a:rPr lang="nl-BE" dirty="0"/>
              <a:t>‘W1_ACT’: nominaal, drie categorieën</a:t>
            </a:r>
          </a:p>
          <a:p>
            <a:pPr marL="1234199" lvl="1" indent="-514287">
              <a:buFont typeface="+mj-lt"/>
              <a:buAutoNum type="arabicPeriod"/>
            </a:pPr>
            <a:r>
              <a:rPr lang="nl-BE" b="1" dirty="0"/>
              <a:t>Welke rol?</a:t>
            </a:r>
            <a:endParaRPr lang="nl-BE" dirty="0"/>
          </a:p>
          <a:p>
            <a:pPr lvl="2"/>
            <a:r>
              <a:rPr lang="nl-BE" dirty="0"/>
              <a:t>Relatiestatus: onafhankelijke variabele</a:t>
            </a:r>
          </a:p>
          <a:p>
            <a:pPr lvl="2"/>
            <a:r>
              <a:rPr lang="nl-BE" dirty="0"/>
              <a:t>Werksituatie: afhankelijke variabele</a:t>
            </a:r>
          </a:p>
          <a:p>
            <a:pPr lvl="2"/>
            <a:endParaRPr lang="nl-BE" dirty="0"/>
          </a:p>
          <a:p>
            <a:endParaRPr lang="nl-BE" dirty="0"/>
          </a:p>
        </p:txBody>
      </p:sp>
      <p:sp>
        <p:nvSpPr>
          <p:cNvPr id="4" name="Tijdelijke aanduiding voor dianummer 3">
            <a:extLst>
              <a:ext uri="{FF2B5EF4-FFF2-40B4-BE49-F238E27FC236}">
                <a16:creationId xmlns:a16="http://schemas.microsoft.com/office/drawing/2014/main" id="{EB538AC8-9D7C-E7C2-0B2A-C5FC0AE24E84}"/>
              </a:ext>
            </a:extLst>
          </p:cNvPr>
          <p:cNvSpPr>
            <a:spLocks noGrp="1"/>
          </p:cNvSpPr>
          <p:nvPr>
            <p:ph type="sldNum" sz="quarter" idx="12"/>
          </p:nvPr>
        </p:nvSpPr>
        <p:spPr/>
        <p:txBody>
          <a:bodyPr/>
          <a:lstStyle/>
          <a:p>
            <a:fld id="{7AE184E0-0BD4-4705-A12B-9B71DDE63301}" type="slidenum">
              <a:rPr lang="en-GB" noProof="0" smtClean="0"/>
              <a:t>10</a:t>
            </a:fld>
            <a:endParaRPr lang="en-GB" noProof="0" dirty="0"/>
          </a:p>
        </p:txBody>
      </p:sp>
    </p:spTree>
    <p:extLst>
      <p:ext uri="{BB962C8B-B14F-4D97-AF65-F5344CB8AC3E}">
        <p14:creationId xmlns:p14="http://schemas.microsoft.com/office/powerpoint/2010/main" val="2773794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ijdelijke aanduiding voor dianummer 3">
            <a:extLst>
              <a:ext uri="{FF2B5EF4-FFF2-40B4-BE49-F238E27FC236}">
                <a16:creationId xmlns:a16="http://schemas.microsoft.com/office/drawing/2014/main" id="{427DE994-F074-4C0D-8953-B2E6B5E2818D}"/>
              </a:ext>
            </a:extLst>
          </p:cNvPr>
          <p:cNvSpPr txBox="1">
            <a:spLocks/>
          </p:cNvSpPr>
          <p:nvPr/>
        </p:nvSpPr>
        <p:spPr>
          <a:xfrm>
            <a:off x="16263830" y="8959510"/>
            <a:ext cx="921880" cy="519289"/>
          </a:xfrm>
          <a:prstGeom prst="rect">
            <a:avLst/>
          </a:prstGeom>
        </p:spPr>
        <p:txBody>
          <a:bodyPr vert="horz" lIns="91440" tIns="45720" rIns="91440" bIns="45720" rtlCol="0" anchor="ctr"/>
          <a:lstStyle>
            <a:defPPr>
              <a:defRPr lang="en-US"/>
            </a:defPPr>
            <a:lvl1pPr marL="0" algn="r" defTabSz="1300368" rtl="0" eaLnBrk="1" latinLnBrk="0" hangingPunct="1">
              <a:defRPr sz="1707" kern="1200">
                <a:solidFill>
                  <a:schemeClr val="tx1">
                    <a:tint val="75000"/>
                  </a:schemeClr>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fld id="{7AE184E0-0BD4-4705-A12B-9B71DDE63301}" type="slidenum">
              <a:rPr lang="en-GB" smtClean="0"/>
              <a:pPr/>
              <a:t>11</a:t>
            </a:fld>
            <a:endParaRPr lang="en-GB" dirty="0"/>
          </a:p>
        </p:txBody>
      </p:sp>
      <p:pic>
        <p:nvPicPr>
          <p:cNvPr id="250" name="Afbeelding 249">
            <a:extLst>
              <a:ext uri="{FF2B5EF4-FFF2-40B4-BE49-F238E27FC236}">
                <a16:creationId xmlns:a16="http://schemas.microsoft.com/office/drawing/2014/main" id="{F27A35D4-BF18-08FD-EC88-473129AED80C}"/>
              </a:ext>
            </a:extLst>
          </p:cNvPr>
          <p:cNvPicPr>
            <a:picLocks noChangeAspect="1"/>
          </p:cNvPicPr>
          <p:nvPr/>
        </p:nvPicPr>
        <p:blipFill>
          <a:blip r:embed="rId2"/>
          <a:stretch>
            <a:fillRect/>
          </a:stretch>
        </p:blipFill>
        <p:spPr>
          <a:xfrm>
            <a:off x="1342021" y="0"/>
            <a:ext cx="14654632" cy="9753600"/>
          </a:xfrm>
          <a:prstGeom prst="rect">
            <a:avLst/>
          </a:prstGeom>
        </p:spPr>
      </p:pic>
    </p:spTree>
    <p:extLst>
      <p:ext uri="{BB962C8B-B14F-4D97-AF65-F5344CB8AC3E}">
        <p14:creationId xmlns:p14="http://schemas.microsoft.com/office/powerpoint/2010/main" val="178933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978DE-A10B-8EE3-6955-461E2509236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88354D3-1F5B-AABF-062C-1E052AEBD0C4}"/>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9B01D3A3-1818-4563-E2CE-DD2CAC05FB90}"/>
              </a:ext>
            </a:extLst>
          </p:cNvPr>
          <p:cNvSpPr>
            <a:spLocks noGrp="1"/>
          </p:cNvSpPr>
          <p:nvPr>
            <p:ph idx="1"/>
          </p:nvPr>
        </p:nvSpPr>
        <p:spPr>
          <a:xfrm>
            <a:off x="327578" y="1816461"/>
            <a:ext cx="16857612" cy="7936842"/>
          </a:xfrm>
        </p:spPr>
        <p:txBody>
          <a:bodyPr>
            <a:normAutofit/>
          </a:bodyPr>
          <a:lstStyle/>
          <a:p>
            <a:pPr marL="86390" indent="0">
              <a:buNone/>
            </a:pPr>
            <a:r>
              <a:rPr lang="nl-BE" b="1" dirty="0"/>
              <a:t>Opgave 1</a:t>
            </a:r>
          </a:p>
          <a:p>
            <a:r>
              <a:rPr lang="nl-BE" dirty="0"/>
              <a:t>Open ‘DATA_WAVE1_CenW.sav’. Is er een significant verband tussen een partner hebben (W1_Relatiestatus) en werksituatie (W1_ACT)?</a:t>
            </a:r>
          </a:p>
          <a:p>
            <a:r>
              <a:rPr lang="nl-BE" b="1" dirty="0"/>
              <a:t>Stap 1. </a:t>
            </a:r>
            <a:r>
              <a:rPr lang="nl-BE" dirty="0"/>
              <a:t>Kiezen van juiste analysemethode</a:t>
            </a:r>
          </a:p>
          <a:p>
            <a:pPr marL="1234199" lvl="1" indent="-514287">
              <a:buFont typeface="+mj-lt"/>
              <a:buAutoNum type="arabicPeriod"/>
            </a:pPr>
            <a:r>
              <a:rPr lang="nl-BE" b="1" dirty="0"/>
              <a:t>Hoeveel variabelen?</a:t>
            </a:r>
            <a:endParaRPr lang="nl-BE" dirty="0"/>
          </a:p>
          <a:p>
            <a:pPr lvl="2"/>
            <a:r>
              <a:rPr lang="nl-BE" dirty="0"/>
              <a:t>Twee variabelen</a:t>
            </a:r>
          </a:p>
          <a:p>
            <a:pPr marL="1234199" lvl="1" indent="-514287">
              <a:buFont typeface="+mj-lt"/>
              <a:buAutoNum type="arabicPeriod"/>
            </a:pPr>
            <a:r>
              <a:rPr lang="nl-BE" b="1" dirty="0"/>
              <a:t>Welk meetniveau?</a:t>
            </a:r>
            <a:endParaRPr lang="nl-BE" dirty="0"/>
          </a:p>
          <a:p>
            <a:pPr lvl="2"/>
            <a:r>
              <a:rPr lang="nl-BE" dirty="0"/>
              <a:t>‘W1_Relatiestatus’: nominaal, twee categorieën</a:t>
            </a:r>
          </a:p>
          <a:p>
            <a:pPr lvl="2"/>
            <a:r>
              <a:rPr lang="nl-BE" dirty="0"/>
              <a:t>‘W1_ACT’: nominaal, drie categorieën</a:t>
            </a:r>
          </a:p>
          <a:p>
            <a:pPr marL="1234199" lvl="1" indent="-514287">
              <a:buFont typeface="+mj-lt"/>
              <a:buAutoNum type="arabicPeriod"/>
            </a:pPr>
            <a:r>
              <a:rPr lang="nl-BE" b="1" dirty="0"/>
              <a:t>Welke rol?</a:t>
            </a:r>
            <a:endParaRPr lang="nl-BE" dirty="0"/>
          </a:p>
          <a:p>
            <a:pPr lvl="2"/>
            <a:r>
              <a:rPr lang="nl-BE" dirty="0"/>
              <a:t>Relatiestatus : onafhankelijke variabele</a:t>
            </a:r>
          </a:p>
          <a:p>
            <a:pPr lvl="2"/>
            <a:r>
              <a:rPr lang="nl-BE" dirty="0"/>
              <a:t>Werksituatie: afhankelijke variabele</a:t>
            </a:r>
          </a:p>
          <a:p>
            <a:pPr lvl="2"/>
            <a:endParaRPr lang="nl-BE" dirty="0"/>
          </a:p>
          <a:p>
            <a:pPr lvl="4"/>
            <a:r>
              <a:rPr lang="nl-BE" b="1" dirty="0"/>
              <a:t>Flowchart: </a:t>
            </a:r>
            <a:r>
              <a:rPr lang="nl-BE" b="1" dirty="0" err="1"/>
              <a:t>Chi-kwadraat-toets</a:t>
            </a:r>
            <a:endParaRPr lang="nl-BE" b="1" dirty="0"/>
          </a:p>
          <a:p>
            <a:endParaRPr lang="nl-BE" dirty="0"/>
          </a:p>
        </p:txBody>
      </p:sp>
      <p:sp>
        <p:nvSpPr>
          <p:cNvPr id="4" name="Tijdelijke aanduiding voor dianummer 3">
            <a:extLst>
              <a:ext uri="{FF2B5EF4-FFF2-40B4-BE49-F238E27FC236}">
                <a16:creationId xmlns:a16="http://schemas.microsoft.com/office/drawing/2014/main" id="{71D09562-55A0-31F4-CAA9-E47F31194F25}"/>
              </a:ext>
            </a:extLst>
          </p:cNvPr>
          <p:cNvSpPr>
            <a:spLocks noGrp="1"/>
          </p:cNvSpPr>
          <p:nvPr>
            <p:ph type="sldNum" sz="quarter" idx="12"/>
          </p:nvPr>
        </p:nvSpPr>
        <p:spPr/>
        <p:txBody>
          <a:bodyPr/>
          <a:lstStyle/>
          <a:p>
            <a:fld id="{7AE184E0-0BD4-4705-A12B-9B71DDE63301}" type="slidenum">
              <a:rPr lang="en-GB" noProof="0" smtClean="0"/>
              <a:t>12</a:t>
            </a:fld>
            <a:endParaRPr lang="en-GB" noProof="0" dirty="0"/>
          </a:p>
        </p:txBody>
      </p:sp>
    </p:spTree>
    <p:extLst>
      <p:ext uri="{BB962C8B-B14F-4D97-AF65-F5344CB8AC3E}">
        <p14:creationId xmlns:p14="http://schemas.microsoft.com/office/powerpoint/2010/main" val="3645464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137F89-A959-A38F-14A5-73D0042EF67D}"/>
              </a:ext>
            </a:extLst>
          </p:cNvPr>
          <p:cNvSpPr>
            <a:spLocks noGrp="1"/>
          </p:cNvSpPr>
          <p:nvPr>
            <p:ph type="title"/>
          </p:nvPr>
        </p:nvSpPr>
        <p:spPr/>
        <p:txBody>
          <a:bodyPr/>
          <a:lstStyle/>
          <a:p>
            <a:r>
              <a:rPr lang="nl-BE" dirty="0"/>
              <a:t>Opgave 1: Verband Relatiestatus x Werksituatie</a:t>
            </a:r>
            <a:endParaRPr lang="nl-NL" dirty="0"/>
          </a:p>
        </p:txBody>
      </p:sp>
      <p:sp>
        <p:nvSpPr>
          <p:cNvPr id="3" name="Tijdelijke aanduiding voor inhoud 2">
            <a:extLst>
              <a:ext uri="{FF2B5EF4-FFF2-40B4-BE49-F238E27FC236}">
                <a16:creationId xmlns:a16="http://schemas.microsoft.com/office/drawing/2014/main" id="{640EEB03-205D-9CF3-B7DC-88954EA347BC}"/>
              </a:ext>
            </a:extLst>
          </p:cNvPr>
          <p:cNvSpPr>
            <a:spLocks noGrp="1"/>
          </p:cNvSpPr>
          <p:nvPr>
            <p:ph idx="1"/>
          </p:nvPr>
        </p:nvSpPr>
        <p:spPr/>
        <p:txBody>
          <a:bodyPr/>
          <a:lstStyle/>
          <a:p>
            <a:r>
              <a:rPr lang="nl-NL" b="1" dirty="0"/>
              <a:t>Stap 2. </a:t>
            </a:r>
            <a:r>
              <a:rPr lang="nl-NL" dirty="0"/>
              <a:t>Datacontrole.</a:t>
            </a:r>
          </a:p>
          <a:p>
            <a:pPr lvl="1"/>
            <a:r>
              <a:rPr lang="nl-NL" b="1" dirty="0"/>
              <a:t>Inconsistentiecheck</a:t>
            </a:r>
          </a:p>
        </p:txBody>
      </p:sp>
      <p:sp>
        <p:nvSpPr>
          <p:cNvPr id="4" name="Tijdelijke aanduiding voor dianummer 3">
            <a:extLst>
              <a:ext uri="{FF2B5EF4-FFF2-40B4-BE49-F238E27FC236}">
                <a16:creationId xmlns:a16="http://schemas.microsoft.com/office/drawing/2014/main" id="{A203801E-F623-CB83-C039-EAA731B429D0}"/>
              </a:ext>
            </a:extLst>
          </p:cNvPr>
          <p:cNvSpPr>
            <a:spLocks noGrp="1"/>
          </p:cNvSpPr>
          <p:nvPr>
            <p:ph type="sldNum" sz="quarter" idx="12"/>
          </p:nvPr>
        </p:nvSpPr>
        <p:spPr/>
        <p:txBody>
          <a:bodyPr/>
          <a:lstStyle/>
          <a:p>
            <a:fld id="{7AE184E0-0BD4-4705-A12B-9B71DDE63301}" type="slidenum">
              <a:rPr lang="en-GB" noProof="0" smtClean="0"/>
              <a:t>13</a:t>
            </a:fld>
            <a:endParaRPr lang="en-GB" noProof="0" dirty="0"/>
          </a:p>
        </p:txBody>
      </p:sp>
      <p:sp>
        <p:nvSpPr>
          <p:cNvPr id="6" name="Rectangle 3">
            <a:extLst>
              <a:ext uri="{FF2B5EF4-FFF2-40B4-BE49-F238E27FC236}">
                <a16:creationId xmlns:a16="http://schemas.microsoft.com/office/drawing/2014/main" id="{6EA26256-339C-1234-41B8-C8A56B7012CE}"/>
              </a:ext>
            </a:extLst>
          </p:cNvPr>
          <p:cNvSpPr>
            <a:spLocks noChangeArrowheads="1"/>
          </p:cNvSpPr>
          <p:nvPr/>
        </p:nvSpPr>
        <p:spPr bwMode="auto">
          <a:xfrm>
            <a:off x="0" y="0"/>
            <a:ext cx="1733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
        <p:nvSpPr>
          <p:cNvPr id="7" name="Rectangle 4">
            <a:extLst>
              <a:ext uri="{FF2B5EF4-FFF2-40B4-BE49-F238E27FC236}">
                <a16:creationId xmlns:a16="http://schemas.microsoft.com/office/drawing/2014/main" id="{0A63004D-FE79-AB01-AE71-68192C9FF5F2}"/>
              </a:ext>
            </a:extLst>
          </p:cNvPr>
          <p:cNvSpPr>
            <a:spLocks noChangeArrowheads="1"/>
          </p:cNvSpPr>
          <p:nvPr/>
        </p:nvSpPr>
        <p:spPr bwMode="auto">
          <a:xfrm>
            <a:off x="0" y="3378200"/>
            <a:ext cx="17338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Tree>
    <p:extLst>
      <p:ext uri="{BB962C8B-B14F-4D97-AF65-F5344CB8AC3E}">
        <p14:creationId xmlns:p14="http://schemas.microsoft.com/office/powerpoint/2010/main" val="1491679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137F89-A959-A38F-14A5-73D0042EF67D}"/>
              </a:ext>
            </a:extLst>
          </p:cNvPr>
          <p:cNvSpPr>
            <a:spLocks noGrp="1"/>
          </p:cNvSpPr>
          <p:nvPr>
            <p:ph type="title"/>
          </p:nvPr>
        </p:nvSpPr>
        <p:spPr/>
        <p:txBody>
          <a:bodyPr/>
          <a:lstStyle/>
          <a:p>
            <a:r>
              <a:rPr lang="nl-BE" dirty="0"/>
              <a:t>Opgave 1: Verband Relatiestatus x Werksituatie</a:t>
            </a:r>
            <a:endParaRPr lang="nl-NL" dirty="0"/>
          </a:p>
        </p:txBody>
      </p:sp>
      <p:sp>
        <p:nvSpPr>
          <p:cNvPr id="3" name="Tijdelijke aanduiding voor inhoud 2">
            <a:extLst>
              <a:ext uri="{FF2B5EF4-FFF2-40B4-BE49-F238E27FC236}">
                <a16:creationId xmlns:a16="http://schemas.microsoft.com/office/drawing/2014/main" id="{640EEB03-205D-9CF3-B7DC-88954EA347BC}"/>
              </a:ext>
            </a:extLst>
          </p:cNvPr>
          <p:cNvSpPr>
            <a:spLocks noGrp="1"/>
          </p:cNvSpPr>
          <p:nvPr>
            <p:ph idx="1"/>
          </p:nvPr>
        </p:nvSpPr>
        <p:spPr/>
        <p:txBody>
          <a:bodyPr/>
          <a:lstStyle/>
          <a:p>
            <a:r>
              <a:rPr lang="nl-NL" b="1" dirty="0"/>
              <a:t>Stap 2. </a:t>
            </a:r>
            <a:r>
              <a:rPr lang="nl-NL" dirty="0"/>
              <a:t>Datacontrole.</a:t>
            </a:r>
          </a:p>
          <a:p>
            <a:pPr lvl="1"/>
            <a:r>
              <a:rPr lang="nl-NL" b="1" dirty="0"/>
              <a:t>Inconsistentiecheck</a:t>
            </a:r>
            <a:r>
              <a:rPr lang="nl-NL" dirty="0"/>
              <a:t>:</a:t>
            </a:r>
          </a:p>
          <a:p>
            <a:pPr lvl="2"/>
            <a:r>
              <a:rPr lang="nl-NL" dirty="0"/>
              <a:t>= Frequentietabel!</a:t>
            </a:r>
          </a:p>
          <a:p>
            <a:endParaRPr lang="nl-NL" dirty="0"/>
          </a:p>
        </p:txBody>
      </p:sp>
      <p:sp>
        <p:nvSpPr>
          <p:cNvPr id="4" name="Tijdelijke aanduiding voor dianummer 3">
            <a:extLst>
              <a:ext uri="{FF2B5EF4-FFF2-40B4-BE49-F238E27FC236}">
                <a16:creationId xmlns:a16="http://schemas.microsoft.com/office/drawing/2014/main" id="{A203801E-F623-CB83-C039-EAA731B429D0}"/>
              </a:ext>
            </a:extLst>
          </p:cNvPr>
          <p:cNvSpPr>
            <a:spLocks noGrp="1"/>
          </p:cNvSpPr>
          <p:nvPr>
            <p:ph type="sldNum" sz="quarter" idx="12"/>
          </p:nvPr>
        </p:nvSpPr>
        <p:spPr/>
        <p:txBody>
          <a:bodyPr/>
          <a:lstStyle/>
          <a:p>
            <a:fld id="{7AE184E0-0BD4-4705-A12B-9B71DDE63301}" type="slidenum">
              <a:rPr lang="en-GB" noProof="0" smtClean="0"/>
              <a:t>14</a:t>
            </a:fld>
            <a:endParaRPr lang="en-GB" noProof="0" dirty="0"/>
          </a:p>
        </p:txBody>
      </p:sp>
      <p:sp>
        <p:nvSpPr>
          <p:cNvPr id="6" name="Rectangle 3">
            <a:extLst>
              <a:ext uri="{FF2B5EF4-FFF2-40B4-BE49-F238E27FC236}">
                <a16:creationId xmlns:a16="http://schemas.microsoft.com/office/drawing/2014/main" id="{6EA26256-339C-1234-41B8-C8A56B7012CE}"/>
              </a:ext>
            </a:extLst>
          </p:cNvPr>
          <p:cNvSpPr>
            <a:spLocks noChangeArrowheads="1"/>
          </p:cNvSpPr>
          <p:nvPr/>
        </p:nvSpPr>
        <p:spPr bwMode="auto">
          <a:xfrm>
            <a:off x="0" y="0"/>
            <a:ext cx="1733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
        <p:nvSpPr>
          <p:cNvPr id="7" name="Rectangle 4">
            <a:extLst>
              <a:ext uri="{FF2B5EF4-FFF2-40B4-BE49-F238E27FC236}">
                <a16:creationId xmlns:a16="http://schemas.microsoft.com/office/drawing/2014/main" id="{0A63004D-FE79-AB01-AE71-68192C9FF5F2}"/>
              </a:ext>
            </a:extLst>
          </p:cNvPr>
          <p:cNvSpPr>
            <a:spLocks noChangeArrowheads="1"/>
          </p:cNvSpPr>
          <p:nvPr/>
        </p:nvSpPr>
        <p:spPr bwMode="auto">
          <a:xfrm>
            <a:off x="0" y="3378200"/>
            <a:ext cx="17338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pic>
        <p:nvPicPr>
          <p:cNvPr id="9" name="Afbeelding 8">
            <a:extLst>
              <a:ext uri="{FF2B5EF4-FFF2-40B4-BE49-F238E27FC236}">
                <a16:creationId xmlns:a16="http://schemas.microsoft.com/office/drawing/2014/main" id="{459F3C20-232F-3D8F-A29C-665551EA7025}"/>
              </a:ext>
            </a:extLst>
          </p:cNvPr>
          <p:cNvPicPr>
            <a:picLocks noChangeAspect="1"/>
          </p:cNvPicPr>
          <p:nvPr/>
        </p:nvPicPr>
        <p:blipFill>
          <a:blip r:embed="rId2"/>
          <a:stretch>
            <a:fillRect/>
          </a:stretch>
        </p:blipFill>
        <p:spPr>
          <a:xfrm>
            <a:off x="6679458" y="2277929"/>
            <a:ext cx="9584372" cy="5940951"/>
          </a:xfrm>
          <a:prstGeom prst="rect">
            <a:avLst/>
          </a:prstGeom>
        </p:spPr>
      </p:pic>
    </p:spTree>
    <p:extLst>
      <p:ext uri="{BB962C8B-B14F-4D97-AF65-F5344CB8AC3E}">
        <p14:creationId xmlns:p14="http://schemas.microsoft.com/office/powerpoint/2010/main" val="1025208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137F89-A959-A38F-14A5-73D0042EF67D}"/>
              </a:ext>
            </a:extLst>
          </p:cNvPr>
          <p:cNvSpPr>
            <a:spLocks noGrp="1"/>
          </p:cNvSpPr>
          <p:nvPr>
            <p:ph type="title"/>
          </p:nvPr>
        </p:nvSpPr>
        <p:spPr/>
        <p:txBody>
          <a:bodyPr/>
          <a:lstStyle/>
          <a:p>
            <a:r>
              <a:rPr lang="nl-BE" dirty="0"/>
              <a:t>Opgave 1: Verband Relatiestatus x Werksituatie</a:t>
            </a:r>
            <a:endParaRPr lang="nl-NL" dirty="0"/>
          </a:p>
        </p:txBody>
      </p:sp>
      <p:sp>
        <p:nvSpPr>
          <p:cNvPr id="3" name="Tijdelijke aanduiding voor inhoud 2">
            <a:extLst>
              <a:ext uri="{FF2B5EF4-FFF2-40B4-BE49-F238E27FC236}">
                <a16:creationId xmlns:a16="http://schemas.microsoft.com/office/drawing/2014/main" id="{640EEB03-205D-9CF3-B7DC-88954EA347BC}"/>
              </a:ext>
            </a:extLst>
          </p:cNvPr>
          <p:cNvSpPr>
            <a:spLocks noGrp="1"/>
          </p:cNvSpPr>
          <p:nvPr>
            <p:ph idx="1"/>
          </p:nvPr>
        </p:nvSpPr>
        <p:spPr/>
        <p:txBody>
          <a:bodyPr/>
          <a:lstStyle/>
          <a:p>
            <a:r>
              <a:rPr lang="nl-NL" b="1" dirty="0"/>
              <a:t>Stap 2. </a:t>
            </a:r>
            <a:r>
              <a:rPr lang="nl-NL" dirty="0"/>
              <a:t>Datacontrole.</a:t>
            </a:r>
          </a:p>
          <a:p>
            <a:pPr lvl="1"/>
            <a:r>
              <a:rPr lang="nl-BE" b="1" dirty="0"/>
              <a:t>Assumptiecheck</a:t>
            </a:r>
            <a:r>
              <a:rPr lang="nl-BE" dirty="0"/>
              <a:t>:</a:t>
            </a:r>
          </a:p>
          <a:p>
            <a:pPr marL="1821150" lvl="2" indent="-514350">
              <a:buFont typeface="+mj-lt"/>
              <a:buAutoNum type="arabicPeriod"/>
            </a:pPr>
            <a:r>
              <a:rPr lang="nl-BE" dirty="0"/>
              <a:t>Data = absolute frequenties, geen percentages</a:t>
            </a:r>
          </a:p>
          <a:p>
            <a:pPr marL="1821150" lvl="2" indent="-514350">
              <a:buFont typeface="+mj-lt"/>
              <a:buAutoNum type="arabicPeriod"/>
            </a:pPr>
            <a:r>
              <a:rPr lang="nl-BE" dirty="0"/>
              <a:t>Elke variabele minimum twee mutueel exclusieve categorieën</a:t>
            </a:r>
          </a:p>
          <a:p>
            <a:pPr marL="1821150" lvl="2" indent="-514350">
              <a:buFont typeface="+mj-lt"/>
              <a:buAutoNum type="arabicPeriod"/>
            </a:pPr>
            <a:r>
              <a:rPr lang="nl-BE" dirty="0"/>
              <a:t>Onafhankelijke groepen onderzoekseenheden</a:t>
            </a:r>
          </a:p>
          <a:p>
            <a:pPr marL="1821150" lvl="2" indent="-514350">
              <a:buFont typeface="+mj-lt"/>
              <a:buAutoNum type="arabicPeriod"/>
            </a:pPr>
            <a:r>
              <a:rPr lang="nl-BE" dirty="0"/>
              <a:t>f(e) van elke cel &gt; 5</a:t>
            </a:r>
          </a:p>
        </p:txBody>
      </p:sp>
      <p:sp>
        <p:nvSpPr>
          <p:cNvPr id="4" name="Tijdelijke aanduiding voor dianummer 3">
            <a:extLst>
              <a:ext uri="{FF2B5EF4-FFF2-40B4-BE49-F238E27FC236}">
                <a16:creationId xmlns:a16="http://schemas.microsoft.com/office/drawing/2014/main" id="{A203801E-F623-CB83-C039-EAA731B429D0}"/>
              </a:ext>
            </a:extLst>
          </p:cNvPr>
          <p:cNvSpPr>
            <a:spLocks noGrp="1"/>
          </p:cNvSpPr>
          <p:nvPr>
            <p:ph type="sldNum" sz="quarter" idx="12"/>
          </p:nvPr>
        </p:nvSpPr>
        <p:spPr/>
        <p:txBody>
          <a:bodyPr/>
          <a:lstStyle/>
          <a:p>
            <a:fld id="{7AE184E0-0BD4-4705-A12B-9B71DDE63301}" type="slidenum">
              <a:rPr lang="en-GB" noProof="0" smtClean="0"/>
              <a:t>15</a:t>
            </a:fld>
            <a:endParaRPr lang="en-GB" noProof="0" dirty="0"/>
          </a:p>
        </p:txBody>
      </p:sp>
      <p:sp>
        <p:nvSpPr>
          <p:cNvPr id="6" name="Rectangle 3">
            <a:extLst>
              <a:ext uri="{FF2B5EF4-FFF2-40B4-BE49-F238E27FC236}">
                <a16:creationId xmlns:a16="http://schemas.microsoft.com/office/drawing/2014/main" id="{6EA26256-339C-1234-41B8-C8A56B7012CE}"/>
              </a:ext>
            </a:extLst>
          </p:cNvPr>
          <p:cNvSpPr>
            <a:spLocks noChangeArrowheads="1"/>
          </p:cNvSpPr>
          <p:nvPr/>
        </p:nvSpPr>
        <p:spPr bwMode="auto">
          <a:xfrm>
            <a:off x="0" y="0"/>
            <a:ext cx="1733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
        <p:nvSpPr>
          <p:cNvPr id="7" name="Rectangle 4">
            <a:extLst>
              <a:ext uri="{FF2B5EF4-FFF2-40B4-BE49-F238E27FC236}">
                <a16:creationId xmlns:a16="http://schemas.microsoft.com/office/drawing/2014/main" id="{0A63004D-FE79-AB01-AE71-68192C9FF5F2}"/>
              </a:ext>
            </a:extLst>
          </p:cNvPr>
          <p:cNvSpPr>
            <a:spLocks noChangeArrowheads="1"/>
          </p:cNvSpPr>
          <p:nvPr/>
        </p:nvSpPr>
        <p:spPr bwMode="auto">
          <a:xfrm>
            <a:off x="0" y="3378200"/>
            <a:ext cx="17338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Tree>
    <p:extLst>
      <p:ext uri="{BB962C8B-B14F-4D97-AF65-F5344CB8AC3E}">
        <p14:creationId xmlns:p14="http://schemas.microsoft.com/office/powerpoint/2010/main" val="3749820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137F89-A959-A38F-14A5-73D0042EF67D}"/>
              </a:ext>
            </a:extLst>
          </p:cNvPr>
          <p:cNvSpPr>
            <a:spLocks noGrp="1"/>
          </p:cNvSpPr>
          <p:nvPr>
            <p:ph type="title"/>
          </p:nvPr>
        </p:nvSpPr>
        <p:spPr/>
        <p:txBody>
          <a:bodyPr/>
          <a:lstStyle/>
          <a:p>
            <a:r>
              <a:rPr lang="nl-BE" dirty="0"/>
              <a:t>Opgave 1: Verband Relatiestatus x Werksituatie</a:t>
            </a:r>
            <a:endParaRPr lang="nl-NL" dirty="0"/>
          </a:p>
        </p:txBody>
      </p:sp>
      <p:sp>
        <p:nvSpPr>
          <p:cNvPr id="3" name="Tijdelijke aanduiding voor inhoud 2">
            <a:extLst>
              <a:ext uri="{FF2B5EF4-FFF2-40B4-BE49-F238E27FC236}">
                <a16:creationId xmlns:a16="http://schemas.microsoft.com/office/drawing/2014/main" id="{640EEB03-205D-9CF3-B7DC-88954EA347BC}"/>
              </a:ext>
            </a:extLst>
          </p:cNvPr>
          <p:cNvSpPr>
            <a:spLocks noGrp="1"/>
          </p:cNvSpPr>
          <p:nvPr>
            <p:ph idx="1"/>
          </p:nvPr>
        </p:nvSpPr>
        <p:spPr/>
        <p:txBody>
          <a:bodyPr/>
          <a:lstStyle/>
          <a:p>
            <a:r>
              <a:rPr lang="nl-NL" b="1" dirty="0"/>
              <a:t>Stap 2. </a:t>
            </a:r>
            <a:r>
              <a:rPr lang="nl-NL" dirty="0"/>
              <a:t>Datacontrole.</a:t>
            </a:r>
          </a:p>
          <a:p>
            <a:pPr lvl="1"/>
            <a:r>
              <a:rPr lang="nl-BE" b="1" dirty="0"/>
              <a:t>Assumptiecheck</a:t>
            </a:r>
            <a:r>
              <a:rPr lang="nl-BE" dirty="0"/>
              <a:t>:</a:t>
            </a:r>
          </a:p>
          <a:p>
            <a:pPr marL="1821150" lvl="2" indent="-514350">
              <a:buFont typeface="+mj-lt"/>
              <a:buAutoNum type="arabicPeriod"/>
            </a:pPr>
            <a:r>
              <a:rPr lang="nl-BE" dirty="0"/>
              <a:t>Data = absolute frequenties, geen percentages</a:t>
            </a:r>
          </a:p>
          <a:p>
            <a:pPr marL="2393550" lvl="3" indent="-514350"/>
            <a:r>
              <a:rPr lang="nl-BE" dirty="0"/>
              <a:t>Gebeurt automatisch door SPSS</a:t>
            </a:r>
          </a:p>
          <a:p>
            <a:pPr marL="1821150" lvl="2" indent="-514350">
              <a:buFont typeface="+mj-lt"/>
              <a:buAutoNum type="arabicPeriod"/>
            </a:pPr>
            <a:r>
              <a:rPr lang="nl-BE" dirty="0"/>
              <a:t>Elke variabele minimum twee mutueel exclusieve categorieën</a:t>
            </a:r>
          </a:p>
          <a:p>
            <a:pPr marL="2393550" lvl="3" indent="-514350"/>
            <a:r>
              <a:rPr lang="nl-BE" dirty="0"/>
              <a:t>Elke respondent kan maar tot 1 categorie behoren, geen meerdere tegelijk</a:t>
            </a:r>
          </a:p>
          <a:p>
            <a:pPr marL="1821150" lvl="2" indent="-514350">
              <a:buFont typeface="+mj-lt"/>
              <a:buAutoNum type="arabicPeriod"/>
            </a:pPr>
            <a:r>
              <a:rPr lang="nl-BE" dirty="0"/>
              <a:t>Onafhankelijke groepen onderzoekseenheden</a:t>
            </a:r>
          </a:p>
          <a:p>
            <a:pPr marL="2393550" lvl="3" indent="-514350"/>
            <a:r>
              <a:rPr lang="nl-BE" dirty="0"/>
              <a:t>Partner vs. geen partner = onafhankelijk van elkaar</a:t>
            </a:r>
          </a:p>
          <a:p>
            <a:pPr marL="1821150" lvl="2" indent="-514350">
              <a:buFont typeface="+mj-lt"/>
              <a:buAutoNum type="arabicPeriod"/>
            </a:pPr>
            <a:r>
              <a:rPr lang="nl-BE" dirty="0"/>
              <a:t>f(e) van elke cel &gt; 5</a:t>
            </a:r>
          </a:p>
          <a:p>
            <a:pPr marL="2393550" lvl="3" indent="-514350"/>
            <a:r>
              <a:rPr lang="nl-BE" dirty="0"/>
              <a:t>Zie SPSS-output</a:t>
            </a:r>
          </a:p>
        </p:txBody>
      </p:sp>
      <p:sp>
        <p:nvSpPr>
          <p:cNvPr id="4" name="Tijdelijke aanduiding voor dianummer 3">
            <a:extLst>
              <a:ext uri="{FF2B5EF4-FFF2-40B4-BE49-F238E27FC236}">
                <a16:creationId xmlns:a16="http://schemas.microsoft.com/office/drawing/2014/main" id="{A203801E-F623-CB83-C039-EAA731B429D0}"/>
              </a:ext>
            </a:extLst>
          </p:cNvPr>
          <p:cNvSpPr>
            <a:spLocks noGrp="1"/>
          </p:cNvSpPr>
          <p:nvPr>
            <p:ph type="sldNum" sz="quarter" idx="12"/>
          </p:nvPr>
        </p:nvSpPr>
        <p:spPr/>
        <p:txBody>
          <a:bodyPr/>
          <a:lstStyle/>
          <a:p>
            <a:fld id="{7AE184E0-0BD4-4705-A12B-9B71DDE63301}" type="slidenum">
              <a:rPr lang="en-GB" noProof="0" smtClean="0"/>
              <a:t>16</a:t>
            </a:fld>
            <a:endParaRPr lang="en-GB" noProof="0" dirty="0"/>
          </a:p>
        </p:txBody>
      </p:sp>
      <p:sp>
        <p:nvSpPr>
          <p:cNvPr id="5" name="Tijdelijke aanduiding voor inhoud 4">
            <a:extLst>
              <a:ext uri="{FF2B5EF4-FFF2-40B4-BE49-F238E27FC236}">
                <a16:creationId xmlns:a16="http://schemas.microsoft.com/office/drawing/2014/main" id="{E7370F27-7D75-48F6-E6E5-63607DED6242}"/>
              </a:ext>
            </a:extLst>
          </p:cNvPr>
          <p:cNvSpPr>
            <a:spLocks noGrp="1"/>
          </p:cNvSpPr>
          <p:nvPr>
            <p:ph idx="13"/>
          </p:nvPr>
        </p:nvSpPr>
        <p:spPr/>
        <p:txBody>
          <a:bodyPr>
            <a:normAutofit/>
          </a:bodyPr>
          <a:lstStyle/>
          <a:p>
            <a:r>
              <a:rPr lang="nl-NL" dirty="0"/>
              <a:t>Afhankelijke groepen: bv. leden van eenzelfde koppel vergelijken, bv. vader en moeder</a:t>
            </a:r>
          </a:p>
        </p:txBody>
      </p:sp>
      <p:sp>
        <p:nvSpPr>
          <p:cNvPr id="6" name="Rectangle 3">
            <a:extLst>
              <a:ext uri="{FF2B5EF4-FFF2-40B4-BE49-F238E27FC236}">
                <a16:creationId xmlns:a16="http://schemas.microsoft.com/office/drawing/2014/main" id="{6EA26256-339C-1234-41B8-C8A56B7012CE}"/>
              </a:ext>
            </a:extLst>
          </p:cNvPr>
          <p:cNvSpPr>
            <a:spLocks noChangeArrowheads="1"/>
          </p:cNvSpPr>
          <p:nvPr/>
        </p:nvSpPr>
        <p:spPr bwMode="auto">
          <a:xfrm>
            <a:off x="0" y="0"/>
            <a:ext cx="1733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
        <p:nvSpPr>
          <p:cNvPr id="7" name="Rectangle 4">
            <a:extLst>
              <a:ext uri="{FF2B5EF4-FFF2-40B4-BE49-F238E27FC236}">
                <a16:creationId xmlns:a16="http://schemas.microsoft.com/office/drawing/2014/main" id="{0A63004D-FE79-AB01-AE71-68192C9FF5F2}"/>
              </a:ext>
            </a:extLst>
          </p:cNvPr>
          <p:cNvSpPr>
            <a:spLocks noChangeArrowheads="1"/>
          </p:cNvSpPr>
          <p:nvPr/>
        </p:nvSpPr>
        <p:spPr bwMode="auto">
          <a:xfrm>
            <a:off x="0" y="3378200"/>
            <a:ext cx="17338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nl-NL"/>
          </a:p>
        </p:txBody>
      </p:sp>
    </p:spTree>
    <p:extLst>
      <p:ext uri="{BB962C8B-B14F-4D97-AF65-F5344CB8AC3E}">
        <p14:creationId xmlns:p14="http://schemas.microsoft.com/office/powerpoint/2010/main" val="1145568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3. </a:t>
            </a:r>
            <a:r>
              <a:rPr lang="nl-BE" dirty="0"/>
              <a:t>Hypothesen formuleren</a:t>
            </a:r>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17</a:t>
            </a:fld>
            <a:endParaRPr lang="en-GB" noProof="0" dirty="0"/>
          </a:p>
        </p:txBody>
      </p:sp>
    </p:spTree>
    <p:extLst>
      <p:ext uri="{BB962C8B-B14F-4D97-AF65-F5344CB8AC3E}">
        <p14:creationId xmlns:p14="http://schemas.microsoft.com/office/powerpoint/2010/main" val="3431343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3. </a:t>
            </a:r>
            <a:r>
              <a:rPr lang="nl-BE" dirty="0"/>
              <a:t>Hypothesen formuleren</a:t>
            </a:r>
          </a:p>
          <a:p>
            <a:pPr lvl="1"/>
            <a:r>
              <a:rPr lang="nl-BE" dirty="0"/>
              <a:t>Best tweezijdig toetsen!</a:t>
            </a:r>
          </a:p>
          <a:p>
            <a:endParaRPr lang="nl-BE" sz="1800" dirty="0"/>
          </a:p>
          <a:p>
            <a:pPr marL="720000" lvl="1" indent="0">
              <a:buNone/>
            </a:pPr>
            <a:r>
              <a:rPr lang="nl-NL" b="1" dirty="0"/>
              <a:t>H</a:t>
            </a:r>
            <a:r>
              <a:rPr lang="nl-NL" b="1" baseline="-25000" dirty="0"/>
              <a:t>0</a:t>
            </a:r>
            <a:r>
              <a:rPr lang="nl-NL" b="1" dirty="0"/>
              <a:t>: 	</a:t>
            </a:r>
            <a:r>
              <a:rPr lang="nl-NL" i="1" dirty="0"/>
              <a:t>Er is geen verband tussen relatiestatus en werksituatie: respondenten die een 					partner hebben, zijn niet verschillend van respondenten die geen partner hebben 			op het vlak van werksituatie.</a:t>
            </a:r>
          </a:p>
          <a:p>
            <a:pPr marL="720000" lvl="1" indent="0">
              <a:buNone/>
            </a:pPr>
            <a:endParaRPr lang="nl-NL" i="1" dirty="0"/>
          </a:p>
          <a:p>
            <a:pPr marL="720000" lvl="1" indent="0">
              <a:buNone/>
            </a:pPr>
            <a:r>
              <a:rPr lang="nl-NL" b="1" dirty="0"/>
              <a:t>H</a:t>
            </a:r>
            <a:r>
              <a:rPr lang="nl-NL" b="1" baseline="-25000" dirty="0"/>
              <a:t>a</a:t>
            </a:r>
            <a:r>
              <a:rPr lang="nl-NL" b="1" dirty="0"/>
              <a:t>: 	</a:t>
            </a:r>
            <a:r>
              <a:rPr lang="nl-NL" i="1" dirty="0"/>
              <a:t>Er is een verband tussen relatiestatus en werksituatie: respondenten die een 					partner hebben, zijn niet verschillend van respondenten die geen partner hebben 			op het vlak van werksituatie.</a:t>
            </a:r>
          </a:p>
          <a:p>
            <a:pPr marL="720000" lvl="1" indent="0">
              <a:buNone/>
            </a:pPr>
            <a:endParaRPr lang="nl-NL" i="1" dirty="0"/>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18</a:t>
            </a:fld>
            <a:endParaRPr lang="en-GB" noProof="0" dirty="0"/>
          </a:p>
        </p:txBody>
      </p:sp>
    </p:spTree>
    <p:extLst>
      <p:ext uri="{BB962C8B-B14F-4D97-AF65-F5344CB8AC3E}">
        <p14:creationId xmlns:p14="http://schemas.microsoft.com/office/powerpoint/2010/main" val="1672692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Ouderschap x Leefsituatie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4. </a:t>
            </a:r>
            <a:r>
              <a:rPr lang="nl-BE" dirty="0"/>
              <a:t>Significantieniveau bepalen</a:t>
            </a:r>
          </a:p>
          <a:p>
            <a:endParaRPr lang="nl-BE" dirty="0"/>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19</a:t>
            </a:fld>
            <a:endParaRPr lang="en-GB" noProof="0" dirty="0"/>
          </a:p>
        </p:txBody>
      </p:sp>
    </p:spTree>
    <p:extLst>
      <p:ext uri="{BB962C8B-B14F-4D97-AF65-F5344CB8AC3E}">
        <p14:creationId xmlns:p14="http://schemas.microsoft.com/office/powerpoint/2010/main" val="3000885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mc:AlternateContent xmlns:mc="http://schemas.openxmlformats.org/markup-compatibility/2006" xmlns:a14="http://schemas.microsoft.com/office/drawing/2010/main">
        <mc:Choice Requires="a14">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4. </a:t>
                </a:r>
                <a:r>
                  <a:rPr lang="nl-BE" dirty="0"/>
                  <a:t>Significantieniveau bepalen</a:t>
                </a:r>
              </a:p>
              <a:p>
                <a:pPr lvl="1"/>
                <a:r>
                  <a:rPr lang="nl-BE" dirty="0"/>
                  <a:t>Minimaal </a:t>
                </a:r>
                <a14:m>
                  <m:oMath xmlns:m="http://schemas.openxmlformats.org/officeDocument/2006/math">
                    <m:r>
                      <a:rPr lang="nl-BE" i="1" smtClean="0">
                        <a:latin typeface="Cambria Math" panose="02040503050406030204" pitchFamily="18" charset="0"/>
                        <a:ea typeface="Cambria Math" panose="02040503050406030204" pitchFamily="18" charset="0"/>
                      </a:rPr>
                      <m:t>𝛼</m:t>
                    </m:r>
                  </m:oMath>
                </a14:m>
                <a:r>
                  <a:rPr lang="nl-BE" dirty="0"/>
                  <a:t> = .05</a:t>
                </a:r>
              </a:p>
              <a:p>
                <a:pPr lvl="1"/>
                <a:r>
                  <a:rPr lang="nl-BE" dirty="0"/>
                  <a:t>Wanneer n &gt; 400: beter </a:t>
                </a:r>
                <a14:m>
                  <m:oMath xmlns:m="http://schemas.openxmlformats.org/officeDocument/2006/math">
                    <m:r>
                      <a:rPr lang="nl-BE" b="0" i="1">
                        <a:latin typeface="Cambria Math" panose="02040503050406030204" pitchFamily="18" charset="0"/>
                        <a:ea typeface="Cambria Math" panose="02040503050406030204" pitchFamily="18" charset="0"/>
                      </a:rPr>
                      <m:t>𝛼</m:t>
                    </m:r>
                  </m:oMath>
                </a14:m>
                <a:r>
                  <a:rPr lang="nl-BE" dirty="0"/>
                  <a:t> = .01</a:t>
                </a:r>
              </a:p>
              <a:p>
                <a:pPr lvl="2"/>
                <a:r>
                  <a:rPr lang="nl-BE" dirty="0"/>
                  <a:t>Straks zullen we zien hoeveel respondenten er exact zijn (vanwege de </a:t>
                </a:r>
                <a:r>
                  <a:rPr lang="nl-BE" dirty="0" err="1"/>
                  <a:t>missings</a:t>
                </a:r>
                <a:r>
                  <a:rPr lang="nl-BE" dirty="0"/>
                  <a:t> in beide variabelen), maar n is zeker &gt; 400.</a:t>
                </a:r>
              </a:p>
              <a:p>
                <a:endParaRPr lang="nl-BE" dirty="0"/>
              </a:p>
            </p:txBody>
          </p:sp>
        </mc:Choice>
        <mc:Fallback xmlns="">
          <p:sp>
            <p:nvSpPr>
              <p:cNvPr id="6" name="Tijdelijke aanduiding voor inhoud 5">
                <a:extLst>
                  <a:ext uri="{FF2B5EF4-FFF2-40B4-BE49-F238E27FC236}">
                    <a16:creationId xmlns:a16="http://schemas.microsoft.com/office/drawing/2014/main" id="{D218D92A-74AD-49F8-A8A9-AD801B689B50}"/>
                  </a:ext>
                </a:extLst>
              </p:cNvPr>
              <p:cNvSpPr>
                <a:spLocks noGrp="1" noRot="1" noChangeAspect="1" noMove="1" noResize="1" noEditPoints="1" noAdjustHandles="1" noChangeArrowheads="1" noChangeShapeType="1" noTextEdit="1"/>
              </p:cNvSpPr>
              <p:nvPr>
                <p:ph idx="1"/>
              </p:nvPr>
            </p:nvSpPr>
            <p:spPr>
              <a:xfrm>
                <a:off x="327069" y="1816273"/>
                <a:ext cx="16858641" cy="7164888"/>
              </a:xfrm>
              <a:blipFill>
                <a:blip r:embed="rId2"/>
                <a:stretch>
                  <a:fillRect l="-145" t="-511" r="-398"/>
                </a:stretch>
              </a:blipFill>
            </p:spPr>
            <p:txBody>
              <a:bodyPr/>
              <a:lstStyle/>
              <a:p>
                <a:r>
                  <a:rPr lang="en-GB">
                    <a:noFill/>
                  </a:rPr>
                  <a:t> </a:t>
                </a:r>
              </a:p>
            </p:txBody>
          </p:sp>
        </mc:Fallback>
      </mc:AlternateContent>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20</a:t>
            </a:fld>
            <a:endParaRPr lang="en-GB" noProof="0" dirty="0"/>
          </a:p>
        </p:txBody>
      </p:sp>
    </p:spTree>
    <p:extLst>
      <p:ext uri="{BB962C8B-B14F-4D97-AF65-F5344CB8AC3E}">
        <p14:creationId xmlns:p14="http://schemas.microsoft.com/office/powerpoint/2010/main" val="677799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p:txBody>
      </p:sp>
      <p:sp>
        <p:nvSpPr>
          <p:cNvPr id="8" name="Tijdelijke aanduiding voor dianummer 3">
            <a:extLst>
              <a:ext uri="{FF2B5EF4-FFF2-40B4-BE49-F238E27FC236}">
                <a16:creationId xmlns:a16="http://schemas.microsoft.com/office/drawing/2014/main" id="{C2A1AC9A-7B3C-43F5-930D-626BDBFCC4F8}"/>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21</a:t>
            </a:fld>
            <a:endParaRPr lang="en-GB" noProof="0" dirty="0"/>
          </a:p>
        </p:txBody>
      </p:sp>
    </p:spTree>
    <p:extLst>
      <p:ext uri="{BB962C8B-B14F-4D97-AF65-F5344CB8AC3E}">
        <p14:creationId xmlns:p14="http://schemas.microsoft.com/office/powerpoint/2010/main" val="1306100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a:p>
            <a:pPr lvl="1"/>
            <a:r>
              <a:rPr lang="nl-BE" dirty="0"/>
              <a:t>+ indien significant: maat van effectgrootte!</a:t>
            </a:r>
          </a:p>
        </p:txBody>
      </p:sp>
      <p:sp>
        <p:nvSpPr>
          <p:cNvPr id="8" name="Tijdelijke aanduiding voor dianummer 3">
            <a:extLst>
              <a:ext uri="{FF2B5EF4-FFF2-40B4-BE49-F238E27FC236}">
                <a16:creationId xmlns:a16="http://schemas.microsoft.com/office/drawing/2014/main" id="{C2A1AC9A-7B3C-43F5-930D-626BDBFCC4F8}"/>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22</a:t>
            </a:fld>
            <a:endParaRPr lang="en-GB" noProof="0" dirty="0"/>
          </a:p>
        </p:txBody>
      </p:sp>
      <p:pic>
        <p:nvPicPr>
          <p:cNvPr id="2" name="Afbeelding 1">
            <a:extLst>
              <a:ext uri="{FF2B5EF4-FFF2-40B4-BE49-F238E27FC236}">
                <a16:creationId xmlns:a16="http://schemas.microsoft.com/office/drawing/2014/main" id="{4A6975E5-424D-BC6A-4B15-601D5D14BA25}"/>
              </a:ext>
            </a:extLst>
          </p:cNvPr>
          <p:cNvPicPr>
            <a:picLocks noChangeAspect="1"/>
          </p:cNvPicPr>
          <p:nvPr/>
        </p:nvPicPr>
        <p:blipFill>
          <a:blip r:embed="rId2"/>
          <a:stretch>
            <a:fillRect/>
          </a:stretch>
        </p:blipFill>
        <p:spPr>
          <a:xfrm>
            <a:off x="4811172" y="3683068"/>
            <a:ext cx="7716327" cy="4258269"/>
          </a:xfrm>
          <a:prstGeom prst="rect">
            <a:avLst/>
          </a:prstGeom>
        </p:spPr>
      </p:pic>
    </p:spTree>
    <p:extLst>
      <p:ext uri="{BB962C8B-B14F-4D97-AF65-F5344CB8AC3E}">
        <p14:creationId xmlns:p14="http://schemas.microsoft.com/office/powerpoint/2010/main" val="2804104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80D1D-A09F-33CE-80CE-16BB9F6EE795}"/>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9943A99E-9058-D1FE-9370-FEBD452C6A70}"/>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1F518518-BBBA-6FD0-A9EA-D91DC5C57019}"/>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a:p>
            <a:pPr lvl="1"/>
            <a:r>
              <a:rPr lang="nl-BE" i="1" dirty="0">
                <a:solidFill>
                  <a:srgbClr val="002060"/>
                </a:solidFill>
              </a:rPr>
              <a:t>Analyse -&gt; </a:t>
            </a:r>
            <a:r>
              <a:rPr lang="nl-BE" i="1" dirty="0" err="1">
                <a:solidFill>
                  <a:srgbClr val="002060"/>
                </a:solidFill>
              </a:rPr>
              <a:t>Descriptives</a:t>
            </a:r>
            <a:r>
              <a:rPr lang="nl-BE" i="1" dirty="0">
                <a:solidFill>
                  <a:srgbClr val="002060"/>
                </a:solidFill>
              </a:rPr>
              <a:t> -&gt; Crosstabs</a:t>
            </a:r>
            <a:endParaRPr lang="nl-BE" dirty="0"/>
          </a:p>
        </p:txBody>
      </p:sp>
      <p:sp>
        <p:nvSpPr>
          <p:cNvPr id="8" name="Tijdelijke aanduiding voor dianummer 3">
            <a:extLst>
              <a:ext uri="{FF2B5EF4-FFF2-40B4-BE49-F238E27FC236}">
                <a16:creationId xmlns:a16="http://schemas.microsoft.com/office/drawing/2014/main" id="{3B5C073F-5A7E-1597-45C6-2E1BED4B768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23</a:t>
            </a:fld>
            <a:endParaRPr lang="en-GB" noProof="0" dirty="0"/>
          </a:p>
        </p:txBody>
      </p:sp>
      <p:pic>
        <p:nvPicPr>
          <p:cNvPr id="12" name="Afbeelding 11">
            <a:extLst>
              <a:ext uri="{FF2B5EF4-FFF2-40B4-BE49-F238E27FC236}">
                <a16:creationId xmlns:a16="http://schemas.microsoft.com/office/drawing/2014/main" id="{0A86F7F6-8BA7-3924-0B95-79881F148FC8}"/>
              </a:ext>
            </a:extLst>
          </p:cNvPr>
          <p:cNvPicPr>
            <a:picLocks noChangeAspect="1"/>
          </p:cNvPicPr>
          <p:nvPr/>
        </p:nvPicPr>
        <p:blipFill>
          <a:blip r:embed="rId2"/>
          <a:stretch>
            <a:fillRect/>
          </a:stretch>
        </p:blipFill>
        <p:spPr>
          <a:xfrm>
            <a:off x="518102" y="3022889"/>
            <a:ext cx="6715125" cy="5314950"/>
          </a:xfrm>
          <a:prstGeom prst="rect">
            <a:avLst/>
          </a:prstGeom>
        </p:spPr>
      </p:pic>
      <p:pic>
        <p:nvPicPr>
          <p:cNvPr id="14" name="Afbeelding 13">
            <a:extLst>
              <a:ext uri="{FF2B5EF4-FFF2-40B4-BE49-F238E27FC236}">
                <a16:creationId xmlns:a16="http://schemas.microsoft.com/office/drawing/2014/main" id="{856345E0-FF69-0CA5-CB3B-F18DF8BB6F2E}"/>
              </a:ext>
            </a:extLst>
          </p:cNvPr>
          <p:cNvPicPr>
            <a:picLocks noChangeAspect="1"/>
          </p:cNvPicPr>
          <p:nvPr/>
        </p:nvPicPr>
        <p:blipFill>
          <a:blip r:embed="rId3"/>
          <a:stretch>
            <a:fillRect/>
          </a:stretch>
        </p:blipFill>
        <p:spPr>
          <a:xfrm>
            <a:off x="12342495" y="1667127"/>
            <a:ext cx="4099358" cy="4013237"/>
          </a:xfrm>
          <a:prstGeom prst="rect">
            <a:avLst/>
          </a:prstGeom>
        </p:spPr>
      </p:pic>
      <p:pic>
        <p:nvPicPr>
          <p:cNvPr id="16" name="Afbeelding 15">
            <a:extLst>
              <a:ext uri="{FF2B5EF4-FFF2-40B4-BE49-F238E27FC236}">
                <a16:creationId xmlns:a16="http://schemas.microsoft.com/office/drawing/2014/main" id="{7F280EE6-1B15-7A0D-F0AE-E8876EC3DE2A}"/>
              </a:ext>
            </a:extLst>
          </p:cNvPr>
          <p:cNvPicPr>
            <a:picLocks noChangeAspect="1"/>
          </p:cNvPicPr>
          <p:nvPr/>
        </p:nvPicPr>
        <p:blipFill>
          <a:blip r:embed="rId4"/>
          <a:stretch>
            <a:fillRect/>
          </a:stretch>
        </p:blipFill>
        <p:spPr>
          <a:xfrm>
            <a:off x="7604861" y="5719121"/>
            <a:ext cx="4247760" cy="3702839"/>
          </a:xfrm>
          <a:prstGeom prst="rect">
            <a:avLst/>
          </a:prstGeom>
        </p:spPr>
      </p:pic>
      <p:cxnSp>
        <p:nvCxnSpPr>
          <p:cNvPr id="28" name="Rechte verbindingslijn 27">
            <a:extLst>
              <a:ext uri="{FF2B5EF4-FFF2-40B4-BE49-F238E27FC236}">
                <a16:creationId xmlns:a16="http://schemas.microsoft.com/office/drawing/2014/main" id="{172B4C42-4D2A-7294-0BAC-9ED58BFC30AB}"/>
              </a:ext>
            </a:extLst>
          </p:cNvPr>
          <p:cNvCxnSpPr>
            <a:cxnSpLocks/>
          </p:cNvCxnSpPr>
          <p:nvPr/>
        </p:nvCxnSpPr>
        <p:spPr>
          <a:xfrm flipV="1">
            <a:off x="6948057" y="2493818"/>
            <a:ext cx="5394438" cy="1540661"/>
          </a:xfrm>
          <a:prstGeom prst="line">
            <a:avLst/>
          </a:prstGeom>
          <a:ln w="3810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0" name="Rechte verbindingslijn met pijl 29">
            <a:extLst>
              <a:ext uri="{FF2B5EF4-FFF2-40B4-BE49-F238E27FC236}">
                <a16:creationId xmlns:a16="http://schemas.microsoft.com/office/drawing/2014/main" id="{938A8962-EC8E-2C6F-1426-B300C5233B74}"/>
              </a:ext>
            </a:extLst>
          </p:cNvPr>
          <p:cNvCxnSpPr>
            <a:cxnSpLocks/>
          </p:cNvCxnSpPr>
          <p:nvPr/>
        </p:nvCxnSpPr>
        <p:spPr>
          <a:xfrm>
            <a:off x="6948057" y="4368612"/>
            <a:ext cx="2362198" cy="1132456"/>
          </a:xfrm>
          <a:prstGeom prst="straightConnector1">
            <a:avLst/>
          </a:prstGeom>
          <a:ln w="38100">
            <a:solidFill>
              <a:srgbClr val="FF0000"/>
            </a:solidFill>
            <a:headEnd type="triangle" w="lg"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1535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a:p>
            <a:pPr lvl="1"/>
            <a:r>
              <a:rPr lang="nl-BE" b="1" i="1" dirty="0">
                <a:solidFill>
                  <a:srgbClr val="002060"/>
                </a:solidFill>
              </a:rPr>
              <a:t>Syntax </a:t>
            </a:r>
            <a:r>
              <a:rPr lang="nl-BE" b="1" dirty="0">
                <a:solidFill>
                  <a:srgbClr val="002060"/>
                </a:solidFill>
              </a:rPr>
              <a:t>en output</a:t>
            </a:r>
            <a:r>
              <a:rPr lang="nl-BE" b="1" dirty="0"/>
              <a:t>:</a:t>
            </a:r>
          </a:p>
        </p:txBody>
      </p:sp>
      <p:sp>
        <p:nvSpPr>
          <p:cNvPr id="8" name="Tijdelijke aanduiding voor dianummer 3">
            <a:extLst>
              <a:ext uri="{FF2B5EF4-FFF2-40B4-BE49-F238E27FC236}">
                <a16:creationId xmlns:a16="http://schemas.microsoft.com/office/drawing/2014/main" id="{C2A1AC9A-7B3C-43F5-930D-626BDBFCC4F8}"/>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24</a:t>
            </a:fld>
            <a:endParaRPr lang="en-GB" noProof="0" dirty="0"/>
          </a:p>
        </p:txBody>
      </p:sp>
      <p:sp>
        <p:nvSpPr>
          <p:cNvPr id="20" name="Rechthoek 19">
            <a:extLst>
              <a:ext uri="{FF2B5EF4-FFF2-40B4-BE49-F238E27FC236}">
                <a16:creationId xmlns:a16="http://schemas.microsoft.com/office/drawing/2014/main" id="{7E724A1E-28EC-4BFE-B879-10BA792CC6A3}"/>
              </a:ext>
            </a:extLst>
          </p:cNvPr>
          <p:cNvSpPr/>
          <p:nvPr/>
        </p:nvSpPr>
        <p:spPr>
          <a:xfrm>
            <a:off x="9155784" y="7456421"/>
            <a:ext cx="3785853" cy="461665"/>
          </a:xfrm>
          <a:prstGeom prst="rect">
            <a:avLst/>
          </a:prstGeom>
        </p:spPr>
        <p:txBody>
          <a:bodyPr wrap="square">
            <a:spAutoFit/>
          </a:bodyPr>
          <a:lstStyle/>
          <a:p>
            <a:pPr algn="ctr"/>
            <a:r>
              <a:rPr lang="nl-BE" sz="2400" dirty="0">
                <a:solidFill>
                  <a:srgbClr val="003366"/>
                </a:solidFill>
                <a:latin typeface="Verdana" panose="020B0604030504040204" pitchFamily="34" charset="0"/>
                <a:ea typeface="Verdana" panose="020B0604030504040204" pitchFamily="34" charset="0"/>
              </a:rPr>
              <a:t>Assumptie 4 oké!</a:t>
            </a:r>
          </a:p>
        </p:txBody>
      </p:sp>
      <p:pic>
        <p:nvPicPr>
          <p:cNvPr id="9" name="Afbeelding 8">
            <a:extLst>
              <a:ext uri="{FF2B5EF4-FFF2-40B4-BE49-F238E27FC236}">
                <a16:creationId xmlns:a16="http://schemas.microsoft.com/office/drawing/2014/main" id="{F0654FF5-CE81-E933-DD8F-4D835287FC2B}"/>
              </a:ext>
            </a:extLst>
          </p:cNvPr>
          <p:cNvPicPr>
            <a:picLocks noChangeAspect="1"/>
          </p:cNvPicPr>
          <p:nvPr/>
        </p:nvPicPr>
        <p:blipFill>
          <a:blip r:embed="rId2"/>
          <a:stretch>
            <a:fillRect/>
          </a:stretch>
        </p:blipFill>
        <p:spPr>
          <a:xfrm>
            <a:off x="753483" y="3152555"/>
            <a:ext cx="5536481" cy="2351616"/>
          </a:xfrm>
          <a:prstGeom prst="rect">
            <a:avLst/>
          </a:prstGeom>
        </p:spPr>
      </p:pic>
      <p:pic>
        <p:nvPicPr>
          <p:cNvPr id="12" name="Afbeelding 11">
            <a:extLst>
              <a:ext uri="{FF2B5EF4-FFF2-40B4-BE49-F238E27FC236}">
                <a16:creationId xmlns:a16="http://schemas.microsoft.com/office/drawing/2014/main" id="{B1BC7F97-21A0-F7E3-44CA-608935297338}"/>
              </a:ext>
            </a:extLst>
          </p:cNvPr>
          <p:cNvPicPr>
            <a:picLocks noChangeAspect="1"/>
          </p:cNvPicPr>
          <p:nvPr/>
        </p:nvPicPr>
        <p:blipFill>
          <a:blip r:embed="rId3"/>
          <a:stretch>
            <a:fillRect/>
          </a:stretch>
        </p:blipFill>
        <p:spPr>
          <a:xfrm>
            <a:off x="7284965" y="3352983"/>
            <a:ext cx="7527493" cy="4083447"/>
          </a:xfrm>
          <a:prstGeom prst="rect">
            <a:avLst/>
          </a:prstGeom>
        </p:spPr>
      </p:pic>
      <p:sp>
        <p:nvSpPr>
          <p:cNvPr id="19" name="Rechthoek 18">
            <a:extLst>
              <a:ext uri="{FF2B5EF4-FFF2-40B4-BE49-F238E27FC236}">
                <a16:creationId xmlns:a16="http://schemas.microsoft.com/office/drawing/2014/main" id="{2CB1D703-653C-4BE1-8A5D-35ADFED0892F}"/>
              </a:ext>
            </a:extLst>
          </p:cNvPr>
          <p:cNvSpPr/>
          <p:nvPr/>
        </p:nvSpPr>
        <p:spPr>
          <a:xfrm>
            <a:off x="7414778" y="6747555"/>
            <a:ext cx="6841549" cy="581500"/>
          </a:xfrm>
          <a:prstGeom prst="rect">
            <a:avLst/>
          </a:prstGeom>
          <a:noFill/>
          <a:ln w="381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977587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48491-7F14-4A92-AD4A-D069F0633E82}"/>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5A54F423-E838-A66F-F3EF-93E727F4D22C}"/>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5C0D2791-A767-978D-D436-E7B59B065A55}"/>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a:p>
            <a:pPr lvl="1"/>
            <a:r>
              <a:rPr lang="nl-BE" b="1" i="1" dirty="0">
                <a:solidFill>
                  <a:srgbClr val="002060"/>
                </a:solidFill>
              </a:rPr>
              <a:t>Syntax </a:t>
            </a:r>
            <a:r>
              <a:rPr lang="nl-BE" b="1" dirty="0">
                <a:solidFill>
                  <a:srgbClr val="002060"/>
                </a:solidFill>
              </a:rPr>
              <a:t>en output</a:t>
            </a:r>
            <a:r>
              <a:rPr lang="nl-BE" b="1" dirty="0"/>
              <a:t>:</a:t>
            </a:r>
          </a:p>
        </p:txBody>
      </p:sp>
      <p:sp>
        <p:nvSpPr>
          <p:cNvPr id="8" name="Tijdelijke aanduiding voor dianummer 3">
            <a:extLst>
              <a:ext uri="{FF2B5EF4-FFF2-40B4-BE49-F238E27FC236}">
                <a16:creationId xmlns:a16="http://schemas.microsoft.com/office/drawing/2014/main" id="{FE9DB7B1-F25A-425C-5904-C5F6CF8BFC69}"/>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25</a:t>
            </a:fld>
            <a:endParaRPr lang="en-GB" noProof="0" dirty="0"/>
          </a:p>
        </p:txBody>
      </p:sp>
      <p:pic>
        <p:nvPicPr>
          <p:cNvPr id="2" name="Afbeelding 1">
            <a:extLst>
              <a:ext uri="{FF2B5EF4-FFF2-40B4-BE49-F238E27FC236}">
                <a16:creationId xmlns:a16="http://schemas.microsoft.com/office/drawing/2014/main" id="{EC72C60B-2648-5CAE-0577-9848F17059FF}"/>
              </a:ext>
            </a:extLst>
          </p:cNvPr>
          <p:cNvPicPr>
            <a:picLocks noChangeAspect="1"/>
          </p:cNvPicPr>
          <p:nvPr/>
        </p:nvPicPr>
        <p:blipFill>
          <a:blip r:embed="rId2"/>
          <a:stretch>
            <a:fillRect/>
          </a:stretch>
        </p:blipFill>
        <p:spPr>
          <a:xfrm>
            <a:off x="665068" y="3387176"/>
            <a:ext cx="6509069" cy="3530982"/>
          </a:xfrm>
          <a:prstGeom prst="rect">
            <a:avLst/>
          </a:prstGeom>
        </p:spPr>
      </p:pic>
      <p:sp>
        <p:nvSpPr>
          <p:cNvPr id="12" name="Rechthoek 11">
            <a:extLst>
              <a:ext uri="{FF2B5EF4-FFF2-40B4-BE49-F238E27FC236}">
                <a16:creationId xmlns:a16="http://schemas.microsoft.com/office/drawing/2014/main" id="{FB577217-E0E4-9AB4-0622-3DB686528DC3}"/>
              </a:ext>
            </a:extLst>
          </p:cNvPr>
          <p:cNvSpPr/>
          <p:nvPr/>
        </p:nvSpPr>
        <p:spPr>
          <a:xfrm>
            <a:off x="3199677" y="4738256"/>
            <a:ext cx="3741450" cy="387926"/>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7" name="Afbeelding 6">
            <a:extLst>
              <a:ext uri="{FF2B5EF4-FFF2-40B4-BE49-F238E27FC236}">
                <a16:creationId xmlns:a16="http://schemas.microsoft.com/office/drawing/2014/main" id="{706BA613-E1B8-D41C-5C14-6EA9B1BC12A3}"/>
              </a:ext>
            </a:extLst>
          </p:cNvPr>
          <p:cNvPicPr>
            <a:picLocks noChangeAspect="1"/>
          </p:cNvPicPr>
          <p:nvPr/>
        </p:nvPicPr>
        <p:blipFill>
          <a:blip r:embed="rId3"/>
          <a:stretch>
            <a:fillRect/>
          </a:stretch>
        </p:blipFill>
        <p:spPr>
          <a:xfrm>
            <a:off x="7426284" y="2496122"/>
            <a:ext cx="9420225" cy="4791075"/>
          </a:xfrm>
          <a:prstGeom prst="rect">
            <a:avLst/>
          </a:prstGeom>
        </p:spPr>
      </p:pic>
      <p:sp>
        <p:nvSpPr>
          <p:cNvPr id="15" name="Rechthoek 14">
            <a:extLst>
              <a:ext uri="{FF2B5EF4-FFF2-40B4-BE49-F238E27FC236}">
                <a16:creationId xmlns:a16="http://schemas.microsoft.com/office/drawing/2014/main" id="{3CC37181-6335-4FFB-44C9-9AF6C31410B8}"/>
              </a:ext>
            </a:extLst>
          </p:cNvPr>
          <p:cNvSpPr/>
          <p:nvPr/>
        </p:nvSpPr>
        <p:spPr>
          <a:xfrm>
            <a:off x="13427398" y="4026906"/>
            <a:ext cx="2311366" cy="47401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Rechthoek 17">
            <a:extLst>
              <a:ext uri="{FF2B5EF4-FFF2-40B4-BE49-F238E27FC236}">
                <a16:creationId xmlns:a16="http://schemas.microsoft.com/office/drawing/2014/main" id="{9059E8F1-9253-F2D8-C092-9027653CD141}"/>
              </a:ext>
            </a:extLst>
          </p:cNvPr>
          <p:cNvSpPr/>
          <p:nvPr/>
        </p:nvSpPr>
        <p:spPr>
          <a:xfrm>
            <a:off x="13422987" y="4915657"/>
            <a:ext cx="2311366" cy="47401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9" name="Rechthoek 18">
            <a:extLst>
              <a:ext uri="{FF2B5EF4-FFF2-40B4-BE49-F238E27FC236}">
                <a16:creationId xmlns:a16="http://schemas.microsoft.com/office/drawing/2014/main" id="{D3CC96EB-F55E-8626-A64F-06970AE146B0}"/>
              </a:ext>
            </a:extLst>
          </p:cNvPr>
          <p:cNvSpPr/>
          <p:nvPr/>
        </p:nvSpPr>
        <p:spPr>
          <a:xfrm>
            <a:off x="13422987" y="5720121"/>
            <a:ext cx="2311366" cy="47401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22" name="Afbeelding 21">
            <a:extLst>
              <a:ext uri="{FF2B5EF4-FFF2-40B4-BE49-F238E27FC236}">
                <a16:creationId xmlns:a16="http://schemas.microsoft.com/office/drawing/2014/main" id="{7384BE4B-DB6A-7584-30FA-48045AB073AE}"/>
              </a:ext>
            </a:extLst>
          </p:cNvPr>
          <p:cNvPicPr>
            <a:picLocks noChangeAspect="1"/>
          </p:cNvPicPr>
          <p:nvPr/>
        </p:nvPicPr>
        <p:blipFill>
          <a:blip r:embed="rId4"/>
          <a:stretch>
            <a:fillRect/>
          </a:stretch>
        </p:blipFill>
        <p:spPr>
          <a:xfrm>
            <a:off x="5070402" y="7543404"/>
            <a:ext cx="5892371" cy="2015499"/>
          </a:xfrm>
          <a:prstGeom prst="rect">
            <a:avLst/>
          </a:prstGeom>
        </p:spPr>
      </p:pic>
      <p:sp>
        <p:nvSpPr>
          <p:cNvPr id="20" name="Rechthoek 19">
            <a:extLst>
              <a:ext uri="{FF2B5EF4-FFF2-40B4-BE49-F238E27FC236}">
                <a16:creationId xmlns:a16="http://schemas.microsoft.com/office/drawing/2014/main" id="{27EEC59B-C247-0177-14E5-0D45746E309D}"/>
              </a:ext>
            </a:extLst>
          </p:cNvPr>
          <p:cNvSpPr/>
          <p:nvPr/>
        </p:nvSpPr>
        <p:spPr>
          <a:xfrm>
            <a:off x="8233564" y="8769927"/>
            <a:ext cx="1048981" cy="318655"/>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778641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DF492-931D-C3B1-3DAB-9D7E7746C8A2}"/>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160324E9-EB4E-F668-59B6-3F852DB2E99A}"/>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ADB7203B-4AEE-5E27-4A44-D1B76C45865A}"/>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a:p>
            <a:pPr lvl="1"/>
            <a:r>
              <a:rPr lang="nl-BE" b="1" i="1" dirty="0">
                <a:solidFill>
                  <a:srgbClr val="002060"/>
                </a:solidFill>
              </a:rPr>
              <a:t>Syntax </a:t>
            </a:r>
            <a:r>
              <a:rPr lang="nl-BE" b="1" dirty="0">
                <a:solidFill>
                  <a:srgbClr val="002060"/>
                </a:solidFill>
              </a:rPr>
              <a:t>en output</a:t>
            </a:r>
            <a:r>
              <a:rPr lang="nl-BE" b="1" dirty="0"/>
              <a:t>:</a:t>
            </a:r>
          </a:p>
        </p:txBody>
      </p:sp>
      <p:sp>
        <p:nvSpPr>
          <p:cNvPr id="8" name="Tijdelijke aanduiding voor dianummer 3">
            <a:extLst>
              <a:ext uri="{FF2B5EF4-FFF2-40B4-BE49-F238E27FC236}">
                <a16:creationId xmlns:a16="http://schemas.microsoft.com/office/drawing/2014/main" id="{3DBE4FD2-13FC-4203-DAC1-12E42AB78BBF}"/>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26</a:t>
            </a:fld>
            <a:endParaRPr lang="en-GB" noProof="0" dirty="0"/>
          </a:p>
        </p:txBody>
      </p:sp>
      <p:pic>
        <p:nvPicPr>
          <p:cNvPr id="2" name="Afbeelding 1">
            <a:extLst>
              <a:ext uri="{FF2B5EF4-FFF2-40B4-BE49-F238E27FC236}">
                <a16:creationId xmlns:a16="http://schemas.microsoft.com/office/drawing/2014/main" id="{EC82E4A3-1368-D5C4-6C50-0B5538B89F49}"/>
              </a:ext>
            </a:extLst>
          </p:cNvPr>
          <p:cNvPicPr>
            <a:picLocks noChangeAspect="1"/>
          </p:cNvPicPr>
          <p:nvPr/>
        </p:nvPicPr>
        <p:blipFill>
          <a:blip r:embed="rId2"/>
          <a:stretch>
            <a:fillRect/>
          </a:stretch>
        </p:blipFill>
        <p:spPr>
          <a:xfrm>
            <a:off x="665068" y="3387176"/>
            <a:ext cx="6509069" cy="3530982"/>
          </a:xfrm>
          <a:prstGeom prst="rect">
            <a:avLst/>
          </a:prstGeom>
        </p:spPr>
      </p:pic>
      <p:sp>
        <p:nvSpPr>
          <p:cNvPr id="12" name="Rechthoek 11">
            <a:extLst>
              <a:ext uri="{FF2B5EF4-FFF2-40B4-BE49-F238E27FC236}">
                <a16:creationId xmlns:a16="http://schemas.microsoft.com/office/drawing/2014/main" id="{95F2F084-8C3A-23F1-0392-8B11DA3EACE6}"/>
              </a:ext>
            </a:extLst>
          </p:cNvPr>
          <p:cNvSpPr/>
          <p:nvPr/>
        </p:nvSpPr>
        <p:spPr>
          <a:xfrm>
            <a:off x="3199677" y="4738256"/>
            <a:ext cx="3741450" cy="387926"/>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7" name="Afbeelding 6">
            <a:extLst>
              <a:ext uri="{FF2B5EF4-FFF2-40B4-BE49-F238E27FC236}">
                <a16:creationId xmlns:a16="http://schemas.microsoft.com/office/drawing/2014/main" id="{13405C0B-DEFF-C303-2A39-22E74887D21A}"/>
              </a:ext>
            </a:extLst>
          </p:cNvPr>
          <p:cNvPicPr>
            <a:picLocks noChangeAspect="1"/>
          </p:cNvPicPr>
          <p:nvPr/>
        </p:nvPicPr>
        <p:blipFill>
          <a:blip r:embed="rId3"/>
          <a:stretch>
            <a:fillRect/>
          </a:stretch>
        </p:blipFill>
        <p:spPr>
          <a:xfrm>
            <a:off x="7426284" y="2496122"/>
            <a:ext cx="9420225" cy="4791075"/>
          </a:xfrm>
          <a:prstGeom prst="rect">
            <a:avLst/>
          </a:prstGeom>
        </p:spPr>
      </p:pic>
      <p:sp>
        <p:nvSpPr>
          <p:cNvPr id="15" name="Rechthoek 14">
            <a:extLst>
              <a:ext uri="{FF2B5EF4-FFF2-40B4-BE49-F238E27FC236}">
                <a16:creationId xmlns:a16="http://schemas.microsoft.com/office/drawing/2014/main" id="{BCE218FB-ABA9-BABD-4DFA-FE92A31FCDBA}"/>
              </a:ext>
            </a:extLst>
          </p:cNvPr>
          <p:cNvSpPr/>
          <p:nvPr/>
        </p:nvSpPr>
        <p:spPr>
          <a:xfrm>
            <a:off x="13427398" y="4026906"/>
            <a:ext cx="2311366" cy="47401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Rechthoek 17">
            <a:extLst>
              <a:ext uri="{FF2B5EF4-FFF2-40B4-BE49-F238E27FC236}">
                <a16:creationId xmlns:a16="http://schemas.microsoft.com/office/drawing/2014/main" id="{CBAF4303-B583-64F2-A4C5-0EB0DD00B497}"/>
              </a:ext>
            </a:extLst>
          </p:cNvPr>
          <p:cNvSpPr/>
          <p:nvPr/>
        </p:nvSpPr>
        <p:spPr>
          <a:xfrm>
            <a:off x="13422987" y="4915657"/>
            <a:ext cx="2311366" cy="47401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9" name="Rechthoek 18">
            <a:extLst>
              <a:ext uri="{FF2B5EF4-FFF2-40B4-BE49-F238E27FC236}">
                <a16:creationId xmlns:a16="http://schemas.microsoft.com/office/drawing/2014/main" id="{0EB475D0-468C-323E-EDA0-1D9A42D2A772}"/>
              </a:ext>
            </a:extLst>
          </p:cNvPr>
          <p:cNvSpPr/>
          <p:nvPr/>
        </p:nvSpPr>
        <p:spPr>
          <a:xfrm>
            <a:off x="13422987" y="5720121"/>
            <a:ext cx="2311366" cy="47401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22" name="Afbeelding 21">
            <a:extLst>
              <a:ext uri="{FF2B5EF4-FFF2-40B4-BE49-F238E27FC236}">
                <a16:creationId xmlns:a16="http://schemas.microsoft.com/office/drawing/2014/main" id="{22990364-8CE3-3397-1FBF-F16617B285A2}"/>
              </a:ext>
            </a:extLst>
          </p:cNvPr>
          <p:cNvPicPr>
            <a:picLocks noChangeAspect="1"/>
          </p:cNvPicPr>
          <p:nvPr/>
        </p:nvPicPr>
        <p:blipFill>
          <a:blip r:embed="rId4"/>
          <a:stretch>
            <a:fillRect/>
          </a:stretch>
        </p:blipFill>
        <p:spPr>
          <a:xfrm>
            <a:off x="5070402" y="7543404"/>
            <a:ext cx="5892371" cy="2015499"/>
          </a:xfrm>
          <a:prstGeom prst="rect">
            <a:avLst/>
          </a:prstGeom>
        </p:spPr>
      </p:pic>
      <p:sp>
        <p:nvSpPr>
          <p:cNvPr id="20" name="Rechthoek 19">
            <a:extLst>
              <a:ext uri="{FF2B5EF4-FFF2-40B4-BE49-F238E27FC236}">
                <a16:creationId xmlns:a16="http://schemas.microsoft.com/office/drawing/2014/main" id="{EA170410-2B58-3F23-1003-84CF6F532F1E}"/>
              </a:ext>
            </a:extLst>
          </p:cNvPr>
          <p:cNvSpPr/>
          <p:nvPr/>
        </p:nvSpPr>
        <p:spPr>
          <a:xfrm>
            <a:off x="8233564" y="8769927"/>
            <a:ext cx="1048981" cy="318655"/>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3" name="Afbeelding 2">
            <a:extLst>
              <a:ext uri="{FF2B5EF4-FFF2-40B4-BE49-F238E27FC236}">
                <a16:creationId xmlns:a16="http://schemas.microsoft.com/office/drawing/2014/main" id="{A5A7F0C7-391B-A82B-720A-1D102F39568D}"/>
              </a:ext>
            </a:extLst>
          </p:cNvPr>
          <p:cNvPicPr>
            <a:picLocks noChangeAspect="1"/>
          </p:cNvPicPr>
          <p:nvPr/>
        </p:nvPicPr>
        <p:blipFill>
          <a:blip r:embed="rId5"/>
          <a:stretch>
            <a:fillRect/>
          </a:stretch>
        </p:blipFill>
        <p:spPr>
          <a:xfrm>
            <a:off x="4138659" y="2657435"/>
            <a:ext cx="9061353" cy="5000524"/>
          </a:xfrm>
          <a:prstGeom prst="rect">
            <a:avLst/>
          </a:prstGeom>
        </p:spPr>
      </p:pic>
    </p:spTree>
    <p:extLst>
      <p:ext uri="{BB962C8B-B14F-4D97-AF65-F5344CB8AC3E}">
        <p14:creationId xmlns:p14="http://schemas.microsoft.com/office/powerpoint/2010/main" val="758838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a:p>
            <a:pPr lvl="1"/>
            <a:r>
              <a:rPr lang="nl-BE" b="1" i="1" dirty="0">
                <a:solidFill>
                  <a:srgbClr val="002060"/>
                </a:solidFill>
              </a:rPr>
              <a:t>Syntax </a:t>
            </a:r>
            <a:r>
              <a:rPr lang="nl-BE" b="1" dirty="0">
                <a:solidFill>
                  <a:srgbClr val="002060"/>
                </a:solidFill>
              </a:rPr>
              <a:t>en output</a:t>
            </a:r>
            <a:r>
              <a:rPr lang="nl-BE" b="1" dirty="0"/>
              <a:t>:</a:t>
            </a:r>
          </a:p>
        </p:txBody>
      </p:sp>
      <p:sp>
        <p:nvSpPr>
          <p:cNvPr id="8" name="Tijdelijke aanduiding voor dianummer 3">
            <a:extLst>
              <a:ext uri="{FF2B5EF4-FFF2-40B4-BE49-F238E27FC236}">
                <a16:creationId xmlns:a16="http://schemas.microsoft.com/office/drawing/2014/main" id="{C2A1AC9A-7B3C-43F5-930D-626BDBFCC4F8}"/>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27</a:t>
            </a:fld>
            <a:endParaRPr lang="en-GB" noProof="0" dirty="0"/>
          </a:p>
        </p:txBody>
      </p:sp>
      <p:pic>
        <p:nvPicPr>
          <p:cNvPr id="2" name="Afbeelding 1">
            <a:extLst>
              <a:ext uri="{FF2B5EF4-FFF2-40B4-BE49-F238E27FC236}">
                <a16:creationId xmlns:a16="http://schemas.microsoft.com/office/drawing/2014/main" id="{4163C55D-B0ED-A8CF-7213-075F2121BADA}"/>
              </a:ext>
            </a:extLst>
          </p:cNvPr>
          <p:cNvPicPr>
            <a:picLocks noChangeAspect="1"/>
          </p:cNvPicPr>
          <p:nvPr/>
        </p:nvPicPr>
        <p:blipFill>
          <a:blip r:embed="rId2"/>
          <a:stretch>
            <a:fillRect/>
          </a:stretch>
        </p:blipFill>
        <p:spPr>
          <a:xfrm>
            <a:off x="665068" y="3387176"/>
            <a:ext cx="6509069" cy="3530982"/>
          </a:xfrm>
          <a:prstGeom prst="rect">
            <a:avLst/>
          </a:prstGeom>
        </p:spPr>
      </p:pic>
      <p:sp>
        <p:nvSpPr>
          <p:cNvPr id="12" name="Rechthoek 11">
            <a:extLst>
              <a:ext uri="{FF2B5EF4-FFF2-40B4-BE49-F238E27FC236}">
                <a16:creationId xmlns:a16="http://schemas.microsoft.com/office/drawing/2014/main" id="{C2C1C866-ED72-40E4-B236-73EF7D67CAD0}"/>
              </a:ext>
            </a:extLst>
          </p:cNvPr>
          <p:cNvSpPr/>
          <p:nvPr/>
        </p:nvSpPr>
        <p:spPr>
          <a:xfrm>
            <a:off x="3199677" y="4738256"/>
            <a:ext cx="3741450" cy="387926"/>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7" name="Afbeelding 6">
            <a:extLst>
              <a:ext uri="{FF2B5EF4-FFF2-40B4-BE49-F238E27FC236}">
                <a16:creationId xmlns:a16="http://schemas.microsoft.com/office/drawing/2014/main" id="{DEC2CC9C-4633-E769-A3F4-07BBFC32409A}"/>
              </a:ext>
            </a:extLst>
          </p:cNvPr>
          <p:cNvPicPr>
            <a:picLocks noChangeAspect="1"/>
          </p:cNvPicPr>
          <p:nvPr/>
        </p:nvPicPr>
        <p:blipFill>
          <a:blip r:embed="rId3"/>
          <a:stretch>
            <a:fillRect/>
          </a:stretch>
        </p:blipFill>
        <p:spPr>
          <a:xfrm>
            <a:off x="7426284" y="2496122"/>
            <a:ext cx="9420225" cy="4791075"/>
          </a:xfrm>
          <a:prstGeom prst="rect">
            <a:avLst/>
          </a:prstGeom>
        </p:spPr>
      </p:pic>
      <p:sp>
        <p:nvSpPr>
          <p:cNvPr id="15" name="Rechthoek 14">
            <a:extLst>
              <a:ext uri="{FF2B5EF4-FFF2-40B4-BE49-F238E27FC236}">
                <a16:creationId xmlns:a16="http://schemas.microsoft.com/office/drawing/2014/main" id="{9201C935-BF12-41B1-818F-17D7D2C50AF6}"/>
              </a:ext>
            </a:extLst>
          </p:cNvPr>
          <p:cNvSpPr/>
          <p:nvPr/>
        </p:nvSpPr>
        <p:spPr>
          <a:xfrm>
            <a:off x="13427398" y="4026906"/>
            <a:ext cx="2311366" cy="47401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Rechthoek 17">
            <a:extLst>
              <a:ext uri="{FF2B5EF4-FFF2-40B4-BE49-F238E27FC236}">
                <a16:creationId xmlns:a16="http://schemas.microsoft.com/office/drawing/2014/main" id="{90F6E946-700C-037D-40F2-7820F593BC20}"/>
              </a:ext>
            </a:extLst>
          </p:cNvPr>
          <p:cNvSpPr/>
          <p:nvPr/>
        </p:nvSpPr>
        <p:spPr>
          <a:xfrm>
            <a:off x="13422987" y="4915657"/>
            <a:ext cx="2311366" cy="47401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9" name="Rechthoek 18">
            <a:extLst>
              <a:ext uri="{FF2B5EF4-FFF2-40B4-BE49-F238E27FC236}">
                <a16:creationId xmlns:a16="http://schemas.microsoft.com/office/drawing/2014/main" id="{282D0675-CB99-F2C9-B760-DBFBED498A50}"/>
              </a:ext>
            </a:extLst>
          </p:cNvPr>
          <p:cNvSpPr/>
          <p:nvPr/>
        </p:nvSpPr>
        <p:spPr>
          <a:xfrm>
            <a:off x="13422987" y="5720121"/>
            <a:ext cx="2311366" cy="47401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22" name="Afbeelding 21">
            <a:extLst>
              <a:ext uri="{FF2B5EF4-FFF2-40B4-BE49-F238E27FC236}">
                <a16:creationId xmlns:a16="http://schemas.microsoft.com/office/drawing/2014/main" id="{49426829-617A-D9B9-9BFE-57A9185455B9}"/>
              </a:ext>
            </a:extLst>
          </p:cNvPr>
          <p:cNvPicPr>
            <a:picLocks noChangeAspect="1"/>
          </p:cNvPicPr>
          <p:nvPr/>
        </p:nvPicPr>
        <p:blipFill>
          <a:blip r:embed="rId4"/>
          <a:stretch>
            <a:fillRect/>
          </a:stretch>
        </p:blipFill>
        <p:spPr>
          <a:xfrm>
            <a:off x="5070402" y="7543404"/>
            <a:ext cx="5892371" cy="2015499"/>
          </a:xfrm>
          <a:prstGeom prst="rect">
            <a:avLst/>
          </a:prstGeom>
        </p:spPr>
      </p:pic>
      <p:sp>
        <p:nvSpPr>
          <p:cNvPr id="20" name="Rechthoek 19">
            <a:extLst>
              <a:ext uri="{FF2B5EF4-FFF2-40B4-BE49-F238E27FC236}">
                <a16:creationId xmlns:a16="http://schemas.microsoft.com/office/drawing/2014/main" id="{502A258C-7334-C7EB-D664-D474093D8061}"/>
              </a:ext>
            </a:extLst>
          </p:cNvPr>
          <p:cNvSpPr/>
          <p:nvPr/>
        </p:nvSpPr>
        <p:spPr>
          <a:xfrm>
            <a:off x="8233564" y="8769927"/>
            <a:ext cx="1048981" cy="318655"/>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3" name="Pijl: omlaag 22">
            <a:extLst>
              <a:ext uri="{FF2B5EF4-FFF2-40B4-BE49-F238E27FC236}">
                <a16:creationId xmlns:a16="http://schemas.microsoft.com/office/drawing/2014/main" id="{1EA37879-A748-F45F-C79E-BE54EFB51A0B}"/>
              </a:ext>
            </a:extLst>
          </p:cNvPr>
          <p:cNvSpPr/>
          <p:nvPr/>
        </p:nvSpPr>
        <p:spPr>
          <a:xfrm>
            <a:off x="14418970" y="6420993"/>
            <a:ext cx="319397" cy="1233288"/>
          </a:xfrm>
          <a:prstGeom prst="downArrow">
            <a:avLst/>
          </a:prstGeom>
          <a:noFill/>
          <a:ln w="317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4" name="Rechthoek 23">
            <a:extLst>
              <a:ext uri="{FF2B5EF4-FFF2-40B4-BE49-F238E27FC236}">
                <a16:creationId xmlns:a16="http://schemas.microsoft.com/office/drawing/2014/main" id="{FD42E0D6-678A-6477-F029-A0B236ABB362}"/>
              </a:ext>
            </a:extLst>
          </p:cNvPr>
          <p:cNvSpPr/>
          <p:nvPr/>
        </p:nvSpPr>
        <p:spPr>
          <a:xfrm>
            <a:off x="12381660" y="7759181"/>
            <a:ext cx="4394019" cy="1200329"/>
          </a:xfrm>
          <a:prstGeom prst="rect">
            <a:avLst/>
          </a:prstGeom>
          <a:ln>
            <a:solidFill>
              <a:srgbClr val="003366"/>
            </a:solidFill>
          </a:ln>
        </p:spPr>
        <p:txBody>
          <a:bodyPr wrap="square">
            <a:spAutoFit/>
          </a:bodyPr>
          <a:lstStyle/>
          <a:p>
            <a:pPr algn="ctr"/>
            <a:r>
              <a:rPr lang="nl-BE" sz="2400" dirty="0">
                <a:solidFill>
                  <a:srgbClr val="003366"/>
                </a:solidFill>
                <a:latin typeface="Verdana" panose="020B0604030504040204" pitchFamily="34" charset="0"/>
                <a:ea typeface="Verdana" panose="020B0604030504040204" pitchFamily="34" charset="0"/>
              </a:rPr>
              <a:t>Moeilijk interpreteerbaar:</a:t>
            </a:r>
          </a:p>
          <a:p>
            <a:pPr algn="ctr"/>
            <a:r>
              <a:rPr lang="nl-BE" sz="2400" dirty="0">
                <a:solidFill>
                  <a:srgbClr val="003366"/>
                </a:solidFill>
                <a:latin typeface="Verdana" panose="020B0604030504040204" pitchFamily="34" charset="0"/>
                <a:ea typeface="Verdana" panose="020B0604030504040204" pitchFamily="34" charset="0"/>
              </a:rPr>
              <a:t>Welk(e) verschil(</a:t>
            </a:r>
            <a:r>
              <a:rPr lang="nl-BE" sz="2400" dirty="0" err="1">
                <a:solidFill>
                  <a:srgbClr val="003366"/>
                </a:solidFill>
                <a:latin typeface="Verdana" panose="020B0604030504040204" pitchFamily="34" charset="0"/>
                <a:ea typeface="Verdana" panose="020B0604030504040204" pitchFamily="34" charset="0"/>
              </a:rPr>
              <a:t>len</a:t>
            </a:r>
            <a:r>
              <a:rPr lang="nl-BE" sz="2400" dirty="0">
                <a:solidFill>
                  <a:srgbClr val="003366"/>
                </a:solidFill>
                <a:latin typeface="Verdana" panose="020B0604030504040204" pitchFamily="34" charset="0"/>
                <a:ea typeface="Verdana" panose="020B0604030504040204" pitchFamily="34" charset="0"/>
              </a:rPr>
              <a:t>) zorgen voor significante p?</a:t>
            </a:r>
          </a:p>
        </p:txBody>
      </p:sp>
    </p:spTree>
    <p:extLst>
      <p:ext uri="{BB962C8B-B14F-4D97-AF65-F5344CB8AC3E}">
        <p14:creationId xmlns:p14="http://schemas.microsoft.com/office/powerpoint/2010/main" val="3208086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50AE10-A5BD-4854-95D1-EDB41A7F14B7}"/>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B88BCCE3-B86C-461D-8331-7A61191A346A}"/>
              </a:ext>
            </a:extLst>
          </p:cNvPr>
          <p:cNvSpPr>
            <a:spLocks noGrp="1"/>
          </p:cNvSpPr>
          <p:nvPr>
            <p:ph idx="1"/>
          </p:nvPr>
        </p:nvSpPr>
        <p:spPr/>
        <p:txBody>
          <a:bodyPr/>
          <a:lstStyle/>
          <a:p>
            <a:pPr marL="86400" indent="0">
              <a:buNone/>
            </a:pPr>
            <a:r>
              <a:rPr lang="nl-BE" b="1" dirty="0"/>
              <a:t>Algemeen resultaat moeilijk interpreteerbaar, </a:t>
            </a:r>
            <a:r>
              <a:rPr lang="nl-BE" dirty="0"/>
              <a:t>dus </a:t>
            </a:r>
            <a:r>
              <a:rPr lang="nl-BE" b="1" dirty="0" err="1"/>
              <a:t>partitioneren</a:t>
            </a:r>
            <a:endParaRPr lang="nl-BE" b="1" dirty="0"/>
          </a:p>
        </p:txBody>
      </p:sp>
      <p:sp>
        <p:nvSpPr>
          <p:cNvPr id="4" name="Tijdelijke aanduiding voor dianummer 3">
            <a:extLst>
              <a:ext uri="{FF2B5EF4-FFF2-40B4-BE49-F238E27FC236}">
                <a16:creationId xmlns:a16="http://schemas.microsoft.com/office/drawing/2014/main" id="{4D1ADF43-4372-4701-8586-3C5141AB16A5}"/>
              </a:ext>
            </a:extLst>
          </p:cNvPr>
          <p:cNvSpPr>
            <a:spLocks noGrp="1"/>
          </p:cNvSpPr>
          <p:nvPr>
            <p:ph type="sldNum" sz="quarter" idx="12"/>
          </p:nvPr>
        </p:nvSpPr>
        <p:spPr/>
        <p:txBody>
          <a:bodyPr/>
          <a:lstStyle/>
          <a:p>
            <a:fld id="{7AE184E0-0BD4-4705-A12B-9B71DDE63301}" type="slidenum">
              <a:rPr lang="en-GB" noProof="0" smtClean="0"/>
              <a:t>28</a:t>
            </a:fld>
            <a:endParaRPr lang="en-GB" noProof="0" dirty="0"/>
          </a:p>
        </p:txBody>
      </p:sp>
    </p:spTree>
    <p:extLst>
      <p:ext uri="{BB962C8B-B14F-4D97-AF65-F5344CB8AC3E}">
        <p14:creationId xmlns:p14="http://schemas.microsoft.com/office/powerpoint/2010/main" val="1761259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50AE10-A5BD-4854-95D1-EDB41A7F14B7}"/>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B88BCCE3-B86C-461D-8331-7A61191A346A}"/>
              </a:ext>
            </a:extLst>
          </p:cNvPr>
          <p:cNvSpPr>
            <a:spLocks noGrp="1"/>
          </p:cNvSpPr>
          <p:nvPr>
            <p:ph idx="1"/>
          </p:nvPr>
        </p:nvSpPr>
        <p:spPr/>
        <p:txBody>
          <a:bodyPr/>
          <a:lstStyle/>
          <a:p>
            <a:pPr marL="86400" indent="0">
              <a:buNone/>
            </a:pPr>
            <a:r>
              <a:rPr lang="nl-BE" b="1" dirty="0"/>
              <a:t>Algemeen resultaat moeilijk interpreteerbaar, </a:t>
            </a:r>
            <a:r>
              <a:rPr lang="nl-BE" dirty="0"/>
              <a:t>dus </a:t>
            </a:r>
            <a:r>
              <a:rPr lang="nl-BE" b="1" dirty="0" err="1"/>
              <a:t>partitioneren</a:t>
            </a:r>
            <a:endParaRPr lang="nl-BE" b="1" dirty="0"/>
          </a:p>
          <a:p>
            <a:r>
              <a:rPr lang="nl-BE" i="1" dirty="0"/>
              <a:t>Select cases</a:t>
            </a:r>
            <a:r>
              <a:rPr lang="nl-BE" dirty="0"/>
              <a:t>:</a:t>
            </a:r>
          </a:p>
          <a:p>
            <a:pPr lvl="1"/>
            <a:r>
              <a:rPr lang="nl-BE" dirty="0"/>
              <a:t>W1_ACT = 1 | W1_ACT = 2 (Studeer thuis vs. Werk thuis)</a:t>
            </a:r>
            <a:br>
              <a:rPr lang="nl-BE" dirty="0"/>
            </a:br>
            <a:r>
              <a:rPr lang="nl-BE" dirty="0"/>
              <a:t>W1_ACT = 1 | W1_ACT = 3 (Studeer thuis vs. Werk op werkplek)</a:t>
            </a:r>
            <a:br>
              <a:rPr lang="nl-BE" dirty="0"/>
            </a:br>
            <a:r>
              <a:rPr lang="nl-BE" dirty="0"/>
              <a:t>W1_ACT = 2 | W1_ACT = 3 (Werk thuis vs. Werk op werkplek)</a:t>
            </a:r>
          </a:p>
        </p:txBody>
      </p:sp>
      <p:sp>
        <p:nvSpPr>
          <p:cNvPr id="4" name="Tijdelijke aanduiding voor dianummer 3">
            <a:extLst>
              <a:ext uri="{FF2B5EF4-FFF2-40B4-BE49-F238E27FC236}">
                <a16:creationId xmlns:a16="http://schemas.microsoft.com/office/drawing/2014/main" id="{4D1ADF43-4372-4701-8586-3C5141AB16A5}"/>
              </a:ext>
            </a:extLst>
          </p:cNvPr>
          <p:cNvSpPr>
            <a:spLocks noGrp="1"/>
          </p:cNvSpPr>
          <p:nvPr>
            <p:ph type="sldNum" sz="quarter" idx="12"/>
          </p:nvPr>
        </p:nvSpPr>
        <p:spPr/>
        <p:txBody>
          <a:bodyPr/>
          <a:lstStyle/>
          <a:p>
            <a:fld id="{7AE184E0-0BD4-4705-A12B-9B71DDE63301}" type="slidenum">
              <a:rPr lang="en-GB" noProof="0" smtClean="0"/>
              <a:t>29</a:t>
            </a:fld>
            <a:endParaRPr lang="en-GB" noProof="0" dirty="0"/>
          </a:p>
        </p:txBody>
      </p:sp>
    </p:spTree>
    <p:extLst>
      <p:ext uri="{BB962C8B-B14F-4D97-AF65-F5344CB8AC3E}">
        <p14:creationId xmlns:p14="http://schemas.microsoft.com/office/powerpoint/2010/main" val="3088209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50AE10-A5BD-4854-95D1-EDB41A7F14B7}"/>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B88BCCE3-B86C-461D-8331-7A61191A346A}"/>
              </a:ext>
            </a:extLst>
          </p:cNvPr>
          <p:cNvSpPr>
            <a:spLocks noGrp="1"/>
          </p:cNvSpPr>
          <p:nvPr>
            <p:ph idx="1"/>
          </p:nvPr>
        </p:nvSpPr>
        <p:spPr/>
        <p:txBody>
          <a:bodyPr/>
          <a:lstStyle/>
          <a:p>
            <a:pPr marL="86400" indent="0">
              <a:buNone/>
            </a:pPr>
            <a:r>
              <a:rPr lang="nl-BE" b="1" dirty="0"/>
              <a:t>Algemeen resultaat moeilijk interpreteerbaar, </a:t>
            </a:r>
            <a:r>
              <a:rPr lang="nl-BE" dirty="0"/>
              <a:t>dus </a:t>
            </a:r>
            <a:r>
              <a:rPr lang="nl-BE" b="1" dirty="0" err="1"/>
              <a:t>partitioneren</a:t>
            </a:r>
            <a:endParaRPr lang="nl-BE" b="1" dirty="0"/>
          </a:p>
          <a:p>
            <a:r>
              <a:rPr lang="nl-BE" i="1" dirty="0"/>
              <a:t>Select cases</a:t>
            </a:r>
            <a:r>
              <a:rPr lang="nl-BE" dirty="0"/>
              <a:t>:</a:t>
            </a:r>
          </a:p>
          <a:p>
            <a:pPr lvl="1"/>
            <a:r>
              <a:rPr lang="nl-BE" dirty="0"/>
              <a:t>W1_ACT = 1 | W1_ACT = 2 (Studeer thuis vs. Werk thuis)</a:t>
            </a:r>
            <a:br>
              <a:rPr lang="nl-BE" dirty="0"/>
            </a:br>
            <a:r>
              <a:rPr lang="nl-BE" dirty="0"/>
              <a:t>W1_ACT = 1 | W1_ACT = 3 (Studeer thuis vs. Werk op werkplek)</a:t>
            </a:r>
            <a:br>
              <a:rPr lang="nl-BE" dirty="0"/>
            </a:br>
            <a:r>
              <a:rPr lang="nl-BE" dirty="0"/>
              <a:t>W1_ACT = 2 | W1_ACT = 3 (Werk thuis vs. Werk op werkplek)</a:t>
            </a:r>
          </a:p>
          <a:p>
            <a:pPr marL="720000" lvl="1" indent="0">
              <a:buNone/>
            </a:pPr>
            <a:endParaRPr lang="nl-BE" dirty="0"/>
          </a:p>
          <a:p>
            <a:r>
              <a:rPr lang="nl-BE" dirty="0"/>
              <a:t>Bij elke selectie vragen we Chi-kwadraat toets op</a:t>
            </a:r>
          </a:p>
          <a:p>
            <a:pPr lvl="1"/>
            <a:r>
              <a:rPr lang="nl-BE" dirty="0"/>
              <a:t>Zo telkens significantietoets van 2X2-kruistabel</a:t>
            </a:r>
          </a:p>
          <a:p>
            <a:pPr lvl="1"/>
            <a:r>
              <a:rPr lang="nl-BE" dirty="0"/>
              <a:t>Ontdekken welke verschillen zorgen voor de significante algemene toets</a:t>
            </a:r>
          </a:p>
          <a:p>
            <a:pPr lvl="1"/>
            <a:r>
              <a:rPr lang="nl-BE" b="1" dirty="0"/>
              <a:t>Opgelet: assumptie 4 bij elke Chi-kwadraat toets controleren!</a:t>
            </a:r>
          </a:p>
          <a:p>
            <a:pPr lvl="1"/>
            <a:endParaRPr lang="nl-BE" dirty="0"/>
          </a:p>
        </p:txBody>
      </p:sp>
      <p:sp>
        <p:nvSpPr>
          <p:cNvPr id="4" name="Tijdelijke aanduiding voor dianummer 3">
            <a:extLst>
              <a:ext uri="{FF2B5EF4-FFF2-40B4-BE49-F238E27FC236}">
                <a16:creationId xmlns:a16="http://schemas.microsoft.com/office/drawing/2014/main" id="{4D1ADF43-4372-4701-8586-3C5141AB16A5}"/>
              </a:ext>
            </a:extLst>
          </p:cNvPr>
          <p:cNvSpPr>
            <a:spLocks noGrp="1"/>
          </p:cNvSpPr>
          <p:nvPr>
            <p:ph type="sldNum" sz="quarter" idx="12"/>
          </p:nvPr>
        </p:nvSpPr>
        <p:spPr/>
        <p:txBody>
          <a:bodyPr/>
          <a:lstStyle/>
          <a:p>
            <a:fld id="{7AE184E0-0BD4-4705-A12B-9B71DDE63301}" type="slidenum">
              <a:rPr lang="en-GB" noProof="0" smtClean="0"/>
              <a:t>30</a:t>
            </a:fld>
            <a:endParaRPr lang="en-GB" noProof="0" dirty="0"/>
          </a:p>
        </p:txBody>
      </p:sp>
    </p:spTree>
    <p:extLst>
      <p:ext uri="{BB962C8B-B14F-4D97-AF65-F5344CB8AC3E}">
        <p14:creationId xmlns:p14="http://schemas.microsoft.com/office/powerpoint/2010/main" val="20973508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336451-C94F-471A-AA79-3DED3462D119}"/>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C742DD29-62F0-4196-B7E6-CC90F3A90E46}"/>
              </a:ext>
            </a:extLst>
          </p:cNvPr>
          <p:cNvSpPr>
            <a:spLocks noGrp="1"/>
          </p:cNvSpPr>
          <p:nvPr>
            <p:ph idx="1"/>
          </p:nvPr>
        </p:nvSpPr>
        <p:spPr/>
        <p:txBody>
          <a:bodyPr/>
          <a:lstStyle/>
          <a:p>
            <a:r>
              <a:rPr lang="nl-BE" b="1" i="1" dirty="0">
                <a:solidFill>
                  <a:srgbClr val="002060"/>
                </a:solidFill>
              </a:rPr>
              <a:t>Syntax </a:t>
            </a:r>
            <a:r>
              <a:rPr lang="nl-BE" b="1" dirty="0">
                <a:solidFill>
                  <a:srgbClr val="002060"/>
                </a:solidFill>
              </a:rPr>
              <a:t>voorbeeld</a:t>
            </a:r>
            <a:r>
              <a:rPr lang="nl-BE" b="1" dirty="0"/>
              <a:t>:</a:t>
            </a:r>
          </a:p>
          <a:p>
            <a:pPr lvl="1"/>
            <a:r>
              <a:rPr lang="nl-BE" dirty="0"/>
              <a:t>Dit herhalen voor elke combinatie!</a:t>
            </a:r>
          </a:p>
        </p:txBody>
      </p:sp>
      <p:sp>
        <p:nvSpPr>
          <p:cNvPr id="4" name="Tijdelijke aanduiding voor dianummer 3">
            <a:extLst>
              <a:ext uri="{FF2B5EF4-FFF2-40B4-BE49-F238E27FC236}">
                <a16:creationId xmlns:a16="http://schemas.microsoft.com/office/drawing/2014/main" id="{76A3C51B-BDBD-40B8-BFC2-BC8E952C8FF8}"/>
              </a:ext>
            </a:extLst>
          </p:cNvPr>
          <p:cNvSpPr>
            <a:spLocks noGrp="1"/>
          </p:cNvSpPr>
          <p:nvPr>
            <p:ph type="sldNum" sz="quarter" idx="12"/>
          </p:nvPr>
        </p:nvSpPr>
        <p:spPr/>
        <p:txBody>
          <a:bodyPr/>
          <a:lstStyle/>
          <a:p>
            <a:fld id="{7AE184E0-0BD4-4705-A12B-9B71DDE63301}" type="slidenum">
              <a:rPr lang="en-GB" noProof="0" smtClean="0"/>
              <a:t>31</a:t>
            </a:fld>
            <a:endParaRPr lang="en-GB" noProof="0" dirty="0"/>
          </a:p>
        </p:txBody>
      </p:sp>
      <p:pic>
        <p:nvPicPr>
          <p:cNvPr id="6" name="Afbeelding 5">
            <a:extLst>
              <a:ext uri="{FF2B5EF4-FFF2-40B4-BE49-F238E27FC236}">
                <a16:creationId xmlns:a16="http://schemas.microsoft.com/office/drawing/2014/main" id="{4A65C62E-5E14-4A23-E351-F5500839B15C}"/>
              </a:ext>
            </a:extLst>
          </p:cNvPr>
          <p:cNvPicPr>
            <a:picLocks noChangeAspect="1"/>
          </p:cNvPicPr>
          <p:nvPr/>
        </p:nvPicPr>
        <p:blipFill>
          <a:blip r:embed="rId2"/>
          <a:stretch>
            <a:fillRect/>
          </a:stretch>
        </p:blipFill>
        <p:spPr>
          <a:xfrm>
            <a:off x="3067261" y="3384880"/>
            <a:ext cx="7395441" cy="2280393"/>
          </a:xfrm>
          <a:prstGeom prst="rect">
            <a:avLst/>
          </a:prstGeom>
        </p:spPr>
      </p:pic>
      <p:pic>
        <p:nvPicPr>
          <p:cNvPr id="7" name="Afbeelding 6">
            <a:extLst>
              <a:ext uri="{FF2B5EF4-FFF2-40B4-BE49-F238E27FC236}">
                <a16:creationId xmlns:a16="http://schemas.microsoft.com/office/drawing/2014/main" id="{D481A64D-A148-1385-77C1-37D1E2852074}"/>
              </a:ext>
            </a:extLst>
          </p:cNvPr>
          <p:cNvPicPr>
            <a:picLocks noChangeAspect="1"/>
          </p:cNvPicPr>
          <p:nvPr/>
        </p:nvPicPr>
        <p:blipFill>
          <a:blip r:embed="rId3"/>
          <a:stretch>
            <a:fillRect/>
          </a:stretch>
        </p:blipFill>
        <p:spPr>
          <a:xfrm>
            <a:off x="3067261" y="6468408"/>
            <a:ext cx="5536481" cy="2351616"/>
          </a:xfrm>
          <a:prstGeom prst="rect">
            <a:avLst/>
          </a:prstGeom>
        </p:spPr>
      </p:pic>
    </p:spTree>
    <p:extLst>
      <p:ext uri="{BB962C8B-B14F-4D97-AF65-F5344CB8AC3E}">
        <p14:creationId xmlns:p14="http://schemas.microsoft.com/office/powerpoint/2010/main" val="13460807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3D13-5D6D-47FA-964E-6F9B03650D37}"/>
            </a:ext>
          </a:extLst>
        </p:cNvPr>
        <p:cNvGrpSpPr/>
        <p:nvPr/>
      </p:nvGrpSpPr>
      <p:grpSpPr>
        <a:xfrm>
          <a:off x="0" y="0"/>
          <a:ext cx="0" cy="0"/>
          <a:chOff x="0" y="0"/>
          <a:chExt cx="0" cy="0"/>
        </a:xfrm>
      </p:grpSpPr>
      <p:pic>
        <p:nvPicPr>
          <p:cNvPr id="8" name="Afbeelding 7">
            <a:extLst>
              <a:ext uri="{FF2B5EF4-FFF2-40B4-BE49-F238E27FC236}">
                <a16:creationId xmlns:a16="http://schemas.microsoft.com/office/drawing/2014/main" id="{E524E759-2ADF-F0CE-36F1-CEF8B7C58081}"/>
              </a:ext>
            </a:extLst>
          </p:cNvPr>
          <p:cNvPicPr>
            <a:picLocks noChangeAspect="1"/>
          </p:cNvPicPr>
          <p:nvPr/>
        </p:nvPicPr>
        <p:blipFill>
          <a:blip r:embed="rId2"/>
          <a:stretch>
            <a:fillRect/>
          </a:stretch>
        </p:blipFill>
        <p:spPr>
          <a:xfrm>
            <a:off x="9614197" y="4674422"/>
            <a:ext cx="7492436" cy="3461819"/>
          </a:xfrm>
          <a:prstGeom prst="rect">
            <a:avLst/>
          </a:prstGeom>
        </p:spPr>
      </p:pic>
      <p:sp>
        <p:nvSpPr>
          <p:cNvPr id="2" name="Titel 1">
            <a:extLst>
              <a:ext uri="{FF2B5EF4-FFF2-40B4-BE49-F238E27FC236}">
                <a16:creationId xmlns:a16="http://schemas.microsoft.com/office/drawing/2014/main" id="{B8A79D42-C414-CB54-0809-59DE0FD27181}"/>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F9A582E3-CACD-3A48-BE5D-B0D74BCE1470}"/>
              </a:ext>
            </a:extLst>
          </p:cNvPr>
          <p:cNvSpPr>
            <a:spLocks noGrp="1"/>
          </p:cNvSpPr>
          <p:nvPr>
            <p:ph idx="1"/>
          </p:nvPr>
        </p:nvSpPr>
        <p:spPr/>
        <p:txBody>
          <a:bodyPr/>
          <a:lstStyle/>
          <a:p>
            <a:r>
              <a:rPr lang="nl-BE" b="1" dirty="0">
                <a:solidFill>
                  <a:srgbClr val="002060"/>
                </a:solidFill>
              </a:rPr>
              <a:t>Output</a:t>
            </a:r>
            <a:r>
              <a:rPr lang="nl-BE" b="1" dirty="0"/>
              <a:t>:</a:t>
            </a:r>
          </a:p>
        </p:txBody>
      </p:sp>
      <p:sp>
        <p:nvSpPr>
          <p:cNvPr id="4" name="Tijdelijke aanduiding voor dianummer 3">
            <a:extLst>
              <a:ext uri="{FF2B5EF4-FFF2-40B4-BE49-F238E27FC236}">
                <a16:creationId xmlns:a16="http://schemas.microsoft.com/office/drawing/2014/main" id="{DC2C1AD8-3644-29C7-8850-FF4DE3753F84}"/>
              </a:ext>
            </a:extLst>
          </p:cNvPr>
          <p:cNvSpPr>
            <a:spLocks noGrp="1"/>
          </p:cNvSpPr>
          <p:nvPr>
            <p:ph type="sldNum" sz="quarter" idx="12"/>
          </p:nvPr>
        </p:nvSpPr>
        <p:spPr/>
        <p:txBody>
          <a:bodyPr/>
          <a:lstStyle/>
          <a:p>
            <a:fld id="{7AE184E0-0BD4-4705-A12B-9B71DDE63301}" type="slidenum">
              <a:rPr lang="en-GB" noProof="0" smtClean="0"/>
              <a:t>32</a:t>
            </a:fld>
            <a:endParaRPr lang="en-GB" noProof="0" dirty="0"/>
          </a:p>
        </p:txBody>
      </p:sp>
      <p:sp>
        <p:nvSpPr>
          <p:cNvPr id="9" name="TextBox 7">
            <a:extLst>
              <a:ext uri="{FF2B5EF4-FFF2-40B4-BE49-F238E27FC236}">
                <a16:creationId xmlns:a16="http://schemas.microsoft.com/office/drawing/2014/main" id="{1EEDC5D1-64F1-5F19-E591-40EE6584A279}"/>
              </a:ext>
            </a:extLst>
          </p:cNvPr>
          <p:cNvSpPr txBox="1"/>
          <p:nvPr/>
        </p:nvSpPr>
        <p:spPr>
          <a:xfrm>
            <a:off x="5570536" y="1617359"/>
            <a:ext cx="6197600" cy="628955"/>
          </a:xfrm>
          <a:prstGeom prst="rect">
            <a:avLst/>
          </a:prstGeom>
          <a:solidFill>
            <a:srgbClr val="DC8621"/>
          </a:solidFill>
          <a:ln>
            <a:noFill/>
          </a:ln>
        </p:spPr>
        <p:txBody>
          <a:bodyPr wrap="square" rtlCol="0">
            <a:spAutoFit/>
          </a:bodyPr>
          <a:lstStyle/>
          <a:p>
            <a:pPr>
              <a:lnSpc>
                <a:spcPct val="120000"/>
              </a:lnSpc>
            </a:pPr>
            <a:r>
              <a:rPr lang="nl-BE" sz="3200" b="1" dirty="0">
                <a:solidFill>
                  <a:srgbClr val="003366"/>
                </a:solidFill>
              </a:rPr>
              <a:t>W1_ACT = 1 | W1_ACT = 2</a:t>
            </a:r>
          </a:p>
        </p:txBody>
      </p:sp>
      <p:sp>
        <p:nvSpPr>
          <p:cNvPr id="13" name="Rechthoek 12">
            <a:extLst>
              <a:ext uri="{FF2B5EF4-FFF2-40B4-BE49-F238E27FC236}">
                <a16:creationId xmlns:a16="http://schemas.microsoft.com/office/drawing/2014/main" id="{7D91CB2C-399D-FB63-CBFF-9250EAFB98D5}"/>
              </a:ext>
            </a:extLst>
          </p:cNvPr>
          <p:cNvSpPr/>
          <p:nvPr/>
        </p:nvSpPr>
        <p:spPr>
          <a:xfrm>
            <a:off x="12567160" y="7829582"/>
            <a:ext cx="3785853" cy="461665"/>
          </a:xfrm>
          <a:prstGeom prst="rect">
            <a:avLst/>
          </a:prstGeom>
        </p:spPr>
        <p:txBody>
          <a:bodyPr wrap="square">
            <a:spAutoFit/>
          </a:bodyPr>
          <a:lstStyle/>
          <a:p>
            <a:pPr algn="ctr"/>
            <a:r>
              <a:rPr lang="nl-BE" sz="2400" dirty="0">
                <a:solidFill>
                  <a:srgbClr val="003366"/>
                </a:solidFill>
                <a:highlight>
                  <a:srgbClr val="FFFF00"/>
                </a:highlight>
                <a:latin typeface="Verdana" panose="020B0604030504040204" pitchFamily="34" charset="0"/>
                <a:ea typeface="Verdana" panose="020B0604030504040204" pitchFamily="34" charset="0"/>
              </a:rPr>
              <a:t>Assumptie 4 oké!</a:t>
            </a:r>
          </a:p>
        </p:txBody>
      </p:sp>
      <p:pic>
        <p:nvPicPr>
          <p:cNvPr id="21" name="Afbeelding 20">
            <a:extLst>
              <a:ext uri="{FF2B5EF4-FFF2-40B4-BE49-F238E27FC236}">
                <a16:creationId xmlns:a16="http://schemas.microsoft.com/office/drawing/2014/main" id="{BFC76D39-41B6-1237-3C3D-87F7D2154F67}"/>
              </a:ext>
            </a:extLst>
          </p:cNvPr>
          <p:cNvPicPr>
            <a:picLocks noChangeAspect="1"/>
          </p:cNvPicPr>
          <p:nvPr/>
        </p:nvPicPr>
        <p:blipFill>
          <a:blip r:embed="rId3"/>
          <a:stretch>
            <a:fillRect/>
          </a:stretch>
        </p:blipFill>
        <p:spPr>
          <a:xfrm>
            <a:off x="12050713" y="1816273"/>
            <a:ext cx="4818749" cy="2659235"/>
          </a:xfrm>
          <a:prstGeom prst="rect">
            <a:avLst/>
          </a:prstGeom>
        </p:spPr>
      </p:pic>
      <p:pic>
        <p:nvPicPr>
          <p:cNvPr id="6" name="Afbeelding 5">
            <a:extLst>
              <a:ext uri="{FF2B5EF4-FFF2-40B4-BE49-F238E27FC236}">
                <a16:creationId xmlns:a16="http://schemas.microsoft.com/office/drawing/2014/main" id="{2E9BA843-F458-B829-08A7-B885559CBDF3}"/>
              </a:ext>
            </a:extLst>
          </p:cNvPr>
          <p:cNvPicPr>
            <a:picLocks noChangeAspect="1"/>
          </p:cNvPicPr>
          <p:nvPr/>
        </p:nvPicPr>
        <p:blipFill>
          <a:blip r:embed="rId4"/>
          <a:stretch>
            <a:fillRect/>
          </a:stretch>
        </p:blipFill>
        <p:spPr>
          <a:xfrm>
            <a:off x="989883" y="2445228"/>
            <a:ext cx="8391000" cy="4066408"/>
          </a:xfrm>
          <a:prstGeom prst="rect">
            <a:avLst/>
          </a:prstGeom>
        </p:spPr>
      </p:pic>
      <p:pic>
        <p:nvPicPr>
          <p:cNvPr id="15" name="Afbeelding 14">
            <a:extLst>
              <a:ext uri="{FF2B5EF4-FFF2-40B4-BE49-F238E27FC236}">
                <a16:creationId xmlns:a16="http://schemas.microsoft.com/office/drawing/2014/main" id="{D1C04C64-095F-AAFA-B3FC-B1F92062D37E}"/>
              </a:ext>
            </a:extLst>
          </p:cNvPr>
          <p:cNvPicPr>
            <a:picLocks noChangeAspect="1"/>
          </p:cNvPicPr>
          <p:nvPr/>
        </p:nvPicPr>
        <p:blipFill>
          <a:blip r:embed="rId5"/>
          <a:stretch>
            <a:fillRect/>
          </a:stretch>
        </p:blipFill>
        <p:spPr>
          <a:xfrm>
            <a:off x="2256577" y="6520758"/>
            <a:ext cx="6672971" cy="2617649"/>
          </a:xfrm>
          <a:prstGeom prst="rect">
            <a:avLst/>
          </a:prstGeom>
        </p:spPr>
      </p:pic>
    </p:spTree>
    <p:extLst>
      <p:ext uri="{BB962C8B-B14F-4D97-AF65-F5344CB8AC3E}">
        <p14:creationId xmlns:p14="http://schemas.microsoft.com/office/powerpoint/2010/main" val="3044349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7274-1103-F615-6CAA-5D2953C6F24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D9BADE2-ED73-7092-00A3-97BCEEED6BC3}"/>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11AD68C9-EB8D-0D52-A1AA-1D38A04AAABB}"/>
              </a:ext>
            </a:extLst>
          </p:cNvPr>
          <p:cNvSpPr>
            <a:spLocks noGrp="1"/>
          </p:cNvSpPr>
          <p:nvPr>
            <p:ph idx="1"/>
          </p:nvPr>
        </p:nvSpPr>
        <p:spPr/>
        <p:txBody>
          <a:bodyPr/>
          <a:lstStyle/>
          <a:p>
            <a:r>
              <a:rPr lang="nl-BE" b="1" dirty="0">
                <a:solidFill>
                  <a:srgbClr val="002060"/>
                </a:solidFill>
              </a:rPr>
              <a:t>Output</a:t>
            </a:r>
            <a:r>
              <a:rPr lang="nl-BE" b="1" dirty="0"/>
              <a:t>:</a:t>
            </a:r>
          </a:p>
        </p:txBody>
      </p:sp>
      <p:sp>
        <p:nvSpPr>
          <p:cNvPr id="4" name="Tijdelijke aanduiding voor dianummer 3">
            <a:extLst>
              <a:ext uri="{FF2B5EF4-FFF2-40B4-BE49-F238E27FC236}">
                <a16:creationId xmlns:a16="http://schemas.microsoft.com/office/drawing/2014/main" id="{7CBA025A-9B63-3868-FF59-1AA406A0D1BC}"/>
              </a:ext>
            </a:extLst>
          </p:cNvPr>
          <p:cNvSpPr>
            <a:spLocks noGrp="1"/>
          </p:cNvSpPr>
          <p:nvPr>
            <p:ph type="sldNum" sz="quarter" idx="12"/>
          </p:nvPr>
        </p:nvSpPr>
        <p:spPr/>
        <p:txBody>
          <a:bodyPr/>
          <a:lstStyle/>
          <a:p>
            <a:fld id="{7AE184E0-0BD4-4705-A12B-9B71DDE63301}" type="slidenum">
              <a:rPr lang="en-GB" noProof="0" smtClean="0"/>
              <a:t>33</a:t>
            </a:fld>
            <a:endParaRPr lang="en-GB" noProof="0" dirty="0"/>
          </a:p>
        </p:txBody>
      </p:sp>
      <p:sp>
        <p:nvSpPr>
          <p:cNvPr id="9" name="TextBox 7">
            <a:extLst>
              <a:ext uri="{FF2B5EF4-FFF2-40B4-BE49-F238E27FC236}">
                <a16:creationId xmlns:a16="http://schemas.microsoft.com/office/drawing/2014/main" id="{95F8CEE9-B271-8824-05BD-D516B527B36E}"/>
              </a:ext>
            </a:extLst>
          </p:cNvPr>
          <p:cNvSpPr txBox="1"/>
          <p:nvPr/>
        </p:nvSpPr>
        <p:spPr>
          <a:xfrm>
            <a:off x="5570536" y="1617359"/>
            <a:ext cx="6197600" cy="628955"/>
          </a:xfrm>
          <a:prstGeom prst="rect">
            <a:avLst/>
          </a:prstGeom>
          <a:solidFill>
            <a:srgbClr val="DC8621"/>
          </a:solidFill>
          <a:ln>
            <a:noFill/>
          </a:ln>
        </p:spPr>
        <p:txBody>
          <a:bodyPr wrap="square" rtlCol="0">
            <a:spAutoFit/>
          </a:bodyPr>
          <a:lstStyle/>
          <a:p>
            <a:pPr>
              <a:lnSpc>
                <a:spcPct val="120000"/>
              </a:lnSpc>
            </a:pPr>
            <a:r>
              <a:rPr lang="nl-BE" sz="3200" b="1" dirty="0">
                <a:solidFill>
                  <a:srgbClr val="003366"/>
                </a:solidFill>
              </a:rPr>
              <a:t>W1_ACT = 2 | W1_ACT = 3</a:t>
            </a:r>
          </a:p>
        </p:txBody>
      </p:sp>
      <p:sp>
        <p:nvSpPr>
          <p:cNvPr id="13" name="Rechthoek 12">
            <a:extLst>
              <a:ext uri="{FF2B5EF4-FFF2-40B4-BE49-F238E27FC236}">
                <a16:creationId xmlns:a16="http://schemas.microsoft.com/office/drawing/2014/main" id="{A23B3CEC-77AF-01C5-99C0-B3AB87915B2D}"/>
              </a:ext>
            </a:extLst>
          </p:cNvPr>
          <p:cNvSpPr/>
          <p:nvPr/>
        </p:nvSpPr>
        <p:spPr>
          <a:xfrm>
            <a:off x="12567160" y="7892107"/>
            <a:ext cx="3785853" cy="461665"/>
          </a:xfrm>
          <a:prstGeom prst="rect">
            <a:avLst/>
          </a:prstGeom>
        </p:spPr>
        <p:txBody>
          <a:bodyPr wrap="square">
            <a:spAutoFit/>
          </a:bodyPr>
          <a:lstStyle/>
          <a:p>
            <a:pPr algn="ctr"/>
            <a:r>
              <a:rPr lang="nl-BE" sz="2400" dirty="0">
                <a:solidFill>
                  <a:srgbClr val="003366"/>
                </a:solidFill>
                <a:highlight>
                  <a:srgbClr val="FFFF00"/>
                </a:highlight>
                <a:latin typeface="Verdana" panose="020B0604030504040204" pitchFamily="34" charset="0"/>
                <a:ea typeface="Verdana" panose="020B0604030504040204" pitchFamily="34" charset="0"/>
              </a:rPr>
              <a:t>Assumptie 4 oké!</a:t>
            </a:r>
          </a:p>
        </p:txBody>
      </p:sp>
      <p:pic>
        <p:nvPicPr>
          <p:cNvPr id="21" name="Afbeelding 20">
            <a:extLst>
              <a:ext uri="{FF2B5EF4-FFF2-40B4-BE49-F238E27FC236}">
                <a16:creationId xmlns:a16="http://schemas.microsoft.com/office/drawing/2014/main" id="{39A00D68-2E89-F900-A98F-FFBF4C27137D}"/>
              </a:ext>
            </a:extLst>
          </p:cNvPr>
          <p:cNvPicPr>
            <a:picLocks noChangeAspect="1"/>
          </p:cNvPicPr>
          <p:nvPr/>
        </p:nvPicPr>
        <p:blipFill>
          <a:blip r:embed="rId2"/>
          <a:stretch>
            <a:fillRect/>
          </a:stretch>
        </p:blipFill>
        <p:spPr>
          <a:xfrm>
            <a:off x="12050713" y="1816273"/>
            <a:ext cx="4818749" cy="2659235"/>
          </a:xfrm>
          <a:prstGeom prst="rect">
            <a:avLst/>
          </a:prstGeom>
        </p:spPr>
      </p:pic>
      <p:pic>
        <p:nvPicPr>
          <p:cNvPr id="11" name="Afbeelding 10">
            <a:extLst>
              <a:ext uri="{FF2B5EF4-FFF2-40B4-BE49-F238E27FC236}">
                <a16:creationId xmlns:a16="http://schemas.microsoft.com/office/drawing/2014/main" id="{8FDB6AA2-CE7F-9743-B52F-BECC9DDAACAE}"/>
              </a:ext>
            </a:extLst>
          </p:cNvPr>
          <p:cNvPicPr>
            <a:picLocks noChangeAspect="1"/>
          </p:cNvPicPr>
          <p:nvPr/>
        </p:nvPicPr>
        <p:blipFill>
          <a:blip r:embed="rId3"/>
          <a:stretch>
            <a:fillRect/>
          </a:stretch>
        </p:blipFill>
        <p:spPr>
          <a:xfrm>
            <a:off x="469213" y="2650359"/>
            <a:ext cx="9096375" cy="4048125"/>
          </a:xfrm>
          <a:prstGeom prst="rect">
            <a:avLst/>
          </a:prstGeom>
        </p:spPr>
      </p:pic>
      <p:pic>
        <p:nvPicPr>
          <p:cNvPr id="14" name="Afbeelding 13">
            <a:extLst>
              <a:ext uri="{FF2B5EF4-FFF2-40B4-BE49-F238E27FC236}">
                <a16:creationId xmlns:a16="http://schemas.microsoft.com/office/drawing/2014/main" id="{026D2D0C-B816-EF5A-36E1-685EB75571D3}"/>
              </a:ext>
            </a:extLst>
          </p:cNvPr>
          <p:cNvPicPr>
            <a:picLocks noChangeAspect="1"/>
          </p:cNvPicPr>
          <p:nvPr/>
        </p:nvPicPr>
        <p:blipFill>
          <a:blip r:embed="rId4"/>
          <a:stretch>
            <a:fillRect/>
          </a:stretch>
        </p:blipFill>
        <p:spPr>
          <a:xfrm>
            <a:off x="9956235" y="4595942"/>
            <a:ext cx="7229475" cy="3248025"/>
          </a:xfrm>
          <a:prstGeom prst="rect">
            <a:avLst/>
          </a:prstGeom>
        </p:spPr>
      </p:pic>
      <p:pic>
        <p:nvPicPr>
          <p:cNvPr id="19" name="Afbeelding 18">
            <a:extLst>
              <a:ext uri="{FF2B5EF4-FFF2-40B4-BE49-F238E27FC236}">
                <a16:creationId xmlns:a16="http://schemas.microsoft.com/office/drawing/2014/main" id="{528DD757-5D01-FE59-B76F-88C68D8A1359}"/>
              </a:ext>
            </a:extLst>
          </p:cNvPr>
          <p:cNvPicPr>
            <a:picLocks noChangeAspect="1"/>
          </p:cNvPicPr>
          <p:nvPr/>
        </p:nvPicPr>
        <p:blipFill>
          <a:blip r:embed="rId5"/>
          <a:stretch>
            <a:fillRect/>
          </a:stretch>
        </p:blipFill>
        <p:spPr>
          <a:xfrm>
            <a:off x="2214969" y="6552476"/>
            <a:ext cx="6264013" cy="2745503"/>
          </a:xfrm>
          <a:prstGeom prst="rect">
            <a:avLst/>
          </a:prstGeom>
        </p:spPr>
      </p:pic>
    </p:spTree>
    <p:extLst>
      <p:ext uri="{BB962C8B-B14F-4D97-AF65-F5344CB8AC3E}">
        <p14:creationId xmlns:p14="http://schemas.microsoft.com/office/powerpoint/2010/main" val="959583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A182A-8D5E-C86E-2E6E-B3498E276D0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47D4C5B-80B7-FB43-569B-E5F2B0070391}"/>
              </a:ext>
            </a:extLst>
          </p:cNvPr>
          <p:cNvSpPr>
            <a:spLocks noGrp="1"/>
          </p:cNvSpPr>
          <p:nvPr>
            <p:ph type="title"/>
          </p:nvPr>
        </p:nvSpPr>
        <p:spPr/>
        <p:txBody>
          <a:bodyPr/>
          <a:lstStyle/>
          <a:p>
            <a:r>
              <a:rPr lang="nl-BE" dirty="0"/>
              <a:t>Opgave 1: Verband Relatiestatus x Werksituatie</a:t>
            </a:r>
          </a:p>
        </p:txBody>
      </p:sp>
      <p:sp>
        <p:nvSpPr>
          <p:cNvPr id="3" name="Tijdelijke aanduiding voor inhoud 2">
            <a:extLst>
              <a:ext uri="{FF2B5EF4-FFF2-40B4-BE49-F238E27FC236}">
                <a16:creationId xmlns:a16="http://schemas.microsoft.com/office/drawing/2014/main" id="{325BCCC4-7C9C-1E4C-5FC3-3C9F7C45369A}"/>
              </a:ext>
            </a:extLst>
          </p:cNvPr>
          <p:cNvSpPr>
            <a:spLocks noGrp="1"/>
          </p:cNvSpPr>
          <p:nvPr>
            <p:ph idx="1"/>
          </p:nvPr>
        </p:nvSpPr>
        <p:spPr/>
        <p:txBody>
          <a:bodyPr/>
          <a:lstStyle/>
          <a:p>
            <a:r>
              <a:rPr lang="nl-BE" b="1" dirty="0">
                <a:solidFill>
                  <a:srgbClr val="002060"/>
                </a:solidFill>
              </a:rPr>
              <a:t>Output</a:t>
            </a:r>
            <a:r>
              <a:rPr lang="nl-BE" b="1" dirty="0"/>
              <a:t>:</a:t>
            </a:r>
          </a:p>
        </p:txBody>
      </p:sp>
      <p:sp>
        <p:nvSpPr>
          <p:cNvPr id="4" name="Tijdelijke aanduiding voor dianummer 3">
            <a:extLst>
              <a:ext uri="{FF2B5EF4-FFF2-40B4-BE49-F238E27FC236}">
                <a16:creationId xmlns:a16="http://schemas.microsoft.com/office/drawing/2014/main" id="{B0B061AA-63EB-6AC6-3D06-8910D1FEC66A}"/>
              </a:ext>
            </a:extLst>
          </p:cNvPr>
          <p:cNvSpPr>
            <a:spLocks noGrp="1"/>
          </p:cNvSpPr>
          <p:nvPr>
            <p:ph type="sldNum" sz="quarter" idx="12"/>
          </p:nvPr>
        </p:nvSpPr>
        <p:spPr/>
        <p:txBody>
          <a:bodyPr/>
          <a:lstStyle/>
          <a:p>
            <a:fld id="{7AE184E0-0BD4-4705-A12B-9B71DDE63301}" type="slidenum">
              <a:rPr lang="en-GB" noProof="0" smtClean="0"/>
              <a:t>34</a:t>
            </a:fld>
            <a:endParaRPr lang="en-GB" noProof="0" dirty="0"/>
          </a:p>
        </p:txBody>
      </p:sp>
      <p:sp>
        <p:nvSpPr>
          <p:cNvPr id="9" name="TextBox 7">
            <a:extLst>
              <a:ext uri="{FF2B5EF4-FFF2-40B4-BE49-F238E27FC236}">
                <a16:creationId xmlns:a16="http://schemas.microsoft.com/office/drawing/2014/main" id="{73FA1C5E-D01B-E15A-524E-D47AC9985208}"/>
              </a:ext>
            </a:extLst>
          </p:cNvPr>
          <p:cNvSpPr txBox="1"/>
          <p:nvPr/>
        </p:nvSpPr>
        <p:spPr>
          <a:xfrm>
            <a:off x="5570536" y="1617359"/>
            <a:ext cx="6197600" cy="628955"/>
          </a:xfrm>
          <a:prstGeom prst="rect">
            <a:avLst/>
          </a:prstGeom>
          <a:solidFill>
            <a:srgbClr val="DC8621"/>
          </a:solidFill>
          <a:ln>
            <a:noFill/>
          </a:ln>
        </p:spPr>
        <p:txBody>
          <a:bodyPr wrap="square" rtlCol="0">
            <a:spAutoFit/>
          </a:bodyPr>
          <a:lstStyle/>
          <a:p>
            <a:pPr>
              <a:lnSpc>
                <a:spcPct val="120000"/>
              </a:lnSpc>
            </a:pPr>
            <a:r>
              <a:rPr lang="nl-BE" sz="3200" b="1" dirty="0">
                <a:solidFill>
                  <a:srgbClr val="003366"/>
                </a:solidFill>
              </a:rPr>
              <a:t>W1_ACT = 1 | W1_ACT = 3</a:t>
            </a:r>
          </a:p>
        </p:txBody>
      </p:sp>
      <p:sp>
        <p:nvSpPr>
          <p:cNvPr id="13" name="Rechthoek 12">
            <a:extLst>
              <a:ext uri="{FF2B5EF4-FFF2-40B4-BE49-F238E27FC236}">
                <a16:creationId xmlns:a16="http://schemas.microsoft.com/office/drawing/2014/main" id="{8F75EE84-2576-4BCF-C742-3DA9DCA8EE37}"/>
              </a:ext>
            </a:extLst>
          </p:cNvPr>
          <p:cNvSpPr/>
          <p:nvPr/>
        </p:nvSpPr>
        <p:spPr>
          <a:xfrm>
            <a:off x="12567160" y="7856102"/>
            <a:ext cx="3785853" cy="461665"/>
          </a:xfrm>
          <a:prstGeom prst="rect">
            <a:avLst/>
          </a:prstGeom>
        </p:spPr>
        <p:txBody>
          <a:bodyPr wrap="square">
            <a:spAutoFit/>
          </a:bodyPr>
          <a:lstStyle/>
          <a:p>
            <a:pPr algn="ctr"/>
            <a:r>
              <a:rPr lang="nl-BE" sz="2400" dirty="0">
                <a:solidFill>
                  <a:srgbClr val="003366"/>
                </a:solidFill>
                <a:highlight>
                  <a:srgbClr val="FFFF00"/>
                </a:highlight>
                <a:latin typeface="Verdana" panose="020B0604030504040204" pitchFamily="34" charset="0"/>
                <a:ea typeface="Verdana" panose="020B0604030504040204" pitchFamily="34" charset="0"/>
              </a:rPr>
              <a:t>Assumptie 4 oké!</a:t>
            </a:r>
          </a:p>
        </p:txBody>
      </p:sp>
      <p:pic>
        <p:nvPicPr>
          <p:cNvPr id="21" name="Afbeelding 20">
            <a:extLst>
              <a:ext uri="{FF2B5EF4-FFF2-40B4-BE49-F238E27FC236}">
                <a16:creationId xmlns:a16="http://schemas.microsoft.com/office/drawing/2014/main" id="{E3C0197D-CB06-C693-9DCE-C3464EBB81EE}"/>
              </a:ext>
            </a:extLst>
          </p:cNvPr>
          <p:cNvPicPr>
            <a:picLocks noChangeAspect="1"/>
          </p:cNvPicPr>
          <p:nvPr/>
        </p:nvPicPr>
        <p:blipFill>
          <a:blip r:embed="rId2"/>
          <a:stretch>
            <a:fillRect/>
          </a:stretch>
        </p:blipFill>
        <p:spPr>
          <a:xfrm>
            <a:off x="12050713" y="1816273"/>
            <a:ext cx="4818749" cy="2659235"/>
          </a:xfrm>
          <a:prstGeom prst="rect">
            <a:avLst/>
          </a:prstGeom>
        </p:spPr>
      </p:pic>
      <p:pic>
        <p:nvPicPr>
          <p:cNvPr id="6" name="Afbeelding 5">
            <a:extLst>
              <a:ext uri="{FF2B5EF4-FFF2-40B4-BE49-F238E27FC236}">
                <a16:creationId xmlns:a16="http://schemas.microsoft.com/office/drawing/2014/main" id="{DC25F861-D170-66B6-E254-72821A6793EA}"/>
              </a:ext>
            </a:extLst>
          </p:cNvPr>
          <p:cNvPicPr>
            <a:picLocks noChangeAspect="1"/>
          </p:cNvPicPr>
          <p:nvPr/>
        </p:nvPicPr>
        <p:blipFill>
          <a:blip r:embed="rId3"/>
          <a:stretch>
            <a:fillRect/>
          </a:stretch>
        </p:blipFill>
        <p:spPr>
          <a:xfrm>
            <a:off x="353851" y="2499156"/>
            <a:ext cx="9182100" cy="4067175"/>
          </a:xfrm>
          <a:prstGeom prst="rect">
            <a:avLst/>
          </a:prstGeom>
        </p:spPr>
      </p:pic>
      <p:pic>
        <p:nvPicPr>
          <p:cNvPr id="8" name="Afbeelding 7">
            <a:extLst>
              <a:ext uri="{FF2B5EF4-FFF2-40B4-BE49-F238E27FC236}">
                <a16:creationId xmlns:a16="http://schemas.microsoft.com/office/drawing/2014/main" id="{DBED4E22-A376-A338-FAB1-6D52F1A6704E}"/>
              </a:ext>
            </a:extLst>
          </p:cNvPr>
          <p:cNvPicPr>
            <a:picLocks noChangeAspect="1"/>
          </p:cNvPicPr>
          <p:nvPr/>
        </p:nvPicPr>
        <p:blipFill>
          <a:blip r:embed="rId4"/>
          <a:stretch>
            <a:fillRect/>
          </a:stretch>
        </p:blipFill>
        <p:spPr>
          <a:xfrm>
            <a:off x="9630462" y="4560452"/>
            <a:ext cx="7239000" cy="3295650"/>
          </a:xfrm>
          <a:prstGeom prst="rect">
            <a:avLst/>
          </a:prstGeom>
        </p:spPr>
      </p:pic>
      <p:pic>
        <p:nvPicPr>
          <p:cNvPr id="12" name="Afbeelding 11">
            <a:extLst>
              <a:ext uri="{FF2B5EF4-FFF2-40B4-BE49-F238E27FC236}">
                <a16:creationId xmlns:a16="http://schemas.microsoft.com/office/drawing/2014/main" id="{F0EB5493-0BEF-B82A-54D6-985CFC562CBD}"/>
              </a:ext>
            </a:extLst>
          </p:cNvPr>
          <p:cNvPicPr>
            <a:picLocks noChangeAspect="1"/>
          </p:cNvPicPr>
          <p:nvPr/>
        </p:nvPicPr>
        <p:blipFill>
          <a:blip r:embed="rId5"/>
          <a:stretch>
            <a:fillRect/>
          </a:stretch>
        </p:blipFill>
        <p:spPr>
          <a:xfrm>
            <a:off x="2454288" y="6722977"/>
            <a:ext cx="6232496" cy="2276769"/>
          </a:xfrm>
          <a:prstGeom prst="rect">
            <a:avLst/>
          </a:prstGeom>
        </p:spPr>
      </p:pic>
    </p:spTree>
    <p:extLst>
      <p:ext uri="{BB962C8B-B14F-4D97-AF65-F5344CB8AC3E}">
        <p14:creationId xmlns:p14="http://schemas.microsoft.com/office/powerpoint/2010/main" val="572504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1: Verband Relatiestatus x Werksituatie</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6. </a:t>
            </a:r>
            <a:r>
              <a:rPr lang="nl-BE" dirty="0"/>
              <a:t>Conclusie en rapportering</a:t>
            </a:r>
          </a:p>
          <a:p>
            <a:pPr lvl="1"/>
            <a:r>
              <a:rPr lang="nl-BE" dirty="0"/>
              <a:t>In tekst (maar tabel kan ook, zie hoorcollege)</a:t>
            </a:r>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p:txBody>
      </p:sp>
      <p:sp>
        <p:nvSpPr>
          <p:cNvPr id="43" name="Tijdelijke aanduiding voor dianummer 3">
            <a:extLst>
              <a:ext uri="{FF2B5EF4-FFF2-40B4-BE49-F238E27FC236}">
                <a16:creationId xmlns:a16="http://schemas.microsoft.com/office/drawing/2014/main" id="{90ABE4EF-EF12-491A-965F-901562F55120}"/>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35</a:t>
            </a:fld>
            <a:endParaRPr lang="en-GB" noProof="0" dirty="0"/>
          </a:p>
        </p:txBody>
      </p:sp>
      <p:pic>
        <p:nvPicPr>
          <p:cNvPr id="10" name="Afbeelding 9">
            <a:extLst>
              <a:ext uri="{FF2B5EF4-FFF2-40B4-BE49-F238E27FC236}">
                <a16:creationId xmlns:a16="http://schemas.microsoft.com/office/drawing/2014/main" id="{BB024C66-7F71-F2E8-40F2-B4AED43D97C9}"/>
              </a:ext>
            </a:extLst>
          </p:cNvPr>
          <p:cNvPicPr>
            <a:picLocks noChangeAspect="1"/>
          </p:cNvPicPr>
          <p:nvPr/>
        </p:nvPicPr>
        <p:blipFill>
          <a:blip r:embed="rId2"/>
          <a:stretch>
            <a:fillRect/>
          </a:stretch>
        </p:blipFill>
        <p:spPr>
          <a:xfrm>
            <a:off x="2427556" y="3018617"/>
            <a:ext cx="12483561" cy="4918710"/>
          </a:xfrm>
          <a:prstGeom prst="rect">
            <a:avLst/>
          </a:prstGeom>
        </p:spPr>
      </p:pic>
    </p:spTree>
    <p:extLst>
      <p:ext uri="{BB962C8B-B14F-4D97-AF65-F5344CB8AC3E}">
        <p14:creationId xmlns:p14="http://schemas.microsoft.com/office/powerpoint/2010/main" val="42786348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Opgave 2</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endParaRPr lang="nl-BE" u="none" dirty="0"/>
          </a:p>
        </p:txBody>
      </p:sp>
    </p:spTree>
    <p:extLst>
      <p:ext uri="{BB962C8B-B14F-4D97-AF65-F5344CB8AC3E}">
        <p14:creationId xmlns:p14="http://schemas.microsoft.com/office/powerpoint/2010/main" val="3677660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BE" dirty="0"/>
              <a:t>Opgave 2: Verband Relatiestatus x Tijd</a:t>
            </a:r>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578" y="1816461"/>
            <a:ext cx="16857612" cy="7936842"/>
          </a:xfrm>
        </p:spPr>
        <p:txBody>
          <a:bodyPr>
            <a:normAutofit/>
          </a:bodyPr>
          <a:lstStyle/>
          <a:p>
            <a:pPr marL="86390" indent="0">
              <a:buNone/>
            </a:pPr>
            <a:r>
              <a:rPr lang="nl-BE" b="1" dirty="0"/>
              <a:t>Opgave 2</a:t>
            </a:r>
          </a:p>
          <a:p>
            <a:r>
              <a:rPr lang="nl-BE" dirty="0"/>
              <a:t>Open ‘DATA_WAVE1_WAVE2_CenW.sav’. Je vermoedt dat het aantal mensen in een relatie (W1_Relatiestatus) toegenomen is na één jaar coronacrisis (W2_ Relatiestatus). Is het aantal individuen die een partner hebben is significant veranderd?</a:t>
            </a:r>
            <a:endParaRPr lang="nl-BE" b="1"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37</a:t>
            </a:fld>
            <a:endParaRPr lang="en-GB" noProof="0" dirty="0"/>
          </a:p>
        </p:txBody>
      </p:sp>
    </p:spTree>
    <p:extLst>
      <p:ext uri="{BB962C8B-B14F-4D97-AF65-F5344CB8AC3E}">
        <p14:creationId xmlns:p14="http://schemas.microsoft.com/office/powerpoint/2010/main" val="2883456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BE" dirty="0"/>
              <a:t>Opgave 2: Verband Relatiestatus x Tijd</a:t>
            </a:r>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069" y="1816272"/>
            <a:ext cx="16858641" cy="7937327"/>
          </a:xfrm>
        </p:spPr>
        <p:txBody>
          <a:bodyPr>
            <a:normAutofit/>
          </a:bodyPr>
          <a:lstStyle/>
          <a:p>
            <a:pPr marL="86390" indent="0">
              <a:buNone/>
            </a:pPr>
            <a:r>
              <a:rPr lang="nl-BE" b="1" dirty="0"/>
              <a:t>Opgave 2</a:t>
            </a:r>
          </a:p>
          <a:p>
            <a:r>
              <a:rPr lang="nl-BE" dirty="0"/>
              <a:t>Open ‘DATA_WAVE1_WAVE2_CenW.sav’. Je vermoedt dat het aantal mensen in een relatie (W1_Relatiestatus) toegenomen is na één jaar coronacrisis (W2_ Relatiestatus). Is het aantal individuen die een partner hebben is significant veranderd?</a:t>
            </a:r>
            <a:endParaRPr lang="nl-BE" b="1" dirty="0"/>
          </a:p>
          <a:p>
            <a:r>
              <a:rPr lang="nl-BE" b="1" dirty="0"/>
              <a:t>Stap 1. </a:t>
            </a:r>
            <a:r>
              <a:rPr lang="nl-BE" dirty="0"/>
              <a:t>Kiezen van juiste analysemethode</a:t>
            </a:r>
          </a:p>
          <a:p>
            <a:pPr marL="1234350" lvl="1" indent="-514350">
              <a:buFont typeface="+mj-lt"/>
              <a:buAutoNum type="arabicPeriod"/>
            </a:pPr>
            <a:r>
              <a:rPr lang="nl-BE" b="1" dirty="0"/>
              <a:t>Hoeveel variabelen?</a:t>
            </a:r>
          </a:p>
          <a:p>
            <a:pPr marL="1234350" lvl="1" indent="-514350">
              <a:buFont typeface="+mj-lt"/>
              <a:buAutoNum type="arabicPeriod"/>
            </a:pPr>
            <a:endParaRPr lang="nl-BE" dirty="0"/>
          </a:p>
          <a:p>
            <a:pPr marL="1234350" lvl="1" indent="-514350">
              <a:buFont typeface="+mj-lt"/>
              <a:buAutoNum type="arabicPeriod"/>
            </a:pPr>
            <a:r>
              <a:rPr lang="nl-BE" b="1" dirty="0"/>
              <a:t>Welk meetniveau?</a:t>
            </a:r>
            <a:endParaRPr lang="nl-BE" dirty="0"/>
          </a:p>
          <a:p>
            <a:pPr lvl="2"/>
            <a:endParaRPr lang="nl-BE" dirty="0"/>
          </a:p>
          <a:p>
            <a:pPr marL="1234350" lvl="1" indent="-514350">
              <a:buFont typeface="+mj-lt"/>
              <a:buAutoNum type="arabicPeriod"/>
            </a:pPr>
            <a:r>
              <a:rPr lang="nl-BE" b="1" dirty="0"/>
              <a:t>Welke rol?</a:t>
            </a:r>
            <a:endParaRPr lang="nl-BE"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38</a:t>
            </a:fld>
            <a:endParaRPr lang="en-GB" noProof="0" dirty="0"/>
          </a:p>
        </p:txBody>
      </p:sp>
    </p:spTree>
    <p:extLst>
      <p:ext uri="{BB962C8B-B14F-4D97-AF65-F5344CB8AC3E}">
        <p14:creationId xmlns:p14="http://schemas.microsoft.com/office/powerpoint/2010/main" val="1050311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BE" dirty="0"/>
              <a:t>Opgave 2: Verband Relatiestatus x Tijd</a:t>
            </a:r>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069" y="1541472"/>
            <a:ext cx="16858641" cy="7937327"/>
          </a:xfrm>
        </p:spPr>
        <p:txBody>
          <a:bodyPr>
            <a:normAutofit/>
          </a:bodyPr>
          <a:lstStyle/>
          <a:p>
            <a:pPr marL="86390" indent="0">
              <a:buNone/>
            </a:pPr>
            <a:r>
              <a:rPr lang="nl-BE" b="1" dirty="0"/>
              <a:t>Opgave 2</a:t>
            </a:r>
          </a:p>
          <a:p>
            <a:r>
              <a:rPr lang="nl-BE" dirty="0"/>
              <a:t>Open ‘DATA_WAVE1_WAVE2_CenW.sav’. Je vermoedt dat het aantal mensen in een relatie (W1_Relatiestatus) toegenomen is na één jaar coronacrisis (W2_ Relatiestatus). Is het aantal individuen die een partner hebben is significant veranderd?</a:t>
            </a:r>
            <a:endParaRPr lang="nl-BE" b="1" dirty="0"/>
          </a:p>
          <a:p>
            <a:r>
              <a:rPr lang="nl-BE" b="1" dirty="0"/>
              <a:t>Stap 1. </a:t>
            </a:r>
            <a:r>
              <a:rPr lang="nl-BE" dirty="0"/>
              <a:t>Kiezen van juiste analysemethode</a:t>
            </a:r>
          </a:p>
          <a:p>
            <a:pPr marL="1234350" lvl="1" indent="-514350">
              <a:buFont typeface="+mj-lt"/>
              <a:buAutoNum type="arabicPeriod"/>
            </a:pPr>
            <a:r>
              <a:rPr lang="nl-BE" b="1" dirty="0"/>
              <a:t>Hoeveel variabelen?</a:t>
            </a:r>
            <a:endParaRPr lang="nl-BE" dirty="0"/>
          </a:p>
          <a:p>
            <a:pPr lvl="2"/>
            <a:r>
              <a:rPr lang="nl-BE" dirty="0"/>
              <a:t>In theorie twee: relatiestatus + de ‘tijd’</a:t>
            </a:r>
          </a:p>
          <a:p>
            <a:pPr lvl="2"/>
            <a:r>
              <a:rPr lang="nl-BE" dirty="0"/>
              <a:t>In praktijk ‘W1_Relatiestatus’ + ‘W2_Relatiestatus’</a:t>
            </a:r>
          </a:p>
          <a:p>
            <a:pPr marL="1234350" lvl="1" indent="-514350">
              <a:buFont typeface="+mj-lt"/>
              <a:buAutoNum type="arabicPeriod"/>
            </a:pPr>
            <a:r>
              <a:rPr lang="nl-BE" b="1" dirty="0"/>
              <a:t>Welk meetniveau?</a:t>
            </a:r>
            <a:endParaRPr lang="nl-BE" dirty="0"/>
          </a:p>
          <a:p>
            <a:pPr lvl="2"/>
            <a:r>
              <a:rPr lang="nl-BE" dirty="0"/>
              <a:t>De ‘tijd’: ordinaal, twee categorieën (Wave 1 en Wave 2)</a:t>
            </a:r>
          </a:p>
          <a:p>
            <a:pPr lvl="2"/>
            <a:r>
              <a:rPr lang="nl-BE" dirty="0"/>
              <a:t>W1_Relatiestatus en W2_Relatiestatus: nominaal, twee categorieën</a:t>
            </a:r>
          </a:p>
          <a:p>
            <a:pPr marL="1234350" lvl="1" indent="-514350">
              <a:buFont typeface="+mj-lt"/>
              <a:buAutoNum type="arabicPeriod"/>
            </a:pPr>
            <a:r>
              <a:rPr lang="nl-BE" b="1" dirty="0"/>
              <a:t>Welke rol?</a:t>
            </a:r>
            <a:endParaRPr lang="nl-BE" dirty="0"/>
          </a:p>
          <a:p>
            <a:pPr lvl="2"/>
            <a:r>
              <a:rPr lang="nl-BE" dirty="0"/>
              <a:t>De ‘tijd’: onafhankelijke variabele</a:t>
            </a:r>
          </a:p>
          <a:p>
            <a:pPr lvl="2"/>
            <a:r>
              <a:rPr lang="nl-BE" dirty="0"/>
              <a:t>Relatiestatus: afhankelijke variabele</a:t>
            </a:r>
          </a:p>
          <a:p>
            <a:pPr marL="1306800" lvl="2" indent="0">
              <a:buNone/>
            </a:pPr>
            <a:endParaRPr lang="nl-BE"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39</a:t>
            </a:fld>
            <a:endParaRPr lang="en-GB" noProof="0" dirty="0"/>
          </a:p>
        </p:txBody>
      </p:sp>
    </p:spTree>
    <p:extLst>
      <p:ext uri="{BB962C8B-B14F-4D97-AF65-F5344CB8AC3E}">
        <p14:creationId xmlns:p14="http://schemas.microsoft.com/office/powerpoint/2010/main" val="2143869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 name="TextBox 89">
            <a:extLst>
              <a:ext uri="{FF2B5EF4-FFF2-40B4-BE49-F238E27FC236}">
                <a16:creationId xmlns:a16="http://schemas.microsoft.com/office/drawing/2014/main" id="{8F08DB32-3106-4977-857B-5BD70495575B}"/>
              </a:ext>
            </a:extLst>
          </p:cNvPr>
          <p:cNvSpPr txBox="1"/>
          <p:nvPr/>
        </p:nvSpPr>
        <p:spPr>
          <a:xfrm>
            <a:off x="10371171" y="195357"/>
            <a:ext cx="1651930" cy="6709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OV: gelijkaardige of verschillende respondenten in verschillende categorieën??</a:t>
            </a:r>
          </a:p>
        </p:txBody>
      </p:sp>
      <p:sp>
        <p:nvSpPr>
          <p:cNvPr id="245" name="Title 1">
            <a:extLst>
              <a:ext uri="{FF2B5EF4-FFF2-40B4-BE49-F238E27FC236}">
                <a16:creationId xmlns:a16="http://schemas.microsoft.com/office/drawing/2014/main" id="{18FC5625-A36C-4539-B58D-A6C810CAD8CC}"/>
              </a:ext>
            </a:extLst>
          </p:cNvPr>
          <p:cNvSpPr>
            <a:spLocks noGrp="1"/>
          </p:cNvSpPr>
          <p:nvPr>
            <p:ph type="title"/>
          </p:nvPr>
        </p:nvSpPr>
        <p:spPr>
          <a:xfrm>
            <a:off x="2656227" y="9026885"/>
            <a:ext cx="12026222" cy="747445"/>
          </a:xfrm>
        </p:spPr>
        <p:txBody>
          <a:bodyPr/>
          <a:lstStyle/>
          <a:p>
            <a:pPr algn="ctr"/>
            <a:r>
              <a:rPr lang="nl-BE" dirty="0">
                <a:solidFill>
                  <a:srgbClr val="002060"/>
                </a:solidFill>
              </a:rPr>
              <a:t>Welke analysetechniek gebruik ik?</a:t>
            </a:r>
          </a:p>
        </p:txBody>
      </p:sp>
      <p:sp>
        <p:nvSpPr>
          <p:cNvPr id="4" name="Slide Number Placeholder 3">
            <a:extLst>
              <a:ext uri="{FF2B5EF4-FFF2-40B4-BE49-F238E27FC236}">
                <a16:creationId xmlns:a16="http://schemas.microsoft.com/office/drawing/2014/main" id="{4B964762-09BF-4771-95D5-61DE9B768E24}"/>
              </a:ext>
            </a:extLst>
          </p:cNvPr>
          <p:cNvSpPr>
            <a:spLocks noGrp="1"/>
          </p:cNvSpPr>
          <p:nvPr>
            <p:ph type="sldNum" sz="quarter" idx="12"/>
          </p:nvPr>
        </p:nvSpPr>
        <p:spPr>
          <a:xfrm>
            <a:off x="14669331" y="8161967"/>
            <a:ext cx="797801" cy="449396"/>
          </a:xfrm>
        </p:spPr>
        <p:txBody>
          <a:bodyPr/>
          <a:lstStyle/>
          <a:p>
            <a:pPr marL="0" marR="0" lvl="0" indent="0" algn="r" defTabSz="476448" rtl="0" eaLnBrk="1" fontAlgn="auto" latinLnBrk="0" hangingPunct="1">
              <a:lnSpc>
                <a:spcPct val="100000"/>
              </a:lnSpc>
              <a:spcBef>
                <a:spcPts val="0"/>
              </a:spcBef>
              <a:spcAft>
                <a:spcPts val="0"/>
              </a:spcAft>
              <a:buClrTx/>
              <a:buSzTx/>
              <a:buFontTx/>
              <a:buNone/>
              <a:tabLst/>
              <a:defRPr/>
            </a:pPr>
            <a:fld id="{7AE184E0-0BD4-4705-A12B-9B71DDE63301}" type="slidenum">
              <a:rPr kumimoji="0" lang="en-GB" sz="1707"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76448" rtl="0" eaLnBrk="1" fontAlgn="auto" latinLnBrk="0" hangingPunct="1">
                <a:lnSpc>
                  <a:spcPct val="100000"/>
                </a:lnSpc>
                <a:spcBef>
                  <a:spcPts val="0"/>
                </a:spcBef>
                <a:spcAft>
                  <a:spcPts val="0"/>
                </a:spcAft>
                <a:buClrTx/>
                <a:buSzTx/>
                <a:buFontTx/>
                <a:buNone/>
                <a:tabLst/>
                <a:defRPr/>
              </a:pPr>
              <a:t>40</a:t>
            </a:fld>
            <a:endParaRPr kumimoji="0" lang="en-GB" sz="1707"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5081C82A-D336-47CA-AEFF-D561E49493D1}"/>
              </a:ext>
            </a:extLst>
          </p:cNvPr>
          <p:cNvSpPr txBox="1"/>
          <p:nvPr/>
        </p:nvSpPr>
        <p:spPr>
          <a:xfrm>
            <a:off x="1342991" y="435145"/>
            <a:ext cx="1347127"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Aantal </a:t>
            </a:r>
          </a:p>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afhankelijke variabelen</a:t>
            </a:r>
          </a:p>
        </p:txBody>
      </p:sp>
      <p:sp>
        <p:nvSpPr>
          <p:cNvPr id="7" name="TextBox 6">
            <a:extLst>
              <a:ext uri="{FF2B5EF4-FFF2-40B4-BE49-F238E27FC236}">
                <a16:creationId xmlns:a16="http://schemas.microsoft.com/office/drawing/2014/main" id="{5265D672-A626-415A-8295-202B4868868B}"/>
              </a:ext>
            </a:extLst>
          </p:cNvPr>
          <p:cNvSpPr txBox="1"/>
          <p:nvPr/>
        </p:nvSpPr>
        <p:spPr>
          <a:xfrm>
            <a:off x="2844203" y="433107"/>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Meetniveau afhankelijke variabele</a:t>
            </a:r>
          </a:p>
        </p:txBody>
      </p:sp>
      <p:sp>
        <p:nvSpPr>
          <p:cNvPr id="8" name="TextBox 7">
            <a:extLst>
              <a:ext uri="{FF2B5EF4-FFF2-40B4-BE49-F238E27FC236}">
                <a16:creationId xmlns:a16="http://schemas.microsoft.com/office/drawing/2014/main" id="{8F4600DD-4393-466B-BEEB-882B3DA6D4B5}"/>
              </a:ext>
            </a:extLst>
          </p:cNvPr>
          <p:cNvSpPr txBox="1"/>
          <p:nvPr/>
        </p:nvSpPr>
        <p:spPr>
          <a:xfrm>
            <a:off x="4189920" y="435623"/>
            <a:ext cx="1610372"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Aantal</a:t>
            </a:r>
          </a:p>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 onafhankelijke variabelen</a:t>
            </a:r>
          </a:p>
        </p:txBody>
      </p:sp>
      <p:sp>
        <p:nvSpPr>
          <p:cNvPr id="9" name="TextBox 8">
            <a:extLst>
              <a:ext uri="{FF2B5EF4-FFF2-40B4-BE49-F238E27FC236}">
                <a16:creationId xmlns:a16="http://schemas.microsoft.com/office/drawing/2014/main" id="{5F1F5C02-EFE6-49F0-A75F-AE1104AC7DEC}"/>
              </a:ext>
            </a:extLst>
          </p:cNvPr>
          <p:cNvSpPr txBox="1"/>
          <p:nvPr/>
        </p:nvSpPr>
        <p:spPr>
          <a:xfrm>
            <a:off x="5848391" y="433657"/>
            <a:ext cx="1483674"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Meetniveau onafhankelijke variabelen</a:t>
            </a:r>
          </a:p>
        </p:txBody>
      </p:sp>
      <p:sp>
        <p:nvSpPr>
          <p:cNvPr id="10" name="TextBox 9">
            <a:extLst>
              <a:ext uri="{FF2B5EF4-FFF2-40B4-BE49-F238E27FC236}">
                <a16:creationId xmlns:a16="http://schemas.microsoft.com/office/drawing/2014/main" id="{0CB43338-9162-4955-AC30-7E12E11A5188}"/>
              </a:ext>
            </a:extLst>
          </p:cNvPr>
          <p:cNvSpPr txBox="1"/>
          <p:nvPr/>
        </p:nvSpPr>
        <p:spPr>
          <a:xfrm>
            <a:off x="8860409" y="437468"/>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OV: hoeveel categorieën?</a:t>
            </a:r>
          </a:p>
        </p:txBody>
      </p:sp>
      <p:sp>
        <p:nvSpPr>
          <p:cNvPr id="11" name="Rectangle 10">
            <a:extLst>
              <a:ext uri="{FF2B5EF4-FFF2-40B4-BE49-F238E27FC236}">
                <a16:creationId xmlns:a16="http://schemas.microsoft.com/office/drawing/2014/main" id="{21C2167C-EB1A-40E1-A7AB-BDA76FE6C4E3}"/>
              </a:ext>
            </a:extLst>
          </p:cNvPr>
          <p:cNvSpPr/>
          <p:nvPr/>
        </p:nvSpPr>
        <p:spPr>
          <a:xfrm>
            <a:off x="2995293" y="222448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12" name="Rectangle 11">
            <a:extLst>
              <a:ext uri="{FF2B5EF4-FFF2-40B4-BE49-F238E27FC236}">
                <a16:creationId xmlns:a16="http://schemas.microsoft.com/office/drawing/2014/main" id="{9FE4E87F-DA61-4418-8711-7A2A8629B501}"/>
              </a:ext>
            </a:extLst>
          </p:cNvPr>
          <p:cNvSpPr/>
          <p:nvPr/>
        </p:nvSpPr>
        <p:spPr>
          <a:xfrm>
            <a:off x="1494078" y="400666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cxnSp>
        <p:nvCxnSpPr>
          <p:cNvPr id="13" name="Straight Arrow Connector 12">
            <a:extLst>
              <a:ext uri="{FF2B5EF4-FFF2-40B4-BE49-F238E27FC236}">
                <a16:creationId xmlns:a16="http://schemas.microsoft.com/office/drawing/2014/main" id="{B1FF0BF9-6799-4152-99E5-A549EC4FA225}"/>
              </a:ext>
            </a:extLst>
          </p:cNvPr>
          <p:cNvCxnSpPr>
            <a:cxnSpLocks/>
            <a:stCxn id="12" idx="0"/>
            <a:endCxn id="11" idx="2"/>
          </p:cNvCxnSpPr>
          <p:nvPr/>
        </p:nvCxnSpPr>
        <p:spPr>
          <a:xfrm flipV="1">
            <a:off x="1970469" y="2479100"/>
            <a:ext cx="1501215" cy="15275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4" name="Rectangle 13">
            <a:extLst>
              <a:ext uri="{FF2B5EF4-FFF2-40B4-BE49-F238E27FC236}">
                <a16:creationId xmlns:a16="http://schemas.microsoft.com/office/drawing/2014/main" id="{E7869E0C-9730-4D00-8A96-446A9BDE609B}"/>
              </a:ext>
            </a:extLst>
          </p:cNvPr>
          <p:cNvSpPr/>
          <p:nvPr/>
        </p:nvSpPr>
        <p:spPr>
          <a:xfrm>
            <a:off x="4498263" y="128896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15" name="Rectangle 14">
            <a:extLst>
              <a:ext uri="{FF2B5EF4-FFF2-40B4-BE49-F238E27FC236}">
                <a16:creationId xmlns:a16="http://schemas.microsoft.com/office/drawing/2014/main" id="{C7DCBE10-8C56-4C40-978C-5BDC51E24E38}"/>
              </a:ext>
            </a:extLst>
          </p:cNvPr>
          <p:cNvSpPr/>
          <p:nvPr/>
        </p:nvSpPr>
        <p:spPr>
          <a:xfrm>
            <a:off x="6010934" y="87570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16" name="Rectangle 15">
            <a:extLst>
              <a:ext uri="{FF2B5EF4-FFF2-40B4-BE49-F238E27FC236}">
                <a16:creationId xmlns:a16="http://schemas.microsoft.com/office/drawing/2014/main" id="{5F750A0F-ABD9-4088-803D-8CBD899DC78A}"/>
              </a:ext>
            </a:extLst>
          </p:cNvPr>
          <p:cNvSpPr/>
          <p:nvPr/>
        </p:nvSpPr>
        <p:spPr>
          <a:xfrm>
            <a:off x="6007897" y="167460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17" name="Rectangle 16">
            <a:extLst>
              <a:ext uri="{FF2B5EF4-FFF2-40B4-BE49-F238E27FC236}">
                <a16:creationId xmlns:a16="http://schemas.microsoft.com/office/drawing/2014/main" id="{6CA60F3F-5936-4C21-A14E-DA2A5BFE407A}"/>
              </a:ext>
            </a:extLst>
          </p:cNvPr>
          <p:cNvSpPr/>
          <p:nvPr/>
        </p:nvSpPr>
        <p:spPr>
          <a:xfrm>
            <a:off x="9011496" y="136268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a:t>
            </a:r>
          </a:p>
        </p:txBody>
      </p:sp>
      <p:sp>
        <p:nvSpPr>
          <p:cNvPr id="18" name="Rectangle 17">
            <a:extLst>
              <a:ext uri="{FF2B5EF4-FFF2-40B4-BE49-F238E27FC236}">
                <a16:creationId xmlns:a16="http://schemas.microsoft.com/office/drawing/2014/main" id="{FBEC190E-C820-4FFB-9E78-A5F4E73A160A}"/>
              </a:ext>
            </a:extLst>
          </p:cNvPr>
          <p:cNvSpPr/>
          <p:nvPr/>
        </p:nvSpPr>
        <p:spPr>
          <a:xfrm>
            <a:off x="9013959" y="21213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Meer dan 2</a:t>
            </a:r>
          </a:p>
        </p:txBody>
      </p:sp>
      <p:sp>
        <p:nvSpPr>
          <p:cNvPr id="19" name="Rectangle 18">
            <a:extLst>
              <a:ext uri="{FF2B5EF4-FFF2-40B4-BE49-F238E27FC236}">
                <a16:creationId xmlns:a16="http://schemas.microsoft.com/office/drawing/2014/main" id="{B2BD1D95-F21A-46CF-A9AE-4A875C58E751}"/>
              </a:ext>
            </a:extLst>
          </p:cNvPr>
          <p:cNvSpPr/>
          <p:nvPr/>
        </p:nvSpPr>
        <p:spPr>
          <a:xfrm>
            <a:off x="10673563" y="118201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20" name="Rectangle 19">
            <a:extLst>
              <a:ext uri="{FF2B5EF4-FFF2-40B4-BE49-F238E27FC236}">
                <a16:creationId xmlns:a16="http://schemas.microsoft.com/office/drawing/2014/main" id="{E66F50B3-4367-436E-9098-123479F8703E}"/>
              </a:ext>
            </a:extLst>
          </p:cNvPr>
          <p:cNvSpPr/>
          <p:nvPr/>
        </p:nvSpPr>
        <p:spPr>
          <a:xfrm>
            <a:off x="10675444" y="156259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21" name="Rectangle 20">
            <a:extLst>
              <a:ext uri="{FF2B5EF4-FFF2-40B4-BE49-F238E27FC236}">
                <a16:creationId xmlns:a16="http://schemas.microsoft.com/office/drawing/2014/main" id="{9BFA3EFB-3D41-49A0-A600-D64D792FC957}"/>
              </a:ext>
            </a:extLst>
          </p:cNvPr>
          <p:cNvSpPr/>
          <p:nvPr/>
        </p:nvSpPr>
        <p:spPr>
          <a:xfrm>
            <a:off x="10673563" y="193774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22" name="Rectangle 21">
            <a:extLst>
              <a:ext uri="{FF2B5EF4-FFF2-40B4-BE49-F238E27FC236}">
                <a16:creationId xmlns:a16="http://schemas.microsoft.com/office/drawing/2014/main" id="{CC6625A1-59D8-4F00-8D49-9ACAE95D6E79}"/>
              </a:ext>
            </a:extLst>
          </p:cNvPr>
          <p:cNvSpPr/>
          <p:nvPr/>
        </p:nvSpPr>
        <p:spPr>
          <a:xfrm>
            <a:off x="10673563" y="23076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23" name="Rectangle 22">
            <a:extLst>
              <a:ext uri="{FF2B5EF4-FFF2-40B4-BE49-F238E27FC236}">
                <a16:creationId xmlns:a16="http://schemas.microsoft.com/office/drawing/2014/main" id="{3CEBAE4C-E952-4701-A588-0E506E9495CA}"/>
              </a:ext>
            </a:extLst>
          </p:cNvPr>
          <p:cNvSpPr/>
          <p:nvPr/>
        </p:nvSpPr>
        <p:spPr>
          <a:xfrm>
            <a:off x="4503197" y="349771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24" name="Rectangle 23">
            <a:extLst>
              <a:ext uri="{FF2B5EF4-FFF2-40B4-BE49-F238E27FC236}">
                <a16:creationId xmlns:a16="http://schemas.microsoft.com/office/drawing/2014/main" id="{93BFC2C9-0AC0-4CB1-8AC9-84CC4C9E8B05}"/>
              </a:ext>
            </a:extLst>
          </p:cNvPr>
          <p:cNvSpPr/>
          <p:nvPr/>
        </p:nvSpPr>
        <p:spPr>
          <a:xfrm>
            <a:off x="6013185" y="2733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25" name="Rectangle 24">
            <a:extLst>
              <a:ext uri="{FF2B5EF4-FFF2-40B4-BE49-F238E27FC236}">
                <a16:creationId xmlns:a16="http://schemas.microsoft.com/office/drawing/2014/main" id="{9146049E-5A0F-4129-980C-EAD1E577B984}"/>
              </a:ext>
            </a:extLst>
          </p:cNvPr>
          <p:cNvSpPr/>
          <p:nvPr/>
        </p:nvSpPr>
        <p:spPr>
          <a:xfrm>
            <a:off x="6012831" y="349408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cxnSp>
        <p:nvCxnSpPr>
          <p:cNvPr id="26" name="Straight Arrow Connector 25">
            <a:extLst>
              <a:ext uri="{FF2B5EF4-FFF2-40B4-BE49-F238E27FC236}">
                <a16:creationId xmlns:a16="http://schemas.microsoft.com/office/drawing/2014/main" id="{C2E40CDE-0509-4980-8ABC-D5E13B4D63EC}"/>
              </a:ext>
            </a:extLst>
          </p:cNvPr>
          <p:cNvCxnSpPr>
            <a:cxnSpLocks/>
            <a:stCxn id="11" idx="3"/>
            <a:endCxn id="14" idx="1"/>
          </p:cNvCxnSpPr>
          <p:nvPr/>
        </p:nvCxnSpPr>
        <p:spPr>
          <a:xfrm flipV="1">
            <a:off x="3948075" y="1416278"/>
            <a:ext cx="550189" cy="93551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63ED7FAA-3E92-40CF-B548-DAEC25B4DEE5}"/>
              </a:ext>
            </a:extLst>
          </p:cNvPr>
          <p:cNvCxnSpPr>
            <a:cxnSpLocks/>
            <a:stCxn id="11" idx="3"/>
            <a:endCxn id="23" idx="1"/>
          </p:cNvCxnSpPr>
          <p:nvPr/>
        </p:nvCxnSpPr>
        <p:spPr>
          <a:xfrm>
            <a:off x="3948075" y="2351790"/>
            <a:ext cx="555122" cy="127323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C049D1A6-52D5-421E-ADBC-D406D68A1E03}"/>
              </a:ext>
            </a:extLst>
          </p:cNvPr>
          <p:cNvCxnSpPr>
            <a:cxnSpLocks/>
            <a:stCxn id="14" idx="3"/>
            <a:endCxn id="15" idx="1"/>
          </p:cNvCxnSpPr>
          <p:nvPr/>
        </p:nvCxnSpPr>
        <p:spPr>
          <a:xfrm flipV="1">
            <a:off x="5451044" y="1003011"/>
            <a:ext cx="559890" cy="4132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B48BBA74-0B02-4E1C-916A-3BF2D95B892A}"/>
              </a:ext>
            </a:extLst>
          </p:cNvPr>
          <p:cNvCxnSpPr>
            <a:cxnSpLocks/>
            <a:stCxn id="14" idx="3"/>
            <a:endCxn id="16" idx="1"/>
          </p:cNvCxnSpPr>
          <p:nvPr/>
        </p:nvCxnSpPr>
        <p:spPr>
          <a:xfrm>
            <a:off x="5451044" y="1416279"/>
            <a:ext cx="556853" cy="38563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5F95BA9C-6341-4AF6-8E4E-20D71A502B91}"/>
              </a:ext>
            </a:extLst>
          </p:cNvPr>
          <p:cNvCxnSpPr>
            <a:cxnSpLocks/>
            <a:stCxn id="15" idx="3"/>
          </p:cNvCxnSpPr>
          <p:nvPr/>
        </p:nvCxnSpPr>
        <p:spPr>
          <a:xfrm flipV="1">
            <a:off x="6963715" y="991078"/>
            <a:ext cx="5230053"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7F2DA6E5-A9D3-4BA4-B370-C8B749981BCA}"/>
              </a:ext>
            </a:extLst>
          </p:cNvPr>
          <p:cNvCxnSpPr>
            <a:cxnSpLocks/>
            <a:stCxn id="16" idx="3"/>
            <a:endCxn id="17" idx="1"/>
          </p:cNvCxnSpPr>
          <p:nvPr/>
        </p:nvCxnSpPr>
        <p:spPr>
          <a:xfrm flipV="1">
            <a:off x="6960679" y="1489995"/>
            <a:ext cx="2050817" cy="3119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2AC0B029-CC19-4668-8F88-D219AD5CA9D4}"/>
              </a:ext>
            </a:extLst>
          </p:cNvPr>
          <p:cNvCxnSpPr>
            <a:cxnSpLocks/>
            <a:stCxn id="16" idx="3"/>
            <a:endCxn id="18" idx="1"/>
          </p:cNvCxnSpPr>
          <p:nvPr/>
        </p:nvCxnSpPr>
        <p:spPr>
          <a:xfrm>
            <a:off x="6960678" y="1801916"/>
            <a:ext cx="2053281" cy="4467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47D6A7D7-9301-4822-B0D1-672E58693E6C}"/>
              </a:ext>
            </a:extLst>
          </p:cNvPr>
          <p:cNvCxnSpPr>
            <a:cxnSpLocks/>
            <a:stCxn id="17" idx="3"/>
            <a:endCxn id="19" idx="1"/>
          </p:cNvCxnSpPr>
          <p:nvPr/>
        </p:nvCxnSpPr>
        <p:spPr>
          <a:xfrm flipV="1">
            <a:off x="9964277" y="1309324"/>
            <a:ext cx="709286" cy="1806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57E46F4F-9CE9-4193-A0A3-AC0BFB0153E3}"/>
              </a:ext>
            </a:extLst>
          </p:cNvPr>
          <p:cNvCxnSpPr>
            <a:cxnSpLocks/>
            <a:stCxn id="17" idx="3"/>
            <a:endCxn id="20" idx="1"/>
          </p:cNvCxnSpPr>
          <p:nvPr/>
        </p:nvCxnSpPr>
        <p:spPr>
          <a:xfrm>
            <a:off x="9964277" y="1489995"/>
            <a:ext cx="711166" cy="19991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8C4F753A-C967-474B-B16D-3D797DCA47BC}"/>
              </a:ext>
            </a:extLst>
          </p:cNvPr>
          <p:cNvCxnSpPr>
            <a:cxnSpLocks/>
            <a:stCxn id="18" idx="3"/>
            <a:endCxn id="21" idx="1"/>
          </p:cNvCxnSpPr>
          <p:nvPr/>
        </p:nvCxnSpPr>
        <p:spPr>
          <a:xfrm flipV="1">
            <a:off x="9966740" y="2065057"/>
            <a:ext cx="706823" cy="1836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95271780-69D1-4B9A-AB0A-50671DFB34D0}"/>
              </a:ext>
            </a:extLst>
          </p:cNvPr>
          <p:cNvCxnSpPr>
            <a:cxnSpLocks/>
            <a:stCxn id="18" idx="3"/>
            <a:endCxn id="22" idx="1"/>
          </p:cNvCxnSpPr>
          <p:nvPr/>
        </p:nvCxnSpPr>
        <p:spPr>
          <a:xfrm>
            <a:off x="9966740" y="2248670"/>
            <a:ext cx="706823" cy="18631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7" name="Straight Arrow Connector 36">
            <a:extLst>
              <a:ext uri="{FF2B5EF4-FFF2-40B4-BE49-F238E27FC236}">
                <a16:creationId xmlns:a16="http://schemas.microsoft.com/office/drawing/2014/main" id="{482698B3-52BB-489E-ACCD-55314AC2B672}"/>
              </a:ext>
            </a:extLst>
          </p:cNvPr>
          <p:cNvCxnSpPr>
            <a:cxnSpLocks/>
            <a:stCxn id="19" idx="3"/>
          </p:cNvCxnSpPr>
          <p:nvPr/>
        </p:nvCxnSpPr>
        <p:spPr>
          <a:xfrm>
            <a:off x="11626344" y="1309323"/>
            <a:ext cx="567424"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8" name="Straight Arrow Connector 37">
            <a:extLst>
              <a:ext uri="{FF2B5EF4-FFF2-40B4-BE49-F238E27FC236}">
                <a16:creationId xmlns:a16="http://schemas.microsoft.com/office/drawing/2014/main" id="{520539FF-C4AB-47F7-B74A-E8BEA15B37DD}"/>
              </a:ext>
            </a:extLst>
          </p:cNvPr>
          <p:cNvCxnSpPr>
            <a:cxnSpLocks/>
            <a:stCxn id="20" idx="3"/>
          </p:cNvCxnSpPr>
          <p:nvPr/>
        </p:nvCxnSpPr>
        <p:spPr>
          <a:xfrm flipV="1">
            <a:off x="11628225" y="1684592"/>
            <a:ext cx="555334" cy="531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881E4FBB-500B-4A48-A435-26A60401AA8A}"/>
              </a:ext>
            </a:extLst>
          </p:cNvPr>
          <p:cNvCxnSpPr>
            <a:cxnSpLocks/>
            <a:stCxn id="21" idx="3"/>
          </p:cNvCxnSpPr>
          <p:nvPr/>
        </p:nvCxnSpPr>
        <p:spPr>
          <a:xfrm>
            <a:off x="11626345" y="2065057"/>
            <a:ext cx="549420"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9A5D1B40-1C0C-4650-98DC-E845DD7F7FCA}"/>
              </a:ext>
            </a:extLst>
          </p:cNvPr>
          <p:cNvCxnSpPr>
            <a:cxnSpLocks/>
            <a:stCxn id="22" idx="3"/>
          </p:cNvCxnSpPr>
          <p:nvPr/>
        </p:nvCxnSpPr>
        <p:spPr>
          <a:xfrm>
            <a:off x="11626345" y="2434989"/>
            <a:ext cx="55721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DAFDF9B0-1199-451D-A3A8-280B50010582}"/>
              </a:ext>
            </a:extLst>
          </p:cNvPr>
          <p:cNvCxnSpPr>
            <a:cxnSpLocks/>
            <a:stCxn id="23" idx="3"/>
            <a:endCxn id="24" idx="1"/>
          </p:cNvCxnSpPr>
          <p:nvPr/>
        </p:nvCxnSpPr>
        <p:spPr>
          <a:xfrm flipV="1">
            <a:off x="5455979" y="2860533"/>
            <a:ext cx="557206" cy="76448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815DC919-FC68-4AC6-9C2D-F1F424E8B5D1}"/>
              </a:ext>
            </a:extLst>
          </p:cNvPr>
          <p:cNvCxnSpPr>
            <a:cxnSpLocks/>
            <a:stCxn id="23" idx="3"/>
            <a:endCxn id="25" idx="1"/>
          </p:cNvCxnSpPr>
          <p:nvPr/>
        </p:nvCxnSpPr>
        <p:spPr>
          <a:xfrm flipV="1">
            <a:off x="5455979" y="3621399"/>
            <a:ext cx="556852" cy="362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1944AF4B-AFB3-47F3-AA7E-B48BB0E4812C}"/>
              </a:ext>
            </a:extLst>
          </p:cNvPr>
          <p:cNvCxnSpPr>
            <a:cxnSpLocks/>
            <a:stCxn id="24" idx="3"/>
          </p:cNvCxnSpPr>
          <p:nvPr/>
        </p:nvCxnSpPr>
        <p:spPr>
          <a:xfrm flipV="1">
            <a:off x="6965966" y="2848601"/>
            <a:ext cx="5188593" cy="1193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44" name="Rectangle 43">
            <a:extLst>
              <a:ext uri="{FF2B5EF4-FFF2-40B4-BE49-F238E27FC236}">
                <a16:creationId xmlns:a16="http://schemas.microsoft.com/office/drawing/2014/main" id="{B38A2F61-0C6E-438B-A660-1DF73E421A5E}"/>
              </a:ext>
            </a:extLst>
          </p:cNvPr>
          <p:cNvSpPr/>
          <p:nvPr/>
        </p:nvSpPr>
        <p:spPr>
          <a:xfrm>
            <a:off x="10676570" y="312457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45" name="Rectangle 44">
            <a:extLst>
              <a:ext uri="{FF2B5EF4-FFF2-40B4-BE49-F238E27FC236}">
                <a16:creationId xmlns:a16="http://schemas.microsoft.com/office/drawing/2014/main" id="{38465FAD-3157-4A4E-BC35-645C9EFF3FDA}"/>
              </a:ext>
            </a:extLst>
          </p:cNvPr>
          <p:cNvSpPr/>
          <p:nvPr/>
        </p:nvSpPr>
        <p:spPr>
          <a:xfrm>
            <a:off x="10674606" y="388471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46" name="Straight Arrow Connector 45">
            <a:extLst>
              <a:ext uri="{FF2B5EF4-FFF2-40B4-BE49-F238E27FC236}">
                <a16:creationId xmlns:a16="http://schemas.microsoft.com/office/drawing/2014/main" id="{B4169F39-ADC8-41DE-9507-5F0F4D0FC769}"/>
              </a:ext>
            </a:extLst>
          </p:cNvPr>
          <p:cNvCxnSpPr>
            <a:cxnSpLocks/>
            <a:stCxn id="25" idx="3"/>
            <a:endCxn id="44" idx="1"/>
          </p:cNvCxnSpPr>
          <p:nvPr/>
        </p:nvCxnSpPr>
        <p:spPr>
          <a:xfrm flipV="1">
            <a:off x="6965613" y="3251883"/>
            <a:ext cx="3710958" cy="3695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7" name="Straight Arrow Connector 46">
            <a:extLst>
              <a:ext uri="{FF2B5EF4-FFF2-40B4-BE49-F238E27FC236}">
                <a16:creationId xmlns:a16="http://schemas.microsoft.com/office/drawing/2014/main" id="{D23A0FE4-A792-4EAA-AE89-2284D5597B64}"/>
              </a:ext>
            </a:extLst>
          </p:cNvPr>
          <p:cNvCxnSpPr>
            <a:cxnSpLocks/>
            <a:stCxn id="25" idx="3"/>
            <a:endCxn id="45" idx="1"/>
          </p:cNvCxnSpPr>
          <p:nvPr/>
        </p:nvCxnSpPr>
        <p:spPr>
          <a:xfrm>
            <a:off x="6965612" y="3621399"/>
            <a:ext cx="3708994" cy="39062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47105FBF-E393-4EF6-8B39-CA9B43410538}"/>
              </a:ext>
            </a:extLst>
          </p:cNvPr>
          <p:cNvCxnSpPr>
            <a:cxnSpLocks/>
            <a:stCxn id="44" idx="3"/>
          </p:cNvCxnSpPr>
          <p:nvPr/>
        </p:nvCxnSpPr>
        <p:spPr>
          <a:xfrm>
            <a:off x="11629352" y="3251883"/>
            <a:ext cx="525208"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9" name="Straight Arrow Connector 48">
            <a:extLst>
              <a:ext uri="{FF2B5EF4-FFF2-40B4-BE49-F238E27FC236}">
                <a16:creationId xmlns:a16="http://schemas.microsoft.com/office/drawing/2014/main" id="{622DC63D-5E25-4303-8371-36871A070E51}"/>
              </a:ext>
            </a:extLst>
          </p:cNvPr>
          <p:cNvCxnSpPr>
            <a:cxnSpLocks/>
            <a:stCxn id="45" idx="3"/>
          </p:cNvCxnSpPr>
          <p:nvPr/>
        </p:nvCxnSpPr>
        <p:spPr>
          <a:xfrm>
            <a:off x="11627388" y="4012025"/>
            <a:ext cx="527172"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50" name="Rectangle 49">
            <a:extLst>
              <a:ext uri="{FF2B5EF4-FFF2-40B4-BE49-F238E27FC236}">
                <a16:creationId xmlns:a16="http://schemas.microsoft.com/office/drawing/2014/main" id="{B644422B-4DE1-4B41-83C5-420D4616A5F3}"/>
              </a:ext>
            </a:extLst>
          </p:cNvPr>
          <p:cNvSpPr/>
          <p:nvPr/>
        </p:nvSpPr>
        <p:spPr>
          <a:xfrm>
            <a:off x="2995292" y="631984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1" name="Rectangle 50">
            <a:extLst>
              <a:ext uri="{FF2B5EF4-FFF2-40B4-BE49-F238E27FC236}">
                <a16:creationId xmlns:a16="http://schemas.microsoft.com/office/drawing/2014/main" id="{901CED4F-99BB-48F7-B1B8-061CD3A87A9E}"/>
              </a:ext>
            </a:extLst>
          </p:cNvPr>
          <p:cNvSpPr/>
          <p:nvPr/>
        </p:nvSpPr>
        <p:spPr>
          <a:xfrm>
            <a:off x="4496504" y="5147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52" name="Rectangle 51">
            <a:extLst>
              <a:ext uri="{FF2B5EF4-FFF2-40B4-BE49-F238E27FC236}">
                <a16:creationId xmlns:a16="http://schemas.microsoft.com/office/drawing/2014/main" id="{56304230-45D0-421F-9D4B-125749E06719}"/>
              </a:ext>
            </a:extLst>
          </p:cNvPr>
          <p:cNvSpPr/>
          <p:nvPr/>
        </p:nvSpPr>
        <p:spPr>
          <a:xfrm>
            <a:off x="6000912" y="468525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53" name="Rectangle 52">
            <a:extLst>
              <a:ext uri="{FF2B5EF4-FFF2-40B4-BE49-F238E27FC236}">
                <a16:creationId xmlns:a16="http://schemas.microsoft.com/office/drawing/2014/main" id="{D9E503AC-43D0-43DB-81DE-2DEC6400219D}"/>
              </a:ext>
            </a:extLst>
          </p:cNvPr>
          <p:cNvSpPr/>
          <p:nvPr/>
        </p:nvSpPr>
        <p:spPr>
          <a:xfrm>
            <a:off x="5992862" y="57590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4" name="Rectangle 53">
            <a:extLst>
              <a:ext uri="{FF2B5EF4-FFF2-40B4-BE49-F238E27FC236}">
                <a16:creationId xmlns:a16="http://schemas.microsoft.com/office/drawing/2014/main" id="{E6E67EF0-09FA-4683-874C-9A78D0025965}"/>
              </a:ext>
            </a:extLst>
          </p:cNvPr>
          <p:cNvSpPr/>
          <p:nvPr/>
        </p:nvSpPr>
        <p:spPr>
          <a:xfrm>
            <a:off x="4486481" y="727584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55" name="Rectangle 54">
            <a:extLst>
              <a:ext uri="{FF2B5EF4-FFF2-40B4-BE49-F238E27FC236}">
                <a16:creationId xmlns:a16="http://schemas.microsoft.com/office/drawing/2014/main" id="{4B758496-3250-4ED5-9199-621003513B5E}"/>
              </a:ext>
            </a:extLst>
          </p:cNvPr>
          <p:cNvSpPr/>
          <p:nvPr/>
        </p:nvSpPr>
        <p:spPr>
          <a:xfrm>
            <a:off x="5996762" y="707097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56" name="Rectangle 55">
            <a:extLst>
              <a:ext uri="{FF2B5EF4-FFF2-40B4-BE49-F238E27FC236}">
                <a16:creationId xmlns:a16="http://schemas.microsoft.com/office/drawing/2014/main" id="{AD0DAF08-6CB0-4C8A-97D6-820FB378F2E4}"/>
              </a:ext>
            </a:extLst>
          </p:cNvPr>
          <p:cNvSpPr/>
          <p:nvPr/>
        </p:nvSpPr>
        <p:spPr>
          <a:xfrm>
            <a:off x="5997833" y="736926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7" name="Rectangle 56">
            <a:extLst>
              <a:ext uri="{FF2B5EF4-FFF2-40B4-BE49-F238E27FC236}">
                <a16:creationId xmlns:a16="http://schemas.microsoft.com/office/drawing/2014/main" id="{065975F4-B9A8-4F22-8575-2878AAD11B96}"/>
              </a:ext>
            </a:extLst>
          </p:cNvPr>
          <p:cNvSpPr/>
          <p:nvPr/>
        </p:nvSpPr>
        <p:spPr>
          <a:xfrm>
            <a:off x="5996761" y="768366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sp>
        <p:nvSpPr>
          <p:cNvPr id="58" name="Rectangle 57">
            <a:extLst>
              <a:ext uri="{FF2B5EF4-FFF2-40B4-BE49-F238E27FC236}">
                <a16:creationId xmlns:a16="http://schemas.microsoft.com/office/drawing/2014/main" id="{308AF8A7-B7E9-4105-AA81-0F6A34F30C78}"/>
              </a:ext>
            </a:extLst>
          </p:cNvPr>
          <p:cNvSpPr/>
          <p:nvPr/>
        </p:nvSpPr>
        <p:spPr>
          <a:xfrm>
            <a:off x="10660503" y="73685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59" name="Rectangle 58">
            <a:extLst>
              <a:ext uri="{FF2B5EF4-FFF2-40B4-BE49-F238E27FC236}">
                <a16:creationId xmlns:a16="http://schemas.microsoft.com/office/drawing/2014/main" id="{6A53D3EF-F6D7-40F1-B395-AE09718ED3DA}"/>
              </a:ext>
            </a:extLst>
          </p:cNvPr>
          <p:cNvSpPr/>
          <p:nvPr/>
        </p:nvSpPr>
        <p:spPr>
          <a:xfrm>
            <a:off x="10663542" y="767609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60" name="Rectangle 59">
            <a:extLst>
              <a:ext uri="{FF2B5EF4-FFF2-40B4-BE49-F238E27FC236}">
                <a16:creationId xmlns:a16="http://schemas.microsoft.com/office/drawing/2014/main" id="{A5DEC92C-B0F5-4D8D-AA66-814F25F1631E}"/>
              </a:ext>
            </a:extLst>
          </p:cNvPr>
          <p:cNvSpPr/>
          <p:nvPr/>
        </p:nvSpPr>
        <p:spPr>
          <a:xfrm>
            <a:off x="1490180" y="828353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61" name="Rectangle 60">
            <a:extLst>
              <a:ext uri="{FF2B5EF4-FFF2-40B4-BE49-F238E27FC236}">
                <a16:creationId xmlns:a16="http://schemas.microsoft.com/office/drawing/2014/main" id="{71888385-8094-4CE8-8F15-3ED83454D2E5}"/>
              </a:ext>
            </a:extLst>
          </p:cNvPr>
          <p:cNvSpPr/>
          <p:nvPr/>
        </p:nvSpPr>
        <p:spPr>
          <a:xfrm>
            <a:off x="2991394" y="82835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62" name="Rectangle 61">
            <a:extLst>
              <a:ext uri="{FF2B5EF4-FFF2-40B4-BE49-F238E27FC236}">
                <a16:creationId xmlns:a16="http://schemas.microsoft.com/office/drawing/2014/main" id="{985B99EB-9C58-4B0B-A6FB-4E3192809F01}"/>
              </a:ext>
            </a:extLst>
          </p:cNvPr>
          <p:cNvSpPr/>
          <p:nvPr/>
        </p:nvSpPr>
        <p:spPr>
          <a:xfrm>
            <a:off x="4495648" y="803987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63" name="Rectangle 62">
            <a:extLst>
              <a:ext uri="{FF2B5EF4-FFF2-40B4-BE49-F238E27FC236}">
                <a16:creationId xmlns:a16="http://schemas.microsoft.com/office/drawing/2014/main" id="{AECB4626-384A-48FE-BE16-CD494A0DBF98}"/>
              </a:ext>
            </a:extLst>
          </p:cNvPr>
          <p:cNvSpPr/>
          <p:nvPr/>
        </p:nvSpPr>
        <p:spPr>
          <a:xfrm>
            <a:off x="4492605" y="854981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64" name="Rectangle 63">
            <a:extLst>
              <a:ext uri="{FF2B5EF4-FFF2-40B4-BE49-F238E27FC236}">
                <a16:creationId xmlns:a16="http://schemas.microsoft.com/office/drawing/2014/main" id="{B32DF11A-4006-4748-A297-404DE1F9CDA1}"/>
              </a:ext>
            </a:extLst>
          </p:cNvPr>
          <p:cNvSpPr/>
          <p:nvPr/>
        </p:nvSpPr>
        <p:spPr>
          <a:xfrm>
            <a:off x="6007036" y="8033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65" name="Rectangle 64">
            <a:extLst>
              <a:ext uri="{FF2B5EF4-FFF2-40B4-BE49-F238E27FC236}">
                <a16:creationId xmlns:a16="http://schemas.microsoft.com/office/drawing/2014/main" id="{D459D32C-AD1F-45CD-A89F-3695050BCFA1}"/>
              </a:ext>
            </a:extLst>
          </p:cNvPr>
          <p:cNvSpPr/>
          <p:nvPr/>
        </p:nvSpPr>
        <p:spPr>
          <a:xfrm>
            <a:off x="6007036" y="840623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66" name="Rectangle 65">
            <a:extLst>
              <a:ext uri="{FF2B5EF4-FFF2-40B4-BE49-F238E27FC236}">
                <a16:creationId xmlns:a16="http://schemas.microsoft.com/office/drawing/2014/main" id="{22A2FA60-BAA2-4C9E-9976-6276A1F5AF29}"/>
              </a:ext>
            </a:extLst>
          </p:cNvPr>
          <p:cNvSpPr/>
          <p:nvPr/>
        </p:nvSpPr>
        <p:spPr>
          <a:xfrm>
            <a:off x="6000912" y="875555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cxnSp>
        <p:nvCxnSpPr>
          <p:cNvPr id="67" name="Straight Arrow Connector 66">
            <a:extLst>
              <a:ext uri="{FF2B5EF4-FFF2-40B4-BE49-F238E27FC236}">
                <a16:creationId xmlns:a16="http://schemas.microsoft.com/office/drawing/2014/main" id="{F66BC1AC-DE00-4DB4-9FFF-BB24E0FC3388}"/>
              </a:ext>
            </a:extLst>
          </p:cNvPr>
          <p:cNvCxnSpPr>
            <a:cxnSpLocks/>
            <a:stCxn id="50" idx="3"/>
            <a:endCxn id="51" idx="1"/>
          </p:cNvCxnSpPr>
          <p:nvPr/>
        </p:nvCxnSpPr>
        <p:spPr>
          <a:xfrm flipV="1">
            <a:off x="3948074" y="5274727"/>
            <a:ext cx="548430" cy="117242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68" name="Straight Arrow Connector 67">
            <a:extLst>
              <a:ext uri="{FF2B5EF4-FFF2-40B4-BE49-F238E27FC236}">
                <a16:creationId xmlns:a16="http://schemas.microsoft.com/office/drawing/2014/main" id="{A458D58C-EBE9-457B-B5F1-162E5044909D}"/>
              </a:ext>
            </a:extLst>
          </p:cNvPr>
          <p:cNvCxnSpPr>
            <a:cxnSpLocks/>
            <a:stCxn id="50" idx="3"/>
            <a:endCxn id="54" idx="1"/>
          </p:cNvCxnSpPr>
          <p:nvPr/>
        </p:nvCxnSpPr>
        <p:spPr>
          <a:xfrm>
            <a:off x="3948073" y="6447152"/>
            <a:ext cx="538408" cy="95600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69" name="Straight Arrow Connector 68">
            <a:extLst>
              <a:ext uri="{FF2B5EF4-FFF2-40B4-BE49-F238E27FC236}">
                <a16:creationId xmlns:a16="http://schemas.microsoft.com/office/drawing/2014/main" id="{8F7B5D1D-34FD-4376-BFF8-10E79A5F6573}"/>
              </a:ext>
            </a:extLst>
          </p:cNvPr>
          <p:cNvCxnSpPr>
            <a:cxnSpLocks/>
            <a:stCxn id="51" idx="3"/>
            <a:endCxn id="52" idx="1"/>
          </p:cNvCxnSpPr>
          <p:nvPr/>
        </p:nvCxnSpPr>
        <p:spPr>
          <a:xfrm flipV="1">
            <a:off x="5449286" y="4812565"/>
            <a:ext cx="551627" cy="46216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0" name="Straight Arrow Connector 69">
            <a:extLst>
              <a:ext uri="{FF2B5EF4-FFF2-40B4-BE49-F238E27FC236}">
                <a16:creationId xmlns:a16="http://schemas.microsoft.com/office/drawing/2014/main" id="{B46EC9F2-49F3-490B-8BE7-0CA667998221}"/>
              </a:ext>
            </a:extLst>
          </p:cNvPr>
          <p:cNvCxnSpPr>
            <a:cxnSpLocks/>
            <a:stCxn id="51" idx="3"/>
            <a:endCxn id="53" idx="1"/>
          </p:cNvCxnSpPr>
          <p:nvPr/>
        </p:nvCxnSpPr>
        <p:spPr>
          <a:xfrm>
            <a:off x="5449286" y="5274726"/>
            <a:ext cx="543576" cy="611616"/>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71" name="Straight Arrow Connector 70">
            <a:extLst>
              <a:ext uri="{FF2B5EF4-FFF2-40B4-BE49-F238E27FC236}">
                <a16:creationId xmlns:a16="http://schemas.microsoft.com/office/drawing/2014/main" id="{A7C30FC4-B666-447B-807F-F092B3346730}"/>
              </a:ext>
            </a:extLst>
          </p:cNvPr>
          <p:cNvCxnSpPr>
            <a:cxnSpLocks/>
            <a:stCxn id="92" idx="3"/>
          </p:cNvCxnSpPr>
          <p:nvPr/>
        </p:nvCxnSpPr>
        <p:spPr>
          <a:xfrm>
            <a:off x="6945643" y="4433293"/>
            <a:ext cx="5208917"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2" name="Straight Arrow Connector 71">
            <a:extLst>
              <a:ext uri="{FF2B5EF4-FFF2-40B4-BE49-F238E27FC236}">
                <a16:creationId xmlns:a16="http://schemas.microsoft.com/office/drawing/2014/main" id="{054CC0C7-79EC-4399-8768-1A3C0AF1033D}"/>
              </a:ext>
            </a:extLst>
          </p:cNvPr>
          <p:cNvCxnSpPr>
            <a:cxnSpLocks/>
            <a:stCxn id="55" idx="3"/>
          </p:cNvCxnSpPr>
          <p:nvPr/>
        </p:nvCxnSpPr>
        <p:spPr>
          <a:xfrm>
            <a:off x="6949543" y="7198281"/>
            <a:ext cx="5211139"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3" name="Straight Arrow Connector 72">
            <a:extLst>
              <a:ext uri="{FF2B5EF4-FFF2-40B4-BE49-F238E27FC236}">
                <a16:creationId xmlns:a16="http://schemas.microsoft.com/office/drawing/2014/main" id="{CA10B793-566D-4D20-B3EA-0B125063F0EB}"/>
              </a:ext>
            </a:extLst>
          </p:cNvPr>
          <p:cNvCxnSpPr>
            <a:cxnSpLocks/>
            <a:stCxn id="56" idx="3"/>
            <a:endCxn id="58" idx="1"/>
          </p:cNvCxnSpPr>
          <p:nvPr/>
        </p:nvCxnSpPr>
        <p:spPr>
          <a:xfrm flipV="1">
            <a:off x="6950615" y="7495842"/>
            <a:ext cx="3709888" cy="7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4" name="Straight Arrow Connector 73">
            <a:extLst>
              <a:ext uri="{FF2B5EF4-FFF2-40B4-BE49-F238E27FC236}">
                <a16:creationId xmlns:a16="http://schemas.microsoft.com/office/drawing/2014/main" id="{2EE34B8A-C17D-4215-BBCE-9ACB39DD17E1}"/>
              </a:ext>
            </a:extLst>
          </p:cNvPr>
          <p:cNvCxnSpPr>
            <a:cxnSpLocks/>
            <a:stCxn id="57" idx="3"/>
            <a:endCxn id="59" idx="1"/>
          </p:cNvCxnSpPr>
          <p:nvPr/>
        </p:nvCxnSpPr>
        <p:spPr>
          <a:xfrm flipV="1">
            <a:off x="6949543" y="7803400"/>
            <a:ext cx="3713999" cy="757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5" name="Straight Arrow Connector 74">
            <a:extLst>
              <a:ext uri="{FF2B5EF4-FFF2-40B4-BE49-F238E27FC236}">
                <a16:creationId xmlns:a16="http://schemas.microsoft.com/office/drawing/2014/main" id="{6AFBB4FD-D9D9-4DBC-8083-3E76128BDFD0}"/>
              </a:ext>
            </a:extLst>
          </p:cNvPr>
          <p:cNvCxnSpPr>
            <a:cxnSpLocks/>
            <a:stCxn id="64" idx="3"/>
          </p:cNvCxnSpPr>
          <p:nvPr/>
        </p:nvCxnSpPr>
        <p:spPr>
          <a:xfrm>
            <a:off x="6959817" y="8160727"/>
            <a:ext cx="5200866" cy="124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6" name="Straight Arrow Connector 75">
            <a:extLst>
              <a:ext uri="{FF2B5EF4-FFF2-40B4-BE49-F238E27FC236}">
                <a16:creationId xmlns:a16="http://schemas.microsoft.com/office/drawing/2014/main" id="{19327863-622A-4D2D-958A-6A73E65828F5}"/>
              </a:ext>
            </a:extLst>
          </p:cNvPr>
          <p:cNvCxnSpPr>
            <a:cxnSpLocks/>
            <a:stCxn id="65" idx="3"/>
          </p:cNvCxnSpPr>
          <p:nvPr/>
        </p:nvCxnSpPr>
        <p:spPr>
          <a:xfrm flipV="1">
            <a:off x="6959817" y="8521616"/>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7" name="Straight Arrow Connector 76">
            <a:extLst>
              <a:ext uri="{FF2B5EF4-FFF2-40B4-BE49-F238E27FC236}">
                <a16:creationId xmlns:a16="http://schemas.microsoft.com/office/drawing/2014/main" id="{7C4BC1B0-8D09-4AEC-8FF9-2A8D210701B4}"/>
              </a:ext>
            </a:extLst>
          </p:cNvPr>
          <p:cNvCxnSpPr>
            <a:cxnSpLocks/>
            <a:stCxn id="66" idx="3"/>
          </p:cNvCxnSpPr>
          <p:nvPr/>
        </p:nvCxnSpPr>
        <p:spPr>
          <a:xfrm flipV="1">
            <a:off x="6953694" y="8870933"/>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8" name="Straight Arrow Connector 77">
            <a:extLst>
              <a:ext uri="{FF2B5EF4-FFF2-40B4-BE49-F238E27FC236}">
                <a16:creationId xmlns:a16="http://schemas.microsoft.com/office/drawing/2014/main" id="{39999253-11FB-4D85-8E57-6D112A29BC97}"/>
              </a:ext>
            </a:extLst>
          </p:cNvPr>
          <p:cNvCxnSpPr>
            <a:cxnSpLocks/>
            <a:stCxn id="54" idx="3"/>
            <a:endCxn id="55" idx="1"/>
          </p:cNvCxnSpPr>
          <p:nvPr/>
        </p:nvCxnSpPr>
        <p:spPr>
          <a:xfrm flipV="1">
            <a:off x="5439262" y="7198281"/>
            <a:ext cx="557499" cy="20487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9" name="Straight Arrow Connector 78">
            <a:extLst>
              <a:ext uri="{FF2B5EF4-FFF2-40B4-BE49-F238E27FC236}">
                <a16:creationId xmlns:a16="http://schemas.microsoft.com/office/drawing/2014/main" id="{EF3C6B94-58DE-4068-89D5-D62DDBB9AD4B}"/>
              </a:ext>
            </a:extLst>
          </p:cNvPr>
          <p:cNvCxnSpPr>
            <a:cxnSpLocks/>
            <a:stCxn id="54" idx="3"/>
            <a:endCxn id="56" idx="1"/>
          </p:cNvCxnSpPr>
          <p:nvPr/>
        </p:nvCxnSpPr>
        <p:spPr>
          <a:xfrm>
            <a:off x="5439263" y="7403155"/>
            <a:ext cx="558570" cy="934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0" name="Straight Arrow Connector 79">
            <a:extLst>
              <a:ext uri="{FF2B5EF4-FFF2-40B4-BE49-F238E27FC236}">
                <a16:creationId xmlns:a16="http://schemas.microsoft.com/office/drawing/2014/main" id="{5293EFDC-09C3-4C0C-AAC5-9C73BBD0EBC3}"/>
              </a:ext>
            </a:extLst>
          </p:cNvPr>
          <p:cNvCxnSpPr>
            <a:cxnSpLocks/>
            <a:stCxn id="54" idx="3"/>
            <a:endCxn id="57" idx="1"/>
          </p:cNvCxnSpPr>
          <p:nvPr/>
        </p:nvCxnSpPr>
        <p:spPr>
          <a:xfrm>
            <a:off x="5439263" y="7403155"/>
            <a:ext cx="557498" cy="40782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1" name="Straight Arrow Connector 80">
            <a:extLst>
              <a:ext uri="{FF2B5EF4-FFF2-40B4-BE49-F238E27FC236}">
                <a16:creationId xmlns:a16="http://schemas.microsoft.com/office/drawing/2014/main" id="{25F1D0FF-EB60-4D63-9E7B-3CAADBD2844F}"/>
              </a:ext>
            </a:extLst>
          </p:cNvPr>
          <p:cNvCxnSpPr>
            <a:cxnSpLocks/>
            <a:stCxn id="62" idx="3"/>
            <a:endCxn id="64" idx="1"/>
          </p:cNvCxnSpPr>
          <p:nvPr/>
        </p:nvCxnSpPr>
        <p:spPr>
          <a:xfrm flipV="1">
            <a:off x="5448429" y="8160726"/>
            <a:ext cx="558606" cy="646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2" name="Straight Arrow Connector 81">
            <a:extLst>
              <a:ext uri="{FF2B5EF4-FFF2-40B4-BE49-F238E27FC236}">
                <a16:creationId xmlns:a16="http://schemas.microsoft.com/office/drawing/2014/main" id="{21382894-DCD5-4DB3-A118-700DB7D0450D}"/>
              </a:ext>
            </a:extLst>
          </p:cNvPr>
          <p:cNvCxnSpPr>
            <a:cxnSpLocks/>
            <a:stCxn id="63" idx="3"/>
            <a:endCxn id="65" idx="1"/>
          </p:cNvCxnSpPr>
          <p:nvPr/>
        </p:nvCxnSpPr>
        <p:spPr>
          <a:xfrm flipV="1">
            <a:off x="5445386" y="8533548"/>
            <a:ext cx="561649" cy="14358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3" name="Straight Arrow Connector 82">
            <a:extLst>
              <a:ext uri="{FF2B5EF4-FFF2-40B4-BE49-F238E27FC236}">
                <a16:creationId xmlns:a16="http://schemas.microsoft.com/office/drawing/2014/main" id="{1B7E3A95-B1A7-4652-A777-3F35D04F13D0}"/>
              </a:ext>
            </a:extLst>
          </p:cNvPr>
          <p:cNvCxnSpPr>
            <a:cxnSpLocks/>
            <a:stCxn id="63" idx="3"/>
            <a:endCxn id="66" idx="1"/>
          </p:cNvCxnSpPr>
          <p:nvPr/>
        </p:nvCxnSpPr>
        <p:spPr>
          <a:xfrm>
            <a:off x="5445386" y="8677128"/>
            <a:ext cx="555526" cy="20573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4" name="Straight Arrow Connector 83">
            <a:extLst>
              <a:ext uri="{FF2B5EF4-FFF2-40B4-BE49-F238E27FC236}">
                <a16:creationId xmlns:a16="http://schemas.microsoft.com/office/drawing/2014/main" id="{A7A925A2-C39B-49E6-9B80-A29B717BA1FB}"/>
              </a:ext>
            </a:extLst>
          </p:cNvPr>
          <p:cNvCxnSpPr>
            <a:cxnSpLocks/>
            <a:stCxn id="60" idx="3"/>
            <a:endCxn id="61" idx="1"/>
          </p:cNvCxnSpPr>
          <p:nvPr/>
        </p:nvCxnSpPr>
        <p:spPr>
          <a:xfrm>
            <a:off x="2442962" y="8410845"/>
            <a:ext cx="548432"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5" name="Straight Arrow Connector 84">
            <a:extLst>
              <a:ext uri="{FF2B5EF4-FFF2-40B4-BE49-F238E27FC236}">
                <a16:creationId xmlns:a16="http://schemas.microsoft.com/office/drawing/2014/main" id="{91233978-DD2F-48D1-B891-1EDE2E6AB672}"/>
              </a:ext>
            </a:extLst>
          </p:cNvPr>
          <p:cNvCxnSpPr>
            <a:cxnSpLocks/>
            <a:stCxn id="61" idx="3"/>
            <a:endCxn id="62" idx="1"/>
          </p:cNvCxnSpPr>
          <p:nvPr/>
        </p:nvCxnSpPr>
        <p:spPr>
          <a:xfrm flipV="1">
            <a:off x="3944175" y="8167188"/>
            <a:ext cx="551473" cy="24365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6" name="Straight Arrow Connector 85">
            <a:extLst>
              <a:ext uri="{FF2B5EF4-FFF2-40B4-BE49-F238E27FC236}">
                <a16:creationId xmlns:a16="http://schemas.microsoft.com/office/drawing/2014/main" id="{EBBCAC1D-EDA6-4562-977E-E49B134496BD}"/>
              </a:ext>
            </a:extLst>
          </p:cNvPr>
          <p:cNvCxnSpPr>
            <a:cxnSpLocks/>
            <a:stCxn id="61" idx="3"/>
            <a:endCxn id="63" idx="1"/>
          </p:cNvCxnSpPr>
          <p:nvPr/>
        </p:nvCxnSpPr>
        <p:spPr>
          <a:xfrm>
            <a:off x="3944175" y="8410845"/>
            <a:ext cx="548430" cy="26628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7" name="Straight Arrow Connector 86">
            <a:extLst>
              <a:ext uri="{FF2B5EF4-FFF2-40B4-BE49-F238E27FC236}">
                <a16:creationId xmlns:a16="http://schemas.microsoft.com/office/drawing/2014/main" id="{C5D190C3-81A3-4077-B335-B3E487EFA780}"/>
              </a:ext>
            </a:extLst>
          </p:cNvPr>
          <p:cNvCxnSpPr>
            <a:cxnSpLocks/>
            <a:stCxn id="58" idx="3"/>
          </p:cNvCxnSpPr>
          <p:nvPr/>
        </p:nvCxnSpPr>
        <p:spPr>
          <a:xfrm flipV="1">
            <a:off x="11613284" y="7494078"/>
            <a:ext cx="547399" cy="176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8" name="Straight Arrow Connector 87">
            <a:extLst>
              <a:ext uri="{FF2B5EF4-FFF2-40B4-BE49-F238E27FC236}">
                <a16:creationId xmlns:a16="http://schemas.microsoft.com/office/drawing/2014/main" id="{AFFBD7B7-BBFD-49D2-BBDF-0F75A5180039}"/>
              </a:ext>
            </a:extLst>
          </p:cNvPr>
          <p:cNvCxnSpPr>
            <a:cxnSpLocks/>
            <a:stCxn id="59" idx="3"/>
          </p:cNvCxnSpPr>
          <p:nvPr/>
        </p:nvCxnSpPr>
        <p:spPr>
          <a:xfrm>
            <a:off x="11616323" y="7803400"/>
            <a:ext cx="544360"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9" name="Straight Arrow Connector 88">
            <a:extLst>
              <a:ext uri="{FF2B5EF4-FFF2-40B4-BE49-F238E27FC236}">
                <a16:creationId xmlns:a16="http://schemas.microsoft.com/office/drawing/2014/main" id="{DB1E8405-EC5F-434A-9FBC-362021D762FA}"/>
              </a:ext>
            </a:extLst>
          </p:cNvPr>
          <p:cNvCxnSpPr>
            <a:cxnSpLocks/>
            <a:stCxn id="12" idx="2"/>
            <a:endCxn id="50" idx="0"/>
          </p:cNvCxnSpPr>
          <p:nvPr/>
        </p:nvCxnSpPr>
        <p:spPr>
          <a:xfrm>
            <a:off x="1970469" y="4261287"/>
            <a:ext cx="1501214" cy="205855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graphicFrame>
        <p:nvGraphicFramePr>
          <p:cNvPr id="91" name="Table 90">
            <a:extLst>
              <a:ext uri="{FF2B5EF4-FFF2-40B4-BE49-F238E27FC236}">
                <a16:creationId xmlns:a16="http://schemas.microsoft.com/office/drawing/2014/main" id="{3CFB8AB4-FEFB-4A84-B384-AEC2F695BE45}"/>
              </a:ext>
            </a:extLst>
          </p:cNvPr>
          <p:cNvGraphicFramePr>
            <a:graphicFrameLocks noGrp="1"/>
          </p:cNvGraphicFramePr>
          <p:nvPr/>
        </p:nvGraphicFramePr>
        <p:xfrm>
          <a:off x="12188847" y="252569"/>
          <a:ext cx="3865996" cy="8887401"/>
        </p:xfrm>
        <a:graphic>
          <a:graphicData uri="http://schemas.openxmlformats.org/drawingml/2006/table">
            <a:tbl>
              <a:tblPr firstRow="1" bandRow="1">
                <a:tableStyleId>{5C22544A-7EE6-4342-B048-85BDC9FD1C3A}</a:tableStyleId>
              </a:tblPr>
              <a:tblGrid>
                <a:gridCol w="1996829">
                  <a:extLst>
                    <a:ext uri="{9D8B030D-6E8A-4147-A177-3AD203B41FA5}">
                      <a16:colId xmlns:a16="http://schemas.microsoft.com/office/drawing/2014/main" val="330647270"/>
                    </a:ext>
                  </a:extLst>
                </a:gridCol>
                <a:gridCol w="1869167">
                  <a:extLst>
                    <a:ext uri="{9D8B030D-6E8A-4147-A177-3AD203B41FA5}">
                      <a16:colId xmlns:a16="http://schemas.microsoft.com/office/drawing/2014/main" val="1448204881"/>
                    </a:ext>
                  </a:extLst>
                </a:gridCol>
              </a:tblGrid>
              <a:tr h="284958">
                <a:tc>
                  <a:txBody>
                    <a:bodyPr/>
                    <a:lstStyle/>
                    <a:p>
                      <a:r>
                        <a:rPr lang="nl-BE" sz="900" dirty="0"/>
                        <a:t>Assumpties voldaan</a:t>
                      </a:r>
                    </a:p>
                  </a:txBody>
                  <a:tcPr marL="95484" marR="95484" marT="47743" marB="47743"/>
                </a:tc>
                <a:tc>
                  <a:txBody>
                    <a:bodyPr/>
                    <a:lstStyle/>
                    <a:p>
                      <a:r>
                        <a:rPr lang="nl-BE" sz="900" dirty="0"/>
                        <a:t>Assumpties niet voldaan</a:t>
                      </a:r>
                    </a:p>
                  </a:txBody>
                  <a:tcPr marL="95484" marR="95484" marT="47743" marB="47743"/>
                </a:tc>
                <a:extLst>
                  <a:ext uri="{0D108BD9-81ED-4DB2-BD59-A6C34878D82A}">
                    <a16:rowId xmlns:a16="http://schemas.microsoft.com/office/drawing/2014/main" val="888959899"/>
                  </a:ext>
                </a:extLst>
              </a:tr>
              <a:tr h="560507">
                <a:tc>
                  <a:txBody>
                    <a:bodyPr/>
                    <a:lstStyle/>
                    <a:p>
                      <a:pPr marL="171450" indent="-171450">
                        <a:buFont typeface="Arial" panose="020B0604020202020204" pitchFamily="34" charset="0"/>
                        <a:buChar char="•"/>
                      </a:pPr>
                      <a:r>
                        <a:rPr lang="nl-BE" sz="900" dirty="0"/>
                        <a:t>Enkelvoudige lineaire regressie</a:t>
                      </a:r>
                    </a:p>
                    <a:p>
                      <a:pPr marL="171450" indent="-171450">
                        <a:buFont typeface="Arial" panose="020B0604020202020204" pitchFamily="34" charset="0"/>
                        <a:buChar char="•"/>
                      </a:pPr>
                      <a:r>
                        <a:rPr lang="nl-BE" sz="900" dirty="0"/>
                        <a:t>Pearson correlatietoets</a:t>
                      </a:r>
                    </a:p>
                  </a:txBody>
                  <a:tcPr marL="95484" marR="95484" marT="47743" marB="47743"/>
                </a:tc>
                <a:tc>
                  <a:txBody>
                    <a:bodyPr/>
                    <a:lstStyle/>
                    <a:p>
                      <a:pPr marL="171450" indent="-171450">
                        <a:buFont typeface="Arial" panose="020B0604020202020204" pitchFamily="34" charset="0"/>
                        <a:buChar char="•"/>
                      </a:pPr>
                      <a:r>
                        <a:rPr lang="nl-BE" sz="900" dirty="0"/>
                        <a:t>Bootstrap regressie</a:t>
                      </a:r>
                    </a:p>
                    <a:p>
                      <a:pPr marL="171450" indent="-171450">
                        <a:buFont typeface="Arial" panose="020B0604020202020204" pitchFamily="34" charset="0"/>
                        <a:buChar char="•"/>
                      </a:pPr>
                      <a:r>
                        <a:rPr lang="nl-BE" sz="900" dirty="0" err="1"/>
                        <a:t>Spearman</a:t>
                      </a:r>
                      <a:r>
                        <a:rPr lang="nl-BE" sz="900" dirty="0"/>
                        <a:t> rangcorrelatietoets</a:t>
                      </a:r>
                    </a:p>
                    <a:p>
                      <a:pPr marL="171450" indent="-171450">
                        <a:buFont typeface="Arial" panose="020B0604020202020204" pitchFamily="34" charset="0"/>
                        <a:buChar char="•"/>
                      </a:pPr>
                      <a:r>
                        <a:rPr lang="nl-BE" sz="900" dirty="0" err="1"/>
                        <a:t>Kendall’s</a:t>
                      </a:r>
                      <a:r>
                        <a:rPr lang="nl-BE" sz="900" dirty="0"/>
                        <a:t> </a:t>
                      </a:r>
                      <a:r>
                        <a:rPr lang="nl-BE" sz="900" dirty="0" err="1"/>
                        <a:t>Tau</a:t>
                      </a:r>
                      <a:r>
                        <a:rPr lang="nl-BE" sz="900" dirty="0"/>
                        <a:t> correlatietoets</a:t>
                      </a:r>
                    </a:p>
                  </a:txBody>
                  <a:tcPr marL="95484" marR="95484" marT="47743" marB="47743"/>
                </a:tc>
                <a:extLst>
                  <a:ext uri="{0D108BD9-81ED-4DB2-BD59-A6C34878D82A}">
                    <a16:rowId xmlns:a16="http://schemas.microsoft.com/office/drawing/2014/main" val="2977589819"/>
                  </a:ext>
                </a:extLst>
              </a:tr>
              <a:tr h="388340">
                <a:tc>
                  <a:txBody>
                    <a:bodyPr/>
                    <a:lstStyle/>
                    <a:p>
                      <a:pPr marL="171450" indent="-171450">
                        <a:buFont typeface="Arial" panose="020B0604020202020204" pitchFamily="34" charset="0"/>
                        <a:buChar char="•"/>
                      </a:pPr>
                      <a:r>
                        <a:rPr lang="nl-BE" sz="900" dirty="0"/>
                        <a:t>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Wilcoxon rangtekentoets</a:t>
                      </a:r>
                    </a:p>
                  </a:txBody>
                  <a:tcPr marL="95484" marR="95484" marT="47743" marB="47743"/>
                </a:tc>
                <a:extLst>
                  <a:ext uri="{0D108BD9-81ED-4DB2-BD59-A6C34878D82A}">
                    <a16:rowId xmlns:a16="http://schemas.microsoft.com/office/drawing/2014/main" val="1954769090"/>
                  </a:ext>
                </a:extLst>
              </a:tr>
              <a:tr h="388340">
                <a:tc>
                  <a:txBody>
                    <a:bodyPr/>
                    <a:lstStyle/>
                    <a:p>
                      <a:pPr marL="171450" indent="-171450">
                        <a:buFont typeface="Arial" panose="020B0604020202020204" pitchFamily="34" charset="0"/>
                        <a:buChar char="•"/>
                      </a:pPr>
                      <a:r>
                        <a:rPr lang="nl-BE" sz="900" dirty="0"/>
                        <a:t>Onafhankelijke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Mann-</a:t>
                      </a:r>
                      <a:r>
                        <a:rPr lang="nl-BE" sz="900" dirty="0" err="1"/>
                        <a:t>Whitney</a:t>
                      </a:r>
                      <a:r>
                        <a:rPr lang="nl-BE" sz="900" dirty="0"/>
                        <a:t> toets</a:t>
                      </a:r>
                    </a:p>
                  </a:txBody>
                  <a:tcPr marL="95484" marR="95484" marT="47743" marB="47743"/>
                </a:tc>
                <a:extLst>
                  <a:ext uri="{0D108BD9-81ED-4DB2-BD59-A6C34878D82A}">
                    <a16:rowId xmlns:a16="http://schemas.microsoft.com/office/drawing/2014/main" val="2173673390"/>
                  </a:ext>
                </a:extLst>
              </a:tr>
              <a:tr h="388340">
                <a:tc>
                  <a:txBody>
                    <a:bodyPr/>
                    <a:lstStyle/>
                    <a:p>
                      <a:pPr marL="171450" indent="-171450">
                        <a:buFont typeface="Arial" panose="020B0604020202020204" pitchFamily="34" charset="0"/>
                        <a:buChar char="•"/>
                      </a:pPr>
                      <a:r>
                        <a:rPr lang="nl-BE" sz="900" dirty="0"/>
                        <a:t>One-way repeated measures ANOVA</a:t>
                      </a:r>
                    </a:p>
                  </a:txBody>
                  <a:tcPr marL="95484" marR="95484" marT="47743" marB="47743"/>
                </a:tc>
                <a:tc>
                  <a:txBody>
                    <a:bodyPr/>
                    <a:lstStyle/>
                    <a:p>
                      <a:pPr marL="171450" indent="-171450">
                        <a:buFont typeface="Arial" panose="020B0604020202020204" pitchFamily="34" charset="0"/>
                        <a:buChar char="•"/>
                      </a:pPr>
                      <a:r>
                        <a:rPr lang="nl-BE" sz="900" dirty="0"/>
                        <a:t>Friedman toets</a:t>
                      </a:r>
                    </a:p>
                  </a:txBody>
                  <a:tcPr marL="95484" marR="95484" marT="47743" marB="47743"/>
                </a:tc>
                <a:extLst>
                  <a:ext uri="{0D108BD9-81ED-4DB2-BD59-A6C34878D82A}">
                    <a16:rowId xmlns:a16="http://schemas.microsoft.com/office/drawing/2014/main" val="130149893"/>
                  </a:ext>
                </a:extLst>
              </a:tr>
              <a:tr h="388340">
                <a:tc>
                  <a:txBody>
                    <a:bodyPr/>
                    <a:lstStyle/>
                    <a:p>
                      <a:pPr marL="171450" indent="-171450">
                        <a:buFont typeface="Arial" panose="020B0604020202020204" pitchFamily="34" charset="0"/>
                        <a:buChar char="•"/>
                      </a:pPr>
                      <a:r>
                        <a:rPr lang="nl-BE" sz="900" dirty="0"/>
                        <a:t>One-way independent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Kruskal</a:t>
                      </a:r>
                      <a:r>
                        <a:rPr lang="nl-BE" sz="900" dirty="0"/>
                        <a:t>-Wallis toets</a:t>
                      </a:r>
                    </a:p>
                  </a:txBody>
                  <a:tcPr marL="95484" marR="95484" marT="47743" marB="47743"/>
                </a:tc>
                <a:extLst>
                  <a:ext uri="{0D108BD9-81ED-4DB2-BD59-A6C34878D82A}">
                    <a16:rowId xmlns:a16="http://schemas.microsoft.com/office/drawing/2014/main" val="2117315973"/>
                  </a:ext>
                </a:extLst>
              </a:tr>
              <a:tr h="386671">
                <a:tc>
                  <a:txBody>
                    <a:bodyPr/>
                    <a:lstStyle/>
                    <a:p>
                      <a:pPr marL="171450" indent="-171450">
                        <a:buFont typeface="Arial" panose="020B0604020202020204" pitchFamily="34" charset="0"/>
                        <a:buChar char="•"/>
                      </a:pPr>
                      <a:r>
                        <a:rPr lang="nl-BE" sz="900" dirty="0"/>
                        <a:t>Meervoudige lineaire regressie</a:t>
                      </a:r>
                    </a:p>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Partiële correlatietoets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2174757889"/>
                  </a:ext>
                </a:extLst>
              </a:tr>
              <a:tr h="388340">
                <a:tc>
                  <a:txBody>
                    <a:bodyPr/>
                    <a:lstStyle/>
                    <a:p>
                      <a:pPr marL="171450" indent="-171450">
                        <a:buFont typeface="Arial" panose="020B0604020202020204" pitchFamily="34" charset="0"/>
                        <a:buChar char="•"/>
                      </a:pPr>
                      <a:r>
                        <a:rPr lang="nl-BE" sz="900" dirty="0"/>
                        <a:t>Factorial repeated measures ANOVA</a:t>
                      </a:r>
                      <a:endParaRPr lang="nl-BE" sz="900" dirty="0">
                        <a:solidFill>
                          <a:schemeClr val="tx1"/>
                        </a:solidFill>
                      </a:endParaRPr>
                    </a:p>
                  </a:txBody>
                  <a:tcPr marL="95484" marR="95484" marT="47743" marB="47743"/>
                </a:tc>
                <a:tc>
                  <a:txBody>
                    <a:bodyPr/>
                    <a:lstStyle/>
                    <a:p>
                      <a:pPr marL="0" indent="0">
                        <a:buFont typeface="Arial" panose="020B0604020202020204" pitchFamily="34" charset="0"/>
                        <a:buNone/>
                      </a:pPr>
                      <a:endParaRPr lang="nl-BE" sz="900" dirty="0"/>
                    </a:p>
                  </a:txBody>
                  <a:tcPr marL="95484" marR="95484" marT="47743" marB="47743"/>
                </a:tc>
                <a:extLst>
                  <a:ext uri="{0D108BD9-81ED-4DB2-BD59-A6C34878D82A}">
                    <a16:rowId xmlns:a16="http://schemas.microsoft.com/office/drawing/2014/main" val="1728751502"/>
                  </a:ext>
                </a:extLst>
              </a:tr>
              <a:tr h="397423">
                <a:tc>
                  <a:txBody>
                    <a:bodyPr/>
                    <a:lstStyle/>
                    <a:p>
                      <a:pPr marL="171450" indent="-171450">
                        <a:buFont typeface="Arial" panose="020B0604020202020204" pitchFamily="34" charset="0"/>
                        <a:buChar char="•"/>
                      </a:pPr>
                      <a:r>
                        <a:rPr lang="nl-BE" sz="900" dirty="0" err="1"/>
                        <a:t>Two</a:t>
                      </a:r>
                      <a:r>
                        <a:rPr lang="nl-BE" sz="900" dirty="0"/>
                        <a:t>-way mixed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942875459"/>
                  </a:ext>
                </a:extLst>
              </a:tr>
              <a:tr h="460435">
                <a:tc>
                  <a:txBody>
                    <a:bodyPr/>
                    <a:lstStyle/>
                    <a:p>
                      <a:pPr marL="171450" indent="-171450">
                        <a:buFont typeface="Arial" panose="020B0604020202020204" pitchFamily="34" charset="0"/>
                        <a:buChar char="•"/>
                      </a:pPr>
                      <a:r>
                        <a:rPr lang="nl-BE" sz="900" dirty="0"/>
                        <a:t>Factorial independent ANOVA</a:t>
                      </a:r>
                    </a:p>
                    <a:p>
                      <a:pPr marL="171450" indent="-171450">
                        <a:buFont typeface="Arial" panose="020B0604020202020204" pitchFamily="34" charset="0"/>
                        <a:buChar char="•"/>
                      </a:pPr>
                      <a:r>
                        <a:rPr lang="nl-BE" sz="900" dirty="0"/>
                        <a:t>Meervoudige lineaire regressie</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1610346840"/>
                  </a:ext>
                </a:extLst>
              </a:tr>
              <a:tr h="388340">
                <a:tc>
                  <a:txBody>
                    <a:bodyPr/>
                    <a:lstStyle/>
                    <a:p>
                      <a:pPr marL="171450" indent="-171450">
                        <a:buFont typeface="Arial" panose="020B0604020202020204" pitchFamily="34" charset="0"/>
                        <a:buChar char="•"/>
                      </a:pPr>
                      <a:r>
                        <a:rPr lang="nl-BE" sz="900" dirty="0"/>
                        <a:t>Meervoudige lineaire regressie</a:t>
                      </a:r>
                    </a:p>
                    <a:p>
                      <a:pPr marL="171450" indent="-171450">
                        <a:buFont typeface="Arial" panose="020B0604020202020204" pitchFamily="34" charset="0"/>
                        <a:buChar char="•"/>
                      </a:pPr>
                      <a:r>
                        <a:rPr lang="nl-BE" sz="900" dirty="0"/>
                        <a:t>ANCOVA</a:t>
                      </a:r>
                      <a:endParaRPr lang="nl-BE" sz="900" dirty="0">
                        <a:solidFill>
                          <a:schemeClr val="tx1"/>
                        </a:solidFill>
                      </a:endParaRPr>
                    </a:p>
                  </a:txBody>
                  <a:tcPr marL="95484" marR="95484" marT="47743" marB="47743"/>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Bootstrapped</a:t>
                      </a:r>
                      <a:r>
                        <a:rPr lang="nl-BE" sz="900" dirty="0"/>
                        <a:t> regressie</a:t>
                      </a:r>
                    </a:p>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849837734"/>
                  </a:ext>
                </a:extLst>
              </a:tr>
              <a:tr h="383583">
                <a:tc>
                  <a:txBody>
                    <a:bodyPr/>
                    <a:lstStyle/>
                    <a:p>
                      <a:pPr marL="171450" indent="-171450">
                        <a:buFont typeface="Arial" panose="020B0604020202020204" pitchFamily="34" charset="0"/>
                        <a:buChar char="•"/>
                      </a:pPr>
                      <a:r>
                        <a:rPr lang="nl-BE" sz="900" dirty="0"/>
                        <a:t>Logistische regressie</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Kendall’s</a:t>
                      </a:r>
                      <a:r>
                        <a:rPr lang="nl-BE" sz="900" dirty="0"/>
                        <a:t> </a:t>
                      </a:r>
                      <a:r>
                        <a:rPr lang="nl-BE" sz="900" dirty="0" err="1"/>
                        <a:t>Tau</a:t>
                      </a:r>
                      <a:r>
                        <a:rPr lang="nl-BE" sz="900" dirty="0"/>
                        <a:t> correlatietoets</a:t>
                      </a:r>
                    </a:p>
                    <a:p>
                      <a:endParaRPr lang="nl-BE" sz="900" dirty="0"/>
                    </a:p>
                  </a:txBody>
                  <a:tcPr marL="95484" marR="95484" marT="47743" marB="47743"/>
                </a:tc>
                <a:extLst>
                  <a:ext uri="{0D108BD9-81ED-4DB2-BD59-A6C34878D82A}">
                    <a16:rowId xmlns:a16="http://schemas.microsoft.com/office/drawing/2014/main" val="669987252"/>
                  </a:ext>
                </a:extLst>
              </a:tr>
              <a:tr h="388340">
                <a:tc>
                  <a:txBody>
                    <a:bodyPr/>
                    <a:lstStyle/>
                    <a:p>
                      <a:pPr marL="171450" indent="-171450">
                        <a:buFont typeface="Arial" panose="020B0604020202020204" pitchFamily="34" charset="0"/>
                        <a:buChar char="•"/>
                      </a:pPr>
                      <a:r>
                        <a:rPr lang="nl-BE" sz="900" dirty="0"/>
                        <a:t>Mc </a:t>
                      </a:r>
                      <a:r>
                        <a:rPr lang="nl-BE" sz="900" dirty="0" err="1"/>
                        <a:t>Nemar‘s</a:t>
                      </a:r>
                      <a:r>
                        <a:rPr lang="nl-BE" sz="900" dirty="0"/>
                        <a:t> toets (2 = groepen)</a:t>
                      </a:r>
                    </a:p>
                    <a:p>
                      <a:pPr marL="171450" indent="-171450">
                        <a:buFont typeface="Arial" panose="020B0604020202020204" pitchFamily="34" charset="0"/>
                        <a:buChar char="•"/>
                      </a:pPr>
                      <a:r>
                        <a:rPr lang="nl-BE" sz="900" dirty="0" err="1"/>
                        <a:t>Cochran’s</a:t>
                      </a:r>
                      <a:r>
                        <a:rPr lang="nl-BE" sz="900" dirty="0"/>
                        <a:t> Q ( &gt;2 = groepen)</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453719200"/>
                  </a:ext>
                </a:extLst>
              </a:tr>
              <a:tr h="315005">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Chi-kwadraat 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Fisher’s</a:t>
                      </a:r>
                      <a:r>
                        <a:rPr lang="nl-BE" sz="900" dirty="0"/>
                        <a:t> Exact toets</a:t>
                      </a:r>
                    </a:p>
                  </a:txBody>
                  <a:tcPr marL="95484" marR="95484" marT="47743" marB="47743"/>
                </a:tc>
                <a:extLst>
                  <a:ext uri="{0D108BD9-81ED-4DB2-BD59-A6C34878D82A}">
                    <a16:rowId xmlns:a16="http://schemas.microsoft.com/office/drawing/2014/main" val="3143618597"/>
                  </a:ext>
                </a:extLst>
              </a:tr>
              <a:tr h="295752">
                <a:tc>
                  <a:txBody>
                    <a:bodyPr/>
                    <a:lstStyle/>
                    <a:p>
                      <a:pPr marL="171450" indent="-171450">
                        <a:buFont typeface="Arial" panose="020B0604020202020204" pitchFamily="34" charset="0"/>
                        <a:buChar char="•"/>
                      </a:pPr>
                      <a:r>
                        <a:rPr lang="nl-BE" sz="900" dirty="0"/>
                        <a:t>Wilcoxon rangtekentoets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2810806693"/>
                  </a:ext>
                </a:extLst>
              </a:tr>
              <a:tr h="353076">
                <a:tc>
                  <a:txBody>
                    <a:bodyPr/>
                    <a:lstStyle/>
                    <a:p>
                      <a:pPr marL="171450" indent="-171450">
                        <a:buFont typeface="Arial" panose="020B0604020202020204" pitchFamily="34" charset="0"/>
                        <a:buChar char="•"/>
                      </a:pPr>
                      <a:r>
                        <a:rPr lang="nl-BE" sz="900" dirty="0"/>
                        <a:t>Mann-</a:t>
                      </a:r>
                      <a:r>
                        <a:rPr lang="nl-BE" sz="900" dirty="0" err="1"/>
                        <a:t>Whitney</a:t>
                      </a:r>
                      <a:r>
                        <a:rPr lang="nl-BE" sz="900" dirty="0"/>
                        <a:t> toets </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541950377"/>
                  </a:ext>
                </a:extLst>
              </a:tr>
              <a:tr h="295752">
                <a:tc>
                  <a:txBody>
                    <a:bodyPr/>
                    <a:lstStyle/>
                    <a:p>
                      <a:pPr marL="171450" indent="-171450">
                        <a:buFont typeface="Arial" panose="020B0604020202020204" pitchFamily="34" charset="0"/>
                        <a:buChar char="•"/>
                      </a:pPr>
                      <a:r>
                        <a:rPr lang="nl-BE" sz="900" dirty="0"/>
                        <a:t>Friedman 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20669499"/>
                  </a:ext>
                </a:extLst>
              </a:tr>
              <a:tr h="383583">
                <a:tc>
                  <a:txBody>
                    <a:bodyPr/>
                    <a:lstStyle/>
                    <a:p>
                      <a:pPr marL="171450" indent="-171450">
                        <a:buFont typeface="Arial" panose="020B0604020202020204" pitchFamily="34" charset="0"/>
                        <a:buChar char="•"/>
                      </a:pPr>
                      <a:r>
                        <a:rPr lang="nl-BE" sz="900" dirty="0" err="1"/>
                        <a:t>Kruskal</a:t>
                      </a:r>
                      <a:r>
                        <a:rPr lang="nl-BE" sz="900" dirty="0"/>
                        <a:t>-Wallis toets </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503519648"/>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905367483"/>
                  </a:ext>
                </a:extLst>
              </a:tr>
              <a:tr h="295752">
                <a:tc>
                  <a:txBody>
                    <a:bodyPr/>
                    <a:lstStyle/>
                    <a:p>
                      <a:pPr marL="171450" indent="-171450">
                        <a:buFont typeface="Arial" panose="020B0604020202020204" pitchFamily="34" charset="0"/>
                        <a:buChar char="•"/>
                      </a:pPr>
                      <a:r>
                        <a:rPr lang="nl-BE" sz="900" dirty="0"/>
                        <a:t>Loglineaire analyse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08130183"/>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441151215"/>
                  </a:ext>
                </a:extLst>
              </a:tr>
              <a:tr h="388340">
                <a:tc>
                  <a:txBody>
                    <a:bodyPr/>
                    <a:lstStyle/>
                    <a:p>
                      <a:pPr marL="171450" indent="-171450">
                        <a:buFont typeface="Arial" panose="020B0604020202020204" pitchFamily="34" charset="0"/>
                        <a:buChar char="•"/>
                      </a:pPr>
                      <a:r>
                        <a:rPr lang="nl-BE" sz="900" dirty="0"/>
                        <a:t>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3003505826"/>
                  </a:ext>
                </a:extLst>
              </a:tr>
              <a:tr h="388340">
                <a:tc>
                  <a:txBody>
                    <a:bodyPr/>
                    <a:lstStyle/>
                    <a:p>
                      <a:pPr marL="171450" indent="-171450">
                        <a:buFont typeface="Arial" panose="020B0604020202020204" pitchFamily="34" charset="0"/>
                        <a:buChar char="•"/>
                      </a:pPr>
                      <a:r>
                        <a:rPr lang="nl-BE" sz="900" dirty="0"/>
                        <a:t>Factorial 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1426545209"/>
                  </a:ext>
                </a:extLst>
              </a:tr>
              <a:tr h="388340">
                <a:tc>
                  <a:txBody>
                    <a:bodyPr/>
                    <a:lstStyle/>
                    <a:p>
                      <a:pPr marL="171450" indent="-171450">
                        <a:buFont typeface="Arial" panose="020B0604020202020204" pitchFamily="34" charset="0"/>
                        <a:buChar char="•"/>
                      </a:pPr>
                      <a:r>
                        <a:rPr lang="nl-BE" sz="900" dirty="0"/>
                        <a:t>MANCOVA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24420842"/>
                  </a:ext>
                </a:extLst>
              </a:tr>
            </a:tbl>
          </a:graphicData>
        </a:graphic>
      </p:graphicFrame>
      <p:sp>
        <p:nvSpPr>
          <p:cNvPr id="92" name="Rectangle 91">
            <a:extLst>
              <a:ext uri="{FF2B5EF4-FFF2-40B4-BE49-F238E27FC236}">
                <a16:creationId xmlns:a16="http://schemas.microsoft.com/office/drawing/2014/main" id="{838DDEF0-43B8-4A92-A651-844BAF4F6F44}"/>
              </a:ext>
            </a:extLst>
          </p:cNvPr>
          <p:cNvSpPr/>
          <p:nvPr/>
        </p:nvSpPr>
        <p:spPr>
          <a:xfrm>
            <a:off x="5992862" y="430598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cxnSp>
        <p:nvCxnSpPr>
          <p:cNvPr id="93" name="Straight Arrow Connector 92">
            <a:extLst>
              <a:ext uri="{FF2B5EF4-FFF2-40B4-BE49-F238E27FC236}">
                <a16:creationId xmlns:a16="http://schemas.microsoft.com/office/drawing/2014/main" id="{D87290EF-50FC-4CE6-BABA-BF2AEC1D09AD}"/>
              </a:ext>
            </a:extLst>
          </p:cNvPr>
          <p:cNvCxnSpPr>
            <a:cxnSpLocks/>
            <a:stCxn id="23" idx="3"/>
            <a:endCxn id="92" idx="1"/>
          </p:cNvCxnSpPr>
          <p:nvPr/>
        </p:nvCxnSpPr>
        <p:spPr>
          <a:xfrm>
            <a:off x="5455978" y="3625021"/>
            <a:ext cx="536883" cy="8082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94" name="Straight Arrow Connector 93">
            <a:extLst>
              <a:ext uri="{FF2B5EF4-FFF2-40B4-BE49-F238E27FC236}">
                <a16:creationId xmlns:a16="http://schemas.microsoft.com/office/drawing/2014/main" id="{32A7FE00-92F1-42F4-9CA6-2D7D54210A65}"/>
              </a:ext>
            </a:extLst>
          </p:cNvPr>
          <p:cNvCxnSpPr>
            <a:cxnSpLocks/>
            <a:stCxn id="52" idx="3"/>
          </p:cNvCxnSpPr>
          <p:nvPr/>
        </p:nvCxnSpPr>
        <p:spPr>
          <a:xfrm>
            <a:off x="6953694" y="4812564"/>
            <a:ext cx="5069406"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95" name="TextBox 94">
            <a:extLst>
              <a:ext uri="{FF2B5EF4-FFF2-40B4-BE49-F238E27FC236}">
                <a16:creationId xmlns:a16="http://schemas.microsoft.com/office/drawing/2014/main" id="{9D1263EB-098B-4F10-98A9-2D8F062F9BC0}"/>
              </a:ext>
            </a:extLst>
          </p:cNvPr>
          <p:cNvSpPr txBox="1"/>
          <p:nvPr/>
        </p:nvSpPr>
        <p:spPr>
          <a:xfrm>
            <a:off x="7412579" y="427984"/>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AV: nominaal of ordinaal?</a:t>
            </a:r>
          </a:p>
        </p:txBody>
      </p:sp>
      <p:sp>
        <p:nvSpPr>
          <p:cNvPr id="96" name="Rectangle 95">
            <a:extLst>
              <a:ext uri="{FF2B5EF4-FFF2-40B4-BE49-F238E27FC236}">
                <a16:creationId xmlns:a16="http://schemas.microsoft.com/office/drawing/2014/main" id="{D02737FE-3FD5-464C-BB3F-55B5B4DB6A72}"/>
              </a:ext>
            </a:extLst>
          </p:cNvPr>
          <p:cNvSpPr/>
          <p:nvPr/>
        </p:nvSpPr>
        <p:spPr>
          <a:xfrm>
            <a:off x="8988868" y="5930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a:t>
            </a:r>
          </a:p>
        </p:txBody>
      </p:sp>
      <p:sp>
        <p:nvSpPr>
          <p:cNvPr id="97" name="Rectangle 96">
            <a:extLst>
              <a:ext uri="{FF2B5EF4-FFF2-40B4-BE49-F238E27FC236}">
                <a16:creationId xmlns:a16="http://schemas.microsoft.com/office/drawing/2014/main" id="{381A3B0D-05E4-4495-90AB-1889489EB642}"/>
              </a:ext>
            </a:extLst>
          </p:cNvPr>
          <p:cNvSpPr/>
          <p:nvPr/>
        </p:nvSpPr>
        <p:spPr>
          <a:xfrm>
            <a:off x="8996465" y="65744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Meer dan 2</a:t>
            </a:r>
          </a:p>
        </p:txBody>
      </p:sp>
      <p:sp>
        <p:nvSpPr>
          <p:cNvPr id="98" name="Rectangle 97">
            <a:extLst>
              <a:ext uri="{FF2B5EF4-FFF2-40B4-BE49-F238E27FC236}">
                <a16:creationId xmlns:a16="http://schemas.microsoft.com/office/drawing/2014/main" id="{32A75EBA-D1CB-451D-85AE-E6E9C62FF447}"/>
              </a:ext>
            </a:extLst>
          </p:cNvPr>
          <p:cNvSpPr/>
          <p:nvPr/>
        </p:nvSpPr>
        <p:spPr>
          <a:xfrm>
            <a:off x="10656602" y="576406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99" name="Rectangle 98">
            <a:extLst>
              <a:ext uri="{FF2B5EF4-FFF2-40B4-BE49-F238E27FC236}">
                <a16:creationId xmlns:a16="http://schemas.microsoft.com/office/drawing/2014/main" id="{6C5A23B2-C377-4688-A096-FFAB11DD4FAA}"/>
              </a:ext>
            </a:extLst>
          </p:cNvPr>
          <p:cNvSpPr/>
          <p:nvPr/>
        </p:nvSpPr>
        <p:spPr>
          <a:xfrm>
            <a:off x="10656602" y="608957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100" name="Rectangle 99">
            <a:extLst>
              <a:ext uri="{FF2B5EF4-FFF2-40B4-BE49-F238E27FC236}">
                <a16:creationId xmlns:a16="http://schemas.microsoft.com/office/drawing/2014/main" id="{4C9A50EC-A00D-474D-A161-D9DB6AEAD1D1}"/>
              </a:ext>
            </a:extLst>
          </p:cNvPr>
          <p:cNvSpPr/>
          <p:nvPr/>
        </p:nvSpPr>
        <p:spPr>
          <a:xfrm>
            <a:off x="10659426" y="64219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101" name="Rectangle 100">
            <a:extLst>
              <a:ext uri="{FF2B5EF4-FFF2-40B4-BE49-F238E27FC236}">
                <a16:creationId xmlns:a16="http://schemas.microsoft.com/office/drawing/2014/main" id="{F65C5E7C-0172-4DA5-8502-7F770DEE2B7D}"/>
              </a:ext>
            </a:extLst>
          </p:cNvPr>
          <p:cNvSpPr/>
          <p:nvPr/>
        </p:nvSpPr>
        <p:spPr>
          <a:xfrm>
            <a:off x="10649287" y="672875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102" name="Straight Arrow Connector 101">
            <a:extLst>
              <a:ext uri="{FF2B5EF4-FFF2-40B4-BE49-F238E27FC236}">
                <a16:creationId xmlns:a16="http://schemas.microsoft.com/office/drawing/2014/main" id="{591D1ACD-1AB5-408A-A603-BFACEE53FBEE}"/>
              </a:ext>
            </a:extLst>
          </p:cNvPr>
          <p:cNvCxnSpPr>
            <a:cxnSpLocks/>
            <a:stCxn id="96" idx="3"/>
            <a:endCxn id="98" idx="1"/>
          </p:cNvCxnSpPr>
          <p:nvPr/>
        </p:nvCxnSpPr>
        <p:spPr>
          <a:xfrm flipV="1">
            <a:off x="9941649" y="5891374"/>
            <a:ext cx="714953" cy="16615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3" name="Straight Arrow Connector 102">
            <a:extLst>
              <a:ext uri="{FF2B5EF4-FFF2-40B4-BE49-F238E27FC236}">
                <a16:creationId xmlns:a16="http://schemas.microsoft.com/office/drawing/2014/main" id="{BF882E85-60E5-4AE3-A75B-1E7840A0F402}"/>
              </a:ext>
            </a:extLst>
          </p:cNvPr>
          <p:cNvCxnSpPr>
            <a:cxnSpLocks/>
            <a:stCxn id="96" idx="3"/>
            <a:endCxn id="99" idx="1"/>
          </p:cNvCxnSpPr>
          <p:nvPr/>
        </p:nvCxnSpPr>
        <p:spPr>
          <a:xfrm>
            <a:off x="9941649" y="6057533"/>
            <a:ext cx="714953" cy="15935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4" name="Straight Arrow Connector 103">
            <a:extLst>
              <a:ext uri="{FF2B5EF4-FFF2-40B4-BE49-F238E27FC236}">
                <a16:creationId xmlns:a16="http://schemas.microsoft.com/office/drawing/2014/main" id="{CBAA9CD0-EFE9-4867-8E95-EABC30B398E8}"/>
              </a:ext>
            </a:extLst>
          </p:cNvPr>
          <p:cNvCxnSpPr>
            <a:cxnSpLocks/>
            <a:stCxn id="97" idx="3"/>
            <a:endCxn id="100" idx="1"/>
          </p:cNvCxnSpPr>
          <p:nvPr/>
        </p:nvCxnSpPr>
        <p:spPr>
          <a:xfrm flipV="1">
            <a:off x="9949246" y="6549244"/>
            <a:ext cx="710180" cy="15252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5" name="Straight Arrow Connector 104">
            <a:extLst>
              <a:ext uri="{FF2B5EF4-FFF2-40B4-BE49-F238E27FC236}">
                <a16:creationId xmlns:a16="http://schemas.microsoft.com/office/drawing/2014/main" id="{D7B02C01-3CC8-4D08-BC82-93586A324D82}"/>
              </a:ext>
            </a:extLst>
          </p:cNvPr>
          <p:cNvCxnSpPr>
            <a:cxnSpLocks/>
            <a:stCxn id="97" idx="3"/>
            <a:endCxn id="101" idx="1"/>
          </p:cNvCxnSpPr>
          <p:nvPr/>
        </p:nvCxnSpPr>
        <p:spPr>
          <a:xfrm>
            <a:off x="9949246" y="6701772"/>
            <a:ext cx="700041" cy="15429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6" name="Straight Arrow Connector 105">
            <a:extLst>
              <a:ext uri="{FF2B5EF4-FFF2-40B4-BE49-F238E27FC236}">
                <a16:creationId xmlns:a16="http://schemas.microsoft.com/office/drawing/2014/main" id="{1FD3AA2F-5E77-4ADC-8CBA-296B56C6A5F3}"/>
              </a:ext>
            </a:extLst>
          </p:cNvPr>
          <p:cNvCxnSpPr>
            <a:cxnSpLocks/>
            <a:stCxn id="98" idx="3"/>
          </p:cNvCxnSpPr>
          <p:nvPr/>
        </p:nvCxnSpPr>
        <p:spPr>
          <a:xfrm>
            <a:off x="11609385" y="5891374"/>
            <a:ext cx="567191"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7" name="Straight Arrow Connector 106">
            <a:extLst>
              <a:ext uri="{FF2B5EF4-FFF2-40B4-BE49-F238E27FC236}">
                <a16:creationId xmlns:a16="http://schemas.microsoft.com/office/drawing/2014/main" id="{8937E4BE-E114-401B-B906-91B001D7D680}"/>
              </a:ext>
            </a:extLst>
          </p:cNvPr>
          <p:cNvCxnSpPr>
            <a:cxnSpLocks/>
            <a:stCxn id="99" idx="3"/>
          </p:cNvCxnSpPr>
          <p:nvPr/>
        </p:nvCxnSpPr>
        <p:spPr>
          <a:xfrm flipV="1">
            <a:off x="11609384" y="6215662"/>
            <a:ext cx="566381" cy="122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8" name="Straight Arrow Connector 107">
            <a:extLst>
              <a:ext uri="{FF2B5EF4-FFF2-40B4-BE49-F238E27FC236}">
                <a16:creationId xmlns:a16="http://schemas.microsoft.com/office/drawing/2014/main" id="{0929AD6F-73C6-4174-91CB-489055F92111}"/>
              </a:ext>
            </a:extLst>
          </p:cNvPr>
          <p:cNvCxnSpPr>
            <a:cxnSpLocks/>
            <a:stCxn id="100" idx="3"/>
          </p:cNvCxnSpPr>
          <p:nvPr/>
        </p:nvCxnSpPr>
        <p:spPr>
          <a:xfrm>
            <a:off x="11612208" y="6549245"/>
            <a:ext cx="575563"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9" name="Straight Arrow Connector 108">
            <a:extLst>
              <a:ext uri="{FF2B5EF4-FFF2-40B4-BE49-F238E27FC236}">
                <a16:creationId xmlns:a16="http://schemas.microsoft.com/office/drawing/2014/main" id="{17EDA111-5521-4B20-8B2C-C0AA4D7727B4}"/>
              </a:ext>
            </a:extLst>
          </p:cNvPr>
          <p:cNvCxnSpPr>
            <a:cxnSpLocks/>
            <a:stCxn id="101" idx="3"/>
          </p:cNvCxnSpPr>
          <p:nvPr/>
        </p:nvCxnSpPr>
        <p:spPr>
          <a:xfrm flipV="1">
            <a:off x="11602068" y="6856068"/>
            <a:ext cx="579464"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10" name="Rectangle 109">
            <a:extLst>
              <a:ext uri="{FF2B5EF4-FFF2-40B4-BE49-F238E27FC236}">
                <a16:creationId xmlns:a16="http://schemas.microsoft.com/office/drawing/2014/main" id="{ACE68A54-568D-4B4F-BA14-D3767B116102}"/>
              </a:ext>
            </a:extLst>
          </p:cNvPr>
          <p:cNvSpPr/>
          <p:nvPr/>
        </p:nvSpPr>
        <p:spPr>
          <a:xfrm>
            <a:off x="7507507" y="523642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Nominaal</a:t>
            </a:r>
          </a:p>
        </p:txBody>
      </p:sp>
      <p:sp>
        <p:nvSpPr>
          <p:cNvPr id="111" name="Rectangle 110">
            <a:extLst>
              <a:ext uri="{FF2B5EF4-FFF2-40B4-BE49-F238E27FC236}">
                <a16:creationId xmlns:a16="http://schemas.microsoft.com/office/drawing/2014/main" id="{646262F7-32A7-4363-8867-A13C455DB1D1}"/>
              </a:ext>
            </a:extLst>
          </p:cNvPr>
          <p:cNvSpPr/>
          <p:nvPr/>
        </p:nvSpPr>
        <p:spPr>
          <a:xfrm>
            <a:off x="7520143" y="62691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Ordinaal</a:t>
            </a:r>
          </a:p>
        </p:txBody>
      </p:sp>
      <p:cxnSp>
        <p:nvCxnSpPr>
          <p:cNvPr id="112" name="Straight Arrow Connector 111">
            <a:extLst>
              <a:ext uri="{FF2B5EF4-FFF2-40B4-BE49-F238E27FC236}">
                <a16:creationId xmlns:a16="http://schemas.microsoft.com/office/drawing/2014/main" id="{B9C206CA-E8BA-4BA8-9B14-782B792B3105}"/>
              </a:ext>
            </a:extLst>
          </p:cNvPr>
          <p:cNvCxnSpPr>
            <a:cxnSpLocks/>
            <a:stCxn id="53" idx="3"/>
            <a:endCxn id="110" idx="1"/>
          </p:cNvCxnSpPr>
          <p:nvPr/>
        </p:nvCxnSpPr>
        <p:spPr>
          <a:xfrm flipV="1">
            <a:off x="6945643" y="5363735"/>
            <a:ext cx="561863" cy="522607"/>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113" name="Straight Arrow Connector 112">
            <a:extLst>
              <a:ext uri="{FF2B5EF4-FFF2-40B4-BE49-F238E27FC236}">
                <a16:creationId xmlns:a16="http://schemas.microsoft.com/office/drawing/2014/main" id="{1DEB3FDA-3EAA-43F5-86BA-2EF5345CE4EE}"/>
              </a:ext>
            </a:extLst>
          </p:cNvPr>
          <p:cNvCxnSpPr>
            <a:cxnSpLocks/>
            <a:stCxn id="53" idx="3"/>
            <a:endCxn id="111" idx="1"/>
          </p:cNvCxnSpPr>
          <p:nvPr/>
        </p:nvCxnSpPr>
        <p:spPr>
          <a:xfrm>
            <a:off x="6945643" y="5886342"/>
            <a:ext cx="574499" cy="51014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4" name="Straight Arrow Connector 113">
            <a:extLst>
              <a:ext uri="{FF2B5EF4-FFF2-40B4-BE49-F238E27FC236}">
                <a16:creationId xmlns:a16="http://schemas.microsoft.com/office/drawing/2014/main" id="{F7BC28EB-7802-4243-984E-D9BA15170706}"/>
              </a:ext>
            </a:extLst>
          </p:cNvPr>
          <p:cNvCxnSpPr>
            <a:cxnSpLocks/>
            <a:stCxn id="110" idx="3"/>
            <a:endCxn id="133" idx="1"/>
          </p:cNvCxnSpPr>
          <p:nvPr/>
        </p:nvCxnSpPr>
        <p:spPr>
          <a:xfrm flipV="1">
            <a:off x="8460288" y="5198176"/>
            <a:ext cx="2204364" cy="16556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5" name="Straight Arrow Connector 114">
            <a:extLst>
              <a:ext uri="{FF2B5EF4-FFF2-40B4-BE49-F238E27FC236}">
                <a16:creationId xmlns:a16="http://schemas.microsoft.com/office/drawing/2014/main" id="{EFDAB80B-EC43-4EE1-A264-67B7A4426992}"/>
              </a:ext>
            </a:extLst>
          </p:cNvPr>
          <p:cNvCxnSpPr>
            <a:cxnSpLocks/>
            <a:stCxn id="111" idx="3"/>
            <a:endCxn id="96" idx="1"/>
          </p:cNvCxnSpPr>
          <p:nvPr/>
        </p:nvCxnSpPr>
        <p:spPr>
          <a:xfrm flipV="1">
            <a:off x="8472924" y="6057533"/>
            <a:ext cx="515944" cy="3389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6" name="Straight Arrow Connector 115">
            <a:extLst>
              <a:ext uri="{FF2B5EF4-FFF2-40B4-BE49-F238E27FC236}">
                <a16:creationId xmlns:a16="http://schemas.microsoft.com/office/drawing/2014/main" id="{A8DAAF80-0101-45A1-BD8D-93742278F755}"/>
              </a:ext>
            </a:extLst>
          </p:cNvPr>
          <p:cNvCxnSpPr>
            <a:cxnSpLocks/>
            <a:stCxn id="111" idx="3"/>
            <a:endCxn id="97" idx="1"/>
          </p:cNvCxnSpPr>
          <p:nvPr/>
        </p:nvCxnSpPr>
        <p:spPr>
          <a:xfrm>
            <a:off x="8472924" y="6396488"/>
            <a:ext cx="523540" cy="30528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3" name="Rectangle 132">
            <a:extLst>
              <a:ext uri="{FF2B5EF4-FFF2-40B4-BE49-F238E27FC236}">
                <a16:creationId xmlns:a16="http://schemas.microsoft.com/office/drawing/2014/main" id="{ABDFDD3A-FD55-4AD8-A07C-D32031676684}"/>
              </a:ext>
            </a:extLst>
          </p:cNvPr>
          <p:cNvSpPr/>
          <p:nvPr/>
        </p:nvSpPr>
        <p:spPr>
          <a:xfrm>
            <a:off x="10664652" y="507086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144" name="Rectangle 143">
            <a:extLst>
              <a:ext uri="{FF2B5EF4-FFF2-40B4-BE49-F238E27FC236}">
                <a16:creationId xmlns:a16="http://schemas.microsoft.com/office/drawing/2014/main" id="{D9AEFC00-DD16-44CB-810A-689CF89D2CBA}"/>
              </a:ext>
            </a:extLst>
          </p:cNvPr>
          <p:cNvSpPr/>
          <p:nvPr/>
        </p:nvSpPr>
        <p:spPr>
          <a:xfrm>
            <a:off x="10646580" y="543728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150" name="Straight Arrow Connector 149">
            <a:extLst>
              <a:ext uri="{FF2B5EF4-FFF2-40B4-BE49-F238E27FC236}">
                <a16:creationId xmlns:a16="http://schemas.microsoft.com/office/drawing/2014/main" id="{1FAD0767-08F7-4619-96F5-AEFCCF0988BA}"/>
              </a:ext>
            </a:extLst>
          </p:cNvPr>
          <p:cNvCxnSpPr>
            <a:cxnSpLocks/>
            <a:stCxn id="110" idx="3"/>
            <a:endCxn id="144" idx="1"/>
          </p:cNvCxnSpPr>
          <p:nvPr/>
        </p:nvCxnSpPr>
        <p:spPr>
          <a:xfrm>
            <a:off x="8460288" y="5363735"/>
            <a:ext cx="2186292" cy="200858"/>
          </a:xfrm>
          <a:prstGeom prst="straightConnector1">
            <a:avLst/>
          </a:prstGeom>
          <a:ln w="28575">
            <a:solidFill>
              <a:srgbClr val="5B84CB"/>
            </a:solidFill>
            <a:tailEnd type="triangle"/>
          </a:ln>
        </p:spPr>
        <p:style>
          <a:lnRef idx="3">
            <a:schemeClr val="accent1"/>
          </a:lnRef>
          <a:fillRef idx="0">
            <a:schemeClr val="accent1"/>
          </a:fillRef>
          <a:effectRef idx="2">
            <a:schemeClr val="accent1"/>
          </a:effectRef>
          <a:fontRef idx="minor">
            <a:schemeClr val="tx1"/>
          </a:fontRef>
        </p:style>
      </p:cxnSp>
      <p:cxnSp>
        <p:nvCxnSpPr>
          <p:cNvPr id="153" name="Straight Arrow Connector 152">
            <a:extLst>
              <a:ext uri="{FF2B5EF4-FFF2-40B4-BE49-F238E27FC236}">
                <a16:creationId xmlns:a16="http://schemas.microsoft.com/office/drawing/2014/main" id="{810DD2B1-AC05-4C3C-94F2-1CEB7949146F}"/>
              </a:ext>
            </a:extLst>
          </p:cNvPr>
          <p:cNvCxnSpPr>
            <a:cxnSpLocks/>
            <a:stCxn id="133" idx="3"/>
          </p:cNvCxnSpPr>
          <p:nvPr/>
        </p:nvCxnSpPr>
        <p:spPr>
          <a:xfrm>
            <a:off x="11617434" y="5198175"/>
            <a:ext cx="543249"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56" name="Straight Arrow Connector 155">
            <a:extLst>
              <a:ext uri="{FF2B5EF4-FFF2-40B4-BE49-F238E27FC236}">
                <a16:creationId xmlns:a16="http://schemas.microsoft.com/office/drawing/2014/main" id="{C310CB75-1EA4-428A-8AED-E7B290126272}"/>
              </a:ext>
            </a:extLst>
          </p:cNvPr>
          <p:cNvCxnSpPr>
            <a:cxnSpLocks/>
            <a:stCxn id="144" idx="3"/>
          </p:cNvCxnSpPr>
          <p:nvPr/>
        </p:nvCxnSpPr>
        <p:spPr>
          <a:xfrm>
            <a:off x="11599362" y="5564592"/>
            <a:ext cx="577214" cy="0"/>
          </a:xfrm>
          <a:prstGeom prst="straightConnector1">
            <a:avLst/>
          </a:prstGeom>
          <a:ln w="28575">
            <a:solidFill>
              <a:srgbClr val="5B84CB"/>
            </a:solidFill>
            <a:tailEnd type="triangle"/>
          </a:ln>
        </p:spPr>
        <p:style>
          <a:lnRef idx="3">
            <a:schemeClr val="accent1"/>
          </a:lnRef>
          <a:fillRef idx="0">
            <a:schemeClr val="accent1"/>
          </a:fillRef>
          <a:effectRef idx="2">
            <a:schemeClr val="accent1"/>
          </a:effectRef>
          <a:fontRef idx="minor">
            <a:schemeClr val="tx1"/>
          </a:fontRef>
        </p:style>
      </p:cxnSp>
      <p:sp>
        <p:nvSpPr>
          <p:cNvPr id="125" name="Rectangle 124">
            <a:extLst>
              <a:ext uri="{FF2B5EF4-FFF2-40B4-BE49-F238E27FC236}">
                <a16:creationId xmlns:a16="http://schemas.microsoft.com/office/drawing/2014/main" id="{103C826C-28D0-4687-9030-226058BFCD03}"/>
              </a:ext>
            </a:extLst>
          </p:cNvPr>
          <p:cNvSpPr/>
          <p:nvPr/>
        </p:nvSpPr>
        <p:spPr>
          <a:xfrm>
            <a:off x="10674607" y="3479537"/>
            <a:ext cx="952427" cy="2743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 en verschillende</a:t>
            </a:r>
          </a:p>
        </p:txBody>
      </p:sp>
      <p:cxnSp>
        <p:nvCxnSpPr>
          <p:cNvPr id="126" name="Straight Arrow Connector 125">
            <a:extLst>
              <a:ext uri="{FF2B5EF4-FFF2-40B4-BE49-F238E27FC236}">
                <a16:creationId xmlns:a16="http://schemas.microsoft.com/office/drawing/2014/main" id="{6FDDEAB3-17CF-46FC-9AF5-4203B6CC8159}"/>
              </a:ext>
            </a:extLst>
          </p:cNvPr>
          <p:cNvCxnSpPr>
            <a:cxnSpLocks/>
            <a:stCxn id="25" idx="3"/>
            <a:endCxn id="125" idx="1"/>
          </p:cNvCxnSpPr>
          <p:nvPr/>
        </p:nvCxnSpPr>
        <p:spPr>
          <a:xfrm flipV="1">
            <a:off x="6965612" y="3616700"/>
            <a:ext cx="3708994" cy="469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30" name="Straight Arrow Connector 129">
            <a:extLst>
              <a:ext uri="{FF2B5EF4-FFF2-40B4-BE49-F238E27FC236}">
                <a16:creationId xmlns:a16="http://schemas.microsoft.com/office/drawing/2014/main" id="{ABF727C3-614D-4F30-B279-42182219A65E}"/>
              </a:ext>
            </a:extLst>
          </p:cNvPr>
          <p:cNvCxnSpPr>
            <a:cxnSpLocks/>
            <a:stCxn id="125" idx="3"/>
          </p:cNvCxnSpPr>
          <p:nvPr/>
        </p:nvCxnSpPr>
        <p:spPr>
          <a:xfrm>
            <a:off x="11627034" y="3616700"/>
            <a:ext cx="56673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24" name="Tijdelijke aanduiding voor dianummer 3">
            <a:extLst>
              <a:ext uri="{FF2B5EF4-FFF2-40B4-BE49-F238E27FC236}">
                <a16:creationId xmlns:a16="http://schemas.microsoft.com/office/drawing/2014/main" id="{427DE994-F074-4C0D-8953-B2E6B5E2818D}"/>
              </a:ext>
            </a:extLst>
          </p:cNvPr>
          <p:cNvSpPr txBox="1">
            <a:spLocks/>
          </p:cNvSpPr>
          <p:nvPr/>
        </p:nvSpPr>
        <p:spPr>
          <a:xfrm>
            <a:off x="16263830" y="8959510"/>
            <a:ext cx="921880" cy="519289"/>
          </a:xfrm>
          <a:prstGeom prst="rect">
            <a:avLst/>
          </a:prstGeom>
        </p:spPr>
        <p:txBody>
          <a:bodyPr vert="horz" lIns="91440" tIns="45720" rIns="91440" bIns="45720" rtlCol="0" anchor="ctr"/>
          <a:lstStyle>
            <a:defPPr>
              <a:defRPr lang="en-US"/>
            </a:defPPr>
            <a:lvl1pPr marL="0" algn="r" defTabSz="1300368" rtl="0" eaLnBrk="1" latinLnBrk="0" hangingPunct="1">
              <a:defRPr sz="1707" kern="1200">
                <a:solidFill>
                  <a:schemeClr val="tx1">
                    <a:tint val="75000"/>
                  </a:schemeClr>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marL="0" marR="0" lvl="0" indent="0" algn="r" defTabSz="1300368" rtl="0" eaLnBrk="1" fontAlgn="auto" latinLnBrk="0" hangingPunct="1">
              <a:lnSpc>
                <a:spcPct val="100000"/>
              </a:lnSpc>
              <a:spcBef>
                <a:spcPts val="0"/>
              </a:spcBef>
              <a:spcAft>
                <a:spcPts val="0"/>
              </a:spcAft>
              <a:buClrTx/>
              <a:buSzTx/>
              <a:buFontTx/>
              <a:buNone/>
              <a:tabLst/>
              <a:defRPr/>
            </a:pPr>
            <a:fld id="{7AE184E0-0BD4-4705-A12B-9B71DDE63301}" type="slidenum">
              <a:rPr kumimoji="0" lang="en-GB" sz="1707"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1300368" rtl="0" eaLnBrk="1" fontAlgn="auto" latinLnBrk="0" hangingPunct="1">
                <a:lnSpc>
                  <a:spcPct val="100000"/>
                </a:lnSpc>
                <a:spcBef>
                  <a:spcPts val="0"/>
                </a:spcBef>
                <a:spcAft>
                  <a:spcPts val="0"/>
                </a:spcAft>
                <a:buClrTx/>
                <a:buSzTx/>
                <a:buFontTx/>
                <a:buNone/>
                <a:tabLst/>
                <a:defRPr/>
              </a:pPr>
              <a:t>40</a:t>
            </a:fld>
            <a:endParaRPr kumimoji="0" lang="en-GB" sz="1707"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70134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 name="TextBox 89">
            <a:extLst>
              <a:ext uri="{FF2B5EF4-FFF2-40B4-BE49-F238E27FC236}">
                <a16:creationId xmlns:a16="http://schemas.microsoft.com/office/drawing/2014/main" id="{8F08DB32-3106-4977-857B-5BD70495575B}"/>
              </a:ext>
            </a:extLst>
          </p:cNvPr>
          <p:cNvSpPr txBox="1"/>
          <p:nvPr/>
        </p:nvSpPr>
        <p:spPr>
          <a:xfrm>
            <a:off x="10371171" y="195357"/>
            <a:ext cx="1651930" cy="6709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OV: gelijkaardige of verschillende respondenten in verschillende categorieën??</a:t>
            </a:r>
          </a:p>
        </p:txBody>
      </p:sp>
      <p:sp>
        <p:nvSpPr>
          <p:cNvPr id="245" name="Title 1">
            <a:extLst>
              <a:ext uri="{FF2B5EF4-FFF2-40B4-BE49-F238E27FC236}">
                <a16:creationId xmlns:a16="http://schemas.microsoft.com/office/drawing/2014/main" id="{18FC5625-A36C-4539-B58D-A6C810CAD8CC}"/>
              </a:ext>
            </a:extLst>
          </p:cNvPr>
          <p:cNvSpPr>
            <a:spLocks noGrp="1"/>
          </p:cNvSpPr>
          <p:nvPr>
            <p:ph type="title"/>
          </p:nvPr>
        </p:nvSpPr>
        <p:spPr>
          <a:xfrm>
            <a:off x="2656227" y="9026885"/>
            <a:ext cx="12026222" cy="747445"/>
          </a:xfrm>
        </p:spPr>
        <p:txBody>
          <a:bodyPr/>
          <a:lstStyle/>
          <a:p>
            <a:pPr algn="ctr"/>
            <a:r>
              <a:rPr lang="nl-BE" dirty="0">
                <a:solidFill>
                  <a:srgbClr val="002060"/>
                </a:solidFill>
              </a:rPr>
              <a:t>Welke analysetechniek gebruik ik?</a:t>
            </a:r>
          </a:p>
        </p:txBody>
      </p:sp>
      <p:sp>
        <p:nvSpPr>
          <p:cNvPr id="4" name="Slide Number Placeholder 3">
            <a:extLst>
              <a:ext uri="{FF2B5EF4-FFF2-40B4-BE49-F238E27FC236}">
                <a16:creationId xmlns:a16="http://schemas.microsoft.com/office/drawing/2014/main" id="{4B964762-09BF-4771-95D5-61DE9B768E24}"/>
              </a:ext>
            </a:extLst>
          </p:cNvPr>
          <p:cNvSpPr>
            <a:spLocks noGrp="1"/>
          </p:cNvSpPr>
          <p:nvPr>
            <p:ph type="sldNum" sz="quarter" idx="12"/>
          </p:nvPr>
        </p:nvSpPr>
        <p:spPr>
          <a:xfrm>
            <a:off x="14669331" y="8161967"/>
            <a:ext cx="797801" cy="449396"/>
          </a:xfrm>
        </p:spPr>
        <p:txBody>
          <a:bodyPr/>
          <a:lstStyle/>
          <a:p>
            <a:pPr marL="0" marR="0" lvl="0" indent="0" algn="r" defTabSz="476448" rtl="0" eaLnBrk="1" fontAlgn="auto" latinLnBrk="0" hangingPunct="1">
              <a:lnSpc>
                <a:spcPct val="100000"/>
              </a:lnSpc>
              <a:spcBef>
                <a:spcPts val="0"/>
              </a:spcBef>
              <a:spcAft>
                <a:spcPts val="0"/>
              </a:spcAft>
              <a:buClrTx/>
              <a:buSzTx/>
              <a:buFontTx/>
              <a:buNone/>
              <a:tabLst/>
              <a:defRPr/>
            </a:pPr>
            <a:fld id="{7AE184E0-0BD4-4705-A12B-9B71DDE63301}" type="slidenum">
              <a:rPr kumimoji="0" lang="en-GB" sz="1707"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76448" rtl="0" eaLnBrk="1" fontAlgn="auto" latinLnBrk="0" hangingPunct="1">
                <a:lnSpc>
                  <a:spcPct val="100000"/>
                </a:lnSpc>
                <a:spcBef>
                  <a:spcPts val="0"/>
                </a:spcBef>
                <a:spcAft>
                  <a:spcPts val="0"/>
                </a:spcAft>
                <a:buClrTx/>
                <a:buSzTx/>
                <a:buFontTx/>
                <a:buNone/>
                <a:tabLst/>
                <a:defRPr/>
              </a:pPr>
              <a:t>41</a:t>
            </a:fld>
            <a:endParaRPr kumimoji="0" lang="en-GB" sz="1707"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5081C82A-D336-47CA-AEFF-D561E49493D1}"/>
              </a:ext>
            </a:extLst>
          </p:cNvPr>
          <p:cNvSpPr txBox="1"/>
          <p:nvPr/>
        </p:nvSpPr>
        <p:spPr>
          <a:xfrm>
            <a:off x="1342991" y="435145"/>
            <a:ext cx="1347127"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Aantal </a:t>
            </a:r>
          </a:p>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afhankelijke variabelen</a:t>
            </a:r>
          </a:p>
        </p:txBody>
      </p:sp>
      <p:sp>
        <p:nvSpPr>
          <p:cNvPr id="7" name="TextBox 6">
            <a:extLst>
              <a:ext uri="{FF2B5EF4-FFF2-40B4-BE49-F238E27FC236}">
                <a16:creationId xmlns:a16="http://schemas.microsoft.com/office/drawing/2014/main" id="{5265D672-A626-415A-8295-202B4868868B}"/>
              </a:ext>
            </a:extLst>
          </p:cNvPr>
          <p:cNvSpPr txBox="1"/>
          <p:nvPr/>
        </p:nvSpPr>
        <p:spPr>
          <a:xfrm>
            <a:off x="2844203" y="433107"/>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Meetniveau afhankelijke variabele</a:t>
            </a:r>
          </a:p>
        </p:txBody>
      </p:sp>
      <p:sp>
        <p:nvSpPr>
          <p:cNvPr id="8" name="TextBox 7">
            <a:extLst>
              <a:ext uri="{FF2B5EF4-FFF2-40B4-BE49-F238E27FC236}">
                <a16:creationId xmlns:a16="http://schemas.microsoft.com/office/drawing/2014/main" id="{8F4600DD-4393-466B-BEEB-882B3DA6D4B5}"/>
              </a:ext>
            </a:extLst>
          </p:cNvPr>
          <p:cNvSpPr txBox="1"/>
          <p:nvPr/>
        </p:nvSpPr>
        <p:spPr>
          <a:xfrm>
            <a:off x="4189920" y="435623"/>
            <a:ext cx="1610372"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Aantal</a:t>
            </a:r>
          </a:p>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 onafhankelijke variabelen</a:t>
            </a:r>
          </a:p>
        </p:txBody>
      </p:sp>
      <p:sp>
        <p:nvSpPr>
          <p:cNvPr id="9" name="TextBox 8">
            <a:extLst>
              <a:ext uri="{FF2B5EF4-FFF2-40B4-BE49-F238E27FC236}">
                <a16:creationId xmlns:a16="http://schemas.microsoft.com/office/drawing/2014/main" id="{5F1F5C02-EFE6-49F0-A75F-AE1104AC7DEC}"/>
              </a:ext>
            </a:extLst>
          </p:cNvPr>
          <p:cNvSpPr txBox="1"/>
          <p:nvPr/>
        </p:nvSpPr>
        <p:spPr>
          <a:xfrm>
            <a:off x="5848391" y="433657"/>
            <a:ext cx="1483674"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Meetniveau onafhankelijke variabelen</a:t>
            </a:r>
          </a:p>
        </p:txBody>
      </p:sp>
      <p:sp>
        <p:nvSpPr>
          <p:cNvPr id="10" name="TextBox 9">
            <a:extLst>
              <a:ext uri="{FF2B5EF4-FFF2-40B4-BE49-F238E27FC236}">
                <a16:creationId xmlns:a16="http://schemas.microsoft.com/office/drawing/2014/main" id="{0CB43338-9162-4955-AC30-7E12E11A5188}"/>
              </a:ext>
            </a:extLst>
          </p:cNvPr>
          <p:cNvSpPr txBox="1"/>
          <p:nvPr/>
        </p:nvSpPr>
        <p:spPr>
          <a:xfrm>
            <a:off x="8860409" y="437468"/>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OV: hoeveel categorieën?</a:t>
            </a:r>
          </a:p>
        </p:txBody>
      </p:sp>
      <p:sp>
        <p:nvSpPr>
          <p:cNvPr id="11" name="Rectangle 10">
            <a:extLst>
              <a:ext uri="{FF2B5EF4-FFF2-40B4-BE49-F238E27FC236}">
                <a16:creationId xmlns:a16="http://schemas.microsoft.com/office/drawing/2014/main" id="{21C2167C-EB1A-40E1-A7AB-BDA76FE6C4E3}"/>
              </a:ext>
            </a:extLst>
          </p:cNvPr>
          <p:cNvSpPr/>
          <p:nvPr/>
        </p:nvSpPr>
        <p:spPr>
          <a:xfrm>
            <a:off x="2995293" y="222448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12" name="Rectangle 11">
            <a:extLst>
              <a:ext uri="{FF2B5EF4-FFF2-40B4-BE49-F238E27FC236}">
                <a16:creationId xmlns:a16="http://schemas.microsoft.com/office/drawing/2014/main" id="{9FE4E87F-DA61-4418-8711-7A2A8629B501}"/>
              </a:ext>
            </a:extLst>
          </p:cNvPr>
          <p:cNvSpPr/>
          <p:nvPr/>
        </p:nvSpPr>
        <p:spPr>
          <a:xfrm>
            <a:off x="1494078" y="400666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cxnSp>
        <p:nvCxnSpPr>
          <p:cNvPr id="13" name="Straight Arrow Connector 12">
            <a:extLst>
              <a:ext uri="{FF2B5EF4-FFF2-40B4-BE49-F238E27FC236}">
                <a16:creationId xmlns:a16="http://schemas.microsoft.com/office/drawing/2014/main" id="{B1FF0BF9-6799-4152-99E5-A549EC4FA225}"/>
              </a:ext>
            </a:extLst>
          </p:cNvPr>
          <p:cNvCxnSpPr>
            <a:cxnSpLocks/>
            <a:stCxn id="12" idx="0"/>
            <a:endCxn id="11" idx="2"/>
          </p:cNvCxnSpPr>
          <p:nvPr/>
        </p:nvCxnSpPr>
        <p:spPr>
          <a:xfrm flipV="1">
            <a:off x="1970469" y="2479100"/>
            <a:ext cx="1501215" cy="15275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4" name="Rectangle 13">
            <a:extLst>
              <a:ext uri="{FF2B5EF4-FFF2-40B4-BE49-F238E27FC236}">
                <a16:creationId xmlns:a16="http://schemas.microsoft.com/office/drawing/2014/main" id="{E7869E0C-9730-4D00-8A96-446A9BDE609B}"/>
              </a:ext>
            </a:extLst>
          </p:cNvPr>
          <p:cNvSpPr/>
          <p:nvPr/>
        </p:nvSpPr>
        <p:spPr>
          <a:xfrm>
            <a:off x="4498263" y="128896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15" name="Rectangle 14">
            <a:extLst>
              <a:ext uri="{FF2B5EF4-FFF2-40B4-BE49-F238E27FC236}">
                <a16:creationId xmlns:a16="http://schemas.microsoft.com/office/drawing/2014/main" id="{C7DCBE10-8C56-4C40-978C-5BDC51E24E38}"/>
              </a:ext>
            </a:extLst>
          </p:cNvPr>
          <p:cNvSpPr/>
          <p:nvPr/>
        </p:nvSpPr>
        <p:spPr>
          <a:xfrm>
            <a:off x="6010934" y="87570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16" name="Rectangle 15">
            <a:extLst>
              <a:ext uri="{FF2B5EF4-FFF2-40B4-BE49-F238E27FC236}">
                <a16:creationId xmlns:a16="http://schemas.microsoft.com/office/drawing/2014/main" id="{5F750A0F-ABD9-4088-803D-8CBD899DC78A}"/>
              </a:ext>
            </a:extLst>
          </p:cNvPr>
          <p:cNvSpPr/>
          <p:nvPr/>
        </p:nvSpPr>
        <p:spPr>
          <a:xfrm>
            <a:off x="6007897" y="167460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17" name="Rectangle 16">
            <a:extLst>
              <a:ext uri="{FF2B5EF4-FFF2-40B4-BE49-F238E27FC236}">
                <a16:creationId xmlns:a16="http://schemas.microsoft.com/office/drawing/2014/main" id="{6CA60F3F-5936-4C21-A14E-DA2A5BFE407A}"/>
              </a:ext>
            </a:extLst>
          </p:cNvPr>
          <p:cNvSpPr/>
          <p:nvPr/>
        </p:nvSpPr>
        <p:spPr>
          <a:xfrm>
            <a:off x="9011496" y="136268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a:t>
            </a:r>
          </a:p>
        </p:txBody>
      </p:sp>
      <p:sp>
        <p:nvSpPr>
          <p:cNvPr id="18" name="Rectangle 17">
            <a:extLst>
              <a:ext uri="{FF2B5EF4-FFF2-40B4-BE49-F238E27FC236}">
                <a16:creationId xmlns:a16="http://schemas.microsoft.com/office/drawing/2014/main" id="{FBEC190E-C820-4FFB-9E78-A5F4E73A160A}"/>
              </a:ext>
            </a:extLst>
          </p:cNvPr>
          <p:cNvSpPr/>
          <p:nvPr/>
        </p:nvSpPr>
        <p:spPr>
          <a:xfrm>
            <a:off x="9013959" y="21213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Meer dan 2</a:t>
            </a:r>
          </a:p>
        </p:txBody>
      </p:sp>
      <p:sp>
        <p:nvSpPr>
          <p:cNvPr id="19" name="Rectangle 18">
            <a:extLst>
              <a:ext uri="{FF2B5EF4-FFF2-40B4-BE49-F238E27FC236}">
                <a16:creationId xmlns:a16="http://schemas.microsoft.com/office/drawing/2014/main" id="{B2BD1D95-F21A-46CF-A9AE-4A875C58E751}"/>
              </a:ext>
            </a:extLst>
          </p:cNvPr>
          <p:cNvSpPr/>
          <p:nvPr/>
        </p:nvSpPr>
        <p:spPr>
          <a:xfrm>
            <a:off x="10673563" y="118201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20" name="Rectangle 19">
            <a:extLst>
              <a:ext uri="{FF2B5EF4-FFF2-40B4-BE49-F238E27FC236}">
                <a16:creationId xmlns:a16="http://schemas.microsoft.com/office/drawing/2014/main" id="{E66F50B3-4367-436E-9098-123479F8703E}"/>
              </a:ext>
            </a:extLst>
          </p:cNvPr>
          <p:cNvSpPr/>
          <p:nvPr/>
        </p:nvSpPr>
        <p:spPr>
          <a:xfrm>
            <a:off x="10675444" y="156259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21" name="Rectangle 20">
            <a:extLst>
              <a:ext uri="{FF2B5EF4-FFF2-40B4-BE49-F238E27FC236}">
                <a16:creationId xmlns:a16="http://schemas.microsoft.com/office/drawing/2014/main" id="{9BFA3EFB-3D41-49A0-A600-D64D792FC957}"/>
              </a:ext>
            </a:extLst>
          </p:cNvPr>
          <p:cNvSpPr/>
          <p:nvPr/>
        </p:nvSpPr>
        <p:spPr>
          <a:xfrm>
            <a:off x="10673563" y="193774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22" name="Rectangle 21">
            <a:extLst>
              <a:ext uri="{FF2B5EF4-FFF2-40B4-BE49-F238E27FC236}">
                <a16:creationId xmlns:a16="http://schemas.microsoft.com/office/drawing/2014/main" id="{CC6625A1-59D8-4F00-8D49-9ACAE95D6E79}"/>
              </a:ext>
            </a:extLst>
          </p:cNvPr>
          <p:cNvSpPr/>
          <p:nvPr/>
        </p:nvSpPr>
        <p:spPr>
          <a:xfrm>
            <a:off x="10673563" y="23076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23" name="Rectangle 22">
            <a:extLst>
              <a:ext uri="{FF2B5EF4-FFF2-40B4-BE49-F238E27FC236}">
                <a16:creationId xmlns:a16="http://schemas.microsoft.com/office/drawing/2014/main" id="{3CEBAE4C-E952-4701-A588-0E506E9495CA}"/>
              </a:ext>
            </a:extLst>
          </p:cNvPr>
          <p:cNvSpPr/>
          <p:nvPr/>
        </p:nvSpPr>
        <p:spPr>
          <a:xfrm>
            <a:off x="4503197" y="349771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24" name="Rectangle 23">
            <a:extLst>
              <a:ext uri="{FF2B5EF4-FFF2-40B4-BE49-F238E27FC236}">
                <a16:creationId xmlns:a16="http://schemas.microsoft.com/office/drawing/2014/main" id="{93BFC2C9-0AC0-4CB1-8AC9-84CC4C9E8B05}"/>
              </a:ext>
            </a:extLst>
          </p:cNvPr>
          <p:cNvSpPr/>
          <p:nvPr/>
        </p:nvSpPr>
        <p:spPr>
          <a:xfrm>
            <a:off x="6013185" y="2733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25" name="Rectangle 24">
            <a:extLst>
              <a:ext uri="{FF2B5EF4-FFF2-40B4-BE49-F238E27FC236}">
                <a16:creationId xmlns:a16="http://schemas.microsoft.com/office/drawing/2014/main" id="{9146049E-5A0F-4129-980C-EAD1E577B984}"/>
              </a:ext>
            </a:extLst>
          </p:cNvPr>
          <p:cNvSpPr/>
          <p:nvPr/>
        </p:nvSpPr>
        <p:spPr>
          <a:xfrm>
            <a:off x="6012831" y="349408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cxnSp>
        <p:nvCxnSpPr>
          <p:cNvPr id="26" name="Straight Arrow Connector 25">
            <a:extLst>
              <a:ext uri="{FF2B5EF4-FFF2-40B4-BE49-F238E27FC236}">
                <a16:creationId xmlns:a16="http://schemas.microsoft.com/office/drawing/2014/main" id="{C2E40CDE-0509-4980-8ABC-D5E13B4D63EC}"/>
              </a:ext>
            </a:extLst>
          </p:cNvPr>
          <p:cNvCxnSpPr>
            <a:cxnSpLocks/>
            <a:stCxn id="11" idx="3"/>
            <a:endCxn id="14" idx="1"/>
          </p:cNvCxnSpPr>
          <p:nvPr/>
        </p:nvCxnSpPr>
        <p:spPr>
          <a:xfrm flipV="1">
            <a:off x="3948075" y="1416278"/>
            <a:ext cx="550189" cy="93551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63ED7FAA-3E92-40CF-B548-DAEC25B4DEE5}"/>
              </a:ext>
            </a:extLst>
          </p:cNvPr>
          <p:cNvCxnSpPr>
            <a:cxnSpLocks/>
            <a:stCxn id="11" idx="3"/>
            <a:endCxn id="23" idx="1"/>
          </p:cNvCxnSpPr>
          <p:nvPr/>
        </p:nvCxnSpPr>
        <p:spPr>
          <a:xfrm>
            <a:off x="3948075" y="2351790"/>
            <a:ext cx="555122" cy="127323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C049D1A6-52D5-421E-ADBC-D406D68A1E03}"/>
              </a:ext>
            </a:extLst>
          </p:cNvPr>
          <p:cNvCxnSpPr>
            <a:cxnSpLocks/>
            <a:stCxn id="14" idx="3"/>
            <a:endCxn id="15" idx="1"/>
          </p:cNvCxnSpPr>
          <p:nvPr/>
        </p:nvCxnSpPr>
        <p:spPr>
          <a:xfrm flipV="1">
            <a:off x="5451044" y="1003011"/>
            <a:ext cx="559890" cy="4132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B48BBA74-0B02-4E1C-916A-3BF2D95B892A}"/>
              </a:ext>
            </a:extLst>
          </p:cNvPr>
          <p:cNvCxnSpPr>
            <a:cxnSpLocks/>
            <a:stCxn id="14" idx="3"/>
            <a:endCxn id="16" idx="1"/>
          </p:cNvCxnSpPr>
          <p:nvPr/>
        </p:nvCxnSpPr>
        <p:spPr>
          <a:xfrm>
            <a:off x="5451044" y="1416279"/>
            <a:ext cx="556853" cy="38563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5F95BA9C-6341-4AF6-8E4E-20D71A502B91}"/>
              </a:ext>
            </a:extLst>
          </p:cNvPr>
          <p:cNvCxnSpPr>
            <a:cxnSpLocks/>
            <a:stCxn id="15" idx="3"/>
          </p:cNvCxnSpPr>
          <p:nvPr/>
        </p:nvCxnSpPr>
        <p:spPr>
          <a:xfrm flipV="1">
            <a:off x="6963715" y="991078"/>
            <a:ext cx="5230053"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7F2DA6E5-A9D3-4BA4-B370-C8B749981BCA}"/>
              </a:ext>
            </a:extLst>
          </p:cNvPr>
          <p:cNvCxnSpPr>
            <a:cxnSpLocks/>
            <a:stCxn id="16" idx="3"/>
            <a:endCxn id="17" idx="1"/>
          </p:cNvCxnSpPr>
          <p:nvPr/>
        </p:nvCxnSpPr>
        <p:spPr>
          <a:xfrm flipV="1">
            <a:off x="6960679" y="1489995"/>
            <a:ext cx="2050817" cy="3119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2AC0B029-CC19-4668-8F88-D219AD5CA9D4}"/>
              </a:ext>
            </a:extLst>
          </p:cNvPr>
          <p:cNvCxnSpPr>
            <a:cxnSpLocks/>
            <a:stCxn id="16" idx="3"/>
            <a:endCxn id="18" idx="1"/>
          </p:cNvCxnSpPr>
          <p:nvPr/>
        </p:nvCxnSpPr>
        <p:spPr>
          <a:xfrm>
            <a:off x="6960678" y="1801916"/>
            <a:ext cx="2053281" cy="4467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47D6A7D7-9301-4822-B0D1-672E58693E6C}"/>
              </a:ext>
            </a:extLst>
          </p:cNvPr>
          <p:cNvCxnSpPr>
            <a:cxnSpLocks/>
            <a:stCxn id="17" idx="3"/>
            <a:endCxn id="19" idx="1"/>
          </p:cNvCxnSpPr>
          <p:nvPr/>
        </p:nvCxnSpPr>
        <p:spPr>
          <a:xfrm flipV="1">
            <a:off x="9964277" y="1309324"/>
            <a:ext cx="709286" cy="1806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57E46F4F-9CE9-4193-A0A3-AC0BFB0153E3}"/>
              </a:ext>
            </a:extLst>
          </p:cNvPr>
          <p:cNvCxnSpPr>
            <a:cxnSpLocks/>
            <a:stCxn id="17" idx="3"/>
            <a:endCxn id="20" idx="1"/>
          </p:cNvCxnSpPr>
          <p:nvPr/>
        </p:nvCxnSpPr>
        <p:spPr>
          <a:xfrm>
            <a:off x="9964277" y="1489995"/>
            <a:ext cx="711166" cy="19991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8C4F753A-C967-474B-B16D-3D797DCA47BC}"/>
              </a:ext>
            </a:extLst>
          </p:cNvPr>
          <p:cNvCxnSpPr>
            <a:cxnSpLocks/>
            <a:stCxn id="18" idx="3"/>
            <a:endCxn id="21" idx="1"/>
          </p:cNvCxnSpPr>
          <p:nvPr/>
        </p:nvCxnSpPr>
        <p:spPr>
          <a:xfrm flipV="1">
            <a:off x="9966740" y="2065057"/>
            <a:ext cx="706823" cy="1836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95271780-69D1-4B9A-AB0A-50671DFB34D0}"/>
              </a:ext>
            </a:extLst>
          </p:cNvPr>
          <p:cNvCxnSpPr>
            <a:cxnSpLocks/>
            <a:stCxn id="18" idx="3"/>
            <a:endCxn id="22" idx="1"/>
          </p:cNvCxnSpPr>
          <p:nvPr/>
        </p:nvCxnSpPr>
        <p:spPr>
          <a:xfrm>
            <a:off x="9966740" y="2248670"/>
            <a:ext cx="706823" cy="18631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7" name="Straight Arrow Connector 36">
            <a:extLst>
              <a:ext uri="{FF2B5EF4-FFF2-40B4-BE49-F238E27FC236}">
                <a16:creationId xmlns:a16="http://schemas.microsoft.com/office/drawing/2014/main" id="{482698B3-52BB-489E-ACCD-55314AC2B672}"/>
              </a:ext>
            </a:extLst>
          </p:cNvPr>
          <p:cNvCxnSpPr>
            <a:cxnSpLocks/>
            <a:stCxn id="19" idx="3"/>
          </p:cNvCxnSpPr>
          <p:nvPr/>
        </p:nvCxnSpPr>
        <p:spPr>
          <a:xfrm>
            <a:off x="11626344" y="1309323"/>
            <a:ext cx="567424"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8" name="Straight Arrow Connector 37">
            <a:extLst>
              <a:ext uri="{FF2B5EF4-FFF2-40B4-BE49-F238E27FC236}">
                <a16:creationId xmlns:a16="http://schemas.microsoft.com/office/drawing/2014/main" id="{520539FF-C4AB-47F7-B74A-E8BEA15B37DD}"/>
              </a:ext>
            </a:extLst>
          </p:cNvPr>
          <p:cNvCxnSpPr>
            <a:cxnSpLocks/>
            <a:stCxn id="20" idx="3"/>
          </p:cNvCxnSpPr>
          <p:nvPr/>
        </p:nvCxnSpPr>
        <p:spPr>
          <a:xfrm flipV="1">
            <a:off x="11628225" y="1684592"/>
            <a:ext cx="555334" cy="531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881E4FBB-500B-4A48-A435-26A60401AA8A}"/>
              </a:ext>
            </a:extLst>
          </p:cNvPr>
          <p:cNvCxnSpPr>
            <a:cxnSpLocks/>
            <a:stCxn id="21" idx="3"/>
          </p:cNvCxnSpPr>
          <p:nvPr/>
        </p:nvCxnSpPr>
        <p:spPr>
          <a:xfrm>
            <a:off x="11626345" y="2065057"/>
            <a:ext cx="549420"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9A5D1B40-1C0C-4650-98DC-E845DD7F7FCA}"/>
              </a:ext>
            </a:extLst>
          </p:cNvPr>
          <p:cNvCxnSpPr>
            <a:cxnSpLocks/>
            <a:stCxn id="22" idx="3"/>
          </p:cNvCxnSpPr>
          <p:nvPr/>
        </p:nvCxnSpPr>
        <p:spPr>
          <a:xfrm>
            <a:off x="11626345" y="2434989"/>
            <a:ext cx="55721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DAFDF9B0-1199-451D-A3A8-280B50010582}"/>
              </a:ext>
            </a:extLst>
          </p:cNvPr>
          <p:cNvCxnSpPr>
            <a:cxnSpLocks/>
            <a:stCxn id="23" idx="3"/>
            <a:endCxn id="24" idx="1"/>
          </p:cNvCxnSpPr>
          <p:nvPr/>
        </p:nvCxnSpPr>
        <p:spPr>
          <a:xfrm flipV="1">
            <a:off x="5455979" y="2860533"/>
            <a:ext cx="557206" cy="76448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815DC919-FC68-4AC6-9C2D-F1F424E8B5D1}"/>
              </a:ext>
            </a:extLst>
          </p:cNvPr>
          <p:cNvCxnSpPr>
            <a:cxnSpLocks/>
            <a:stCxn id="23" idx="3"/>
            <a:endCxn id="25" idx="1"/>
          </p:cNvCxnSpPr>
          <p:nvPr/>
        </p:nvCxnSpPr>
        <p:spPr>
          <a:xfrm flipV="1">
            <a:off x="5455979" y="3621399"/>
            <a:ext cx="556852" cy="362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1944AF4B-AFB3-47F3-AA7E-B48BB0E4812C}"/>
              </a:ext>
            </a:extLst>
          </p:cNvPr>
          <p:cNvCxnSpPr>
            <a:cxnSpLocks/>
            <a:stCxn id="24" idx="3"/>
          </p:cNvCxnSpPr>
          <p:nvPr/>
        </p:nvCxnSpPr>
        <p:spPr>
          <a:xfrm flipV="1">
            <a:off x="6965966" y="2848601"/>
            <a:ext cx="5188593" cy="1193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44" name="Rectangle 43">
            <a:extLst>
              <a:ext uri="{FF2B5EF4-FFF2-40B4-BE49-F238E27FC236}">
                <a16:creationId xmlns:a16="http://schemas.microsoft.com/office/drawing/2014/main" id="{B38A2F61-0C6E-438B-A660-1DF73E421A5E}"/>
              </a:ext>
            </a:extLst>
          </p:cNvPr>
          <p:cNvSpPr/>
          <p:nvPr/>
        </p:nvSpPr>
        <p:spPr>
          <a:xfrm>
            <a:off x="10676570" y="312457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45" name="Rectangle 44">
            <a:extLst>
              <a:ext uri="{FF2B5EF4-FFF2-40B4-BE49-F238E27FC236}">
                <a16:creationId xmlns:a16="http://schemas.microsoft.com/office/drawing/2014/main" id="{38465FAD-3157-4A4E-BC35-645C9EFF3FDA}"/>
              </a:ext>
            </a:extLst>
          </p:cNvPr>
          <p:cNvSpPr/>
          <p:nvPr/>
        </p:nvSpPr>
        <p:spPr>
          <a:xfrm>
            <a:off x="10674606" y="388471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46" name="Straight Arrow Connector 45">
            <a:extLst>
              <a:ext uri="{FF2B5EF4-FFF2-40B4-BE49-F238E27FC236}">
                <a16:creationId xmlns:a16="http://schemas.microsoft.com/office/drawing/2014/main" id="{B4169F39-ADC8-41DE-9507-5F0F4D0FC769}"/>
              </a:ext>
            </a:extLst>
          </p:cNvPr>
          <p:cNvCxnSpPr>
            <a:cxnSpLocks/>
            <a:stCxn id="25" idx="3"/>
            <a:endCxn id="44" idx="1"/>
          </p:cNvCxnSpPr>
          <p:nvPr/>
        </p:nvCxnSpPr>
        <p:spPr>
          <a:xfrm flipV="1">
            <a:off x="6965613" y="3251883"/>
            <a:ext cx="3710958" cy="3695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7" name="Straight Arrow Connector 46">
            <a:extLst>
              <a:ext uri="{FF2B5EF4-FFF2-40B4-BE49-F238E27FC236}">
                <a16:creationId xmlns:a16="http://schemas.microsoft.com/office/drawing/2014/main" id="{D23A0FE4-A792-4EAA-AE89-2284D5597B64}"/>
              </a:ext>
            </a:extLst>
          </p:cNvPr>
          <p:cNvCxnSpPr>
            <a:cxnSpLocks/>
            <a:stCxn id="25" idx="3"/>
            <a:endCxn id="45" idx="1"/>
          </p:cNvCxnSpPr>
          <p:nvPr/>
        </p:nvCxnSpPr>
        <p:spPr>
          <a:xfrm>
            <a:off x="6965612" y="3621399"/>
            <a:ext cx="3708994" cy="39062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47105FBF-E393-4EF6-8B39-CA9B43410538}"/>
              </a:ext>
            </a:extLst>
          </p:cNvPr>
          <p:cNvCxnSpPr>
            <a:cxnSpLocks/>
            <a:stCxn id="44" idx="3"/>
          </p:cNvCxnSpPr>
          <p:nvPr/>
        </p:nvCxnSpPr>
        <p:spPr>
          <a:xfrm>
            <a:off x="11629352" y="3251883"/>
            <a:ext cx="525208"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9" name="Straight Arrow Connector 48">
            <a:extLst>
              <a:ext uri="{FF2B5EF4-FFF2-40B4-BE49-F238E27FC236}">
                <a16:creationId xmlns:a16="http://schemas.microsoft.com/office/drawing/2014/main" id="{622DC63D-5E25-4303-8371-36871A070E51}"/>
              </a:ext>
            </a:extLst>
          </p:cNvPr>
          <p:cNvCxnSpPr>
            <a:cxnSpLocks/>
            <a:stCxn id="45" idx="3"/>
          </p:cNvCxnSpPr>
          <p:nvPr/>
        </p:nvCxnSpPr>
        <p:spPr>
          <a:xfrm>
            <a:off x="11627388" y="4012025"/>
            <a:ext cx="527172"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50" name="Rectangle 49">
            <a:extLst>
              <a:ext uri="{FF2B5EF4-FFF2-40B4-BE49-F238E27FC236}">
                <a16:creationId xmlns:a16="http://schemas.microsoft.com/office/drawing/2014/main" id="{B644422B-4DE1-4B41-83C5-420D4616A5F3}"/>
              </a:ext>
            </a:extLst>
          </p:cNvPr>
          <p:cNvSpPr/>
          <p:nvPr/>
        </p:nvSpPr>
        <p:spPr>
          <a:xfrm>
            <a:off x="2995292" y="631984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1" name="Rectangle 50">
            <a:extLst>
              <a:ext uri="{FF2B5EF4-FFF2-40B4-BE49-F238E27FC236}">
                <a16:creationId xmlns:a16="http://schemas.microsoft.com/office/drawing/2014/main" id="{901CED4F-99BB-48F7-B1B8-061CD3A87A9E}"/>
              </a:ext>
            </a:extLst>
          </p:cNvPr>
          <p:cNvSpPr/>
          <p:nvPr/>
        </p:nvSpPr>
        <p:spPr>
          <a:xfrm>
            <a:off x="4496504" y="5147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52" name="Rectangle 51">
            <a:extLst>
              <a:ext uri="{FF2B5EF4-FFF2-40B4-BE49-F238E27FC236}">
                <a16:creationId xmlns:a16="http://schemas.microsoft.com/office/drawing/2014/main" id="{56304230-45D0-421F-9D4B-125749E06719}"/>
              </a:ext>
            </a:extLst>
          </p:cNvPr>
          <p:cNvSpPr/>
          <p:nvPr/>
        </p:nvSpPr>
        <p:spPr>
          <a:xfrm>
            <a:off x="6000912" y="468525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53" name="Rectangle 52">
            <a:extLst>
              <a:ext uri="{FF2B5EF4-FFF2-40B4-BE49-F238E27FC236}">
                <a16:creationId xmlns:a16="http://schemas.microsoft.com/office/drawing/2014/main" id="{D9E503AC-43D0-43DB-81DE-2DEC6400219D}"/>
              </a:ext>
            </a:extLst>
          </p:cNvPr>
          <p:cNvSpPr/>
          <p:nvPr/>
        </p:nvSpPr>
        <p:spPr>
          <a:xfrm>
            <a:off x="5992862" y="57590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4" name="Rectangle 53">
            <a:extLst>
              <a:ext uri="{FF2B5EF4-FFF2-40B4-BE49-F238E27FC236}">
                <a16:creationId xmlns:a16="http://schemas.microsoft.com/office/drawing/2014/main" id="{E6E67EF0-09FA-4683-874C-9A78D0025965}"/>
              </a:ext>
            </a:extLst>
          </p:cNvPr>
          <p:cNvSpPr/>
          <p:nvPr/>
        </p:nvSpPr>
        <p:spPr>
          <a:xfrm>
            <a:off x="4486481" y="727584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55" name="Rectangle 54">
            <a:extLst>
              <a:ext uri="{FF2B5EF4-FFF2-40B4-BE49-F238E27FC236}">
                <a16:creationId xmlns:a16="http://schemas.microsoft.com/office/drawing/2014/main" id="{4B758496-3250-4ED5-9199-621003513B5E}"/>
              </a:ext>
            </a:extLst>
          </p:cNvPr>
          <p:cNvSpPr/>
          <p:nvPr/>
        </p:nvSpPr>
        <p:spPr>
          <a:xfrm>
            <a:off x="5996762" y="707097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56" name="Rectangle 55">
            <a:extLst>
              <a:ext uri="{FF2B5EF4-FFF2-40B4-BE49-F238E27FC236}">
                <a16:creationId xmlns:a16="http://schemas.microsoft.com/office/drawing/2014/main" id="{AD0DAF08-6CB0-4C8A-97D6-820FB378F2E4}"/>
              </a:ext>
            </a:extLst>
          </p:cNvPr>
          <p:cNvSpPr/>
          <p:nvPr/>
        </p:nvSpPr>
        <p:spPr>
          <a:xfrm>
            <a:off x="5997833" y="736926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7" name="Rectangle 56">
            <a:extLst>
              <a:ext uri="{FF2B5EF4-FFF2-40B4-BE49-F238E27FC236}">
                <a16:creationId xmlns:a16="http://schemas.microsoft.com/office/drawing/2014/main" id="{065975F4-B9A8-4F22-8575-2878AAD11B96}"/>
              </a:ext>
            </a:extLst>
          </p:cNvPr>
          <p:cNvSpPr/>
          <p:nvPr/>
        </p:nvSpPr>
        <p:spPr>
          <a:xfrm>
            <a:off x="5996761" y="768366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sp>
        <p:nvSpPr>
          <p:cNvPr id="58" name="Rectangle 57">
            <a:extLst>
              <a:ext uri="{FF2B5EF4-FFF2-40B4-BE49-F238E27FC236}">
                <a16:creationId xmlns:a16="http://schemas.microsoft.com/office/drawing/2014/main" id="{308AF8A7-B7E9-4105-AA81-0F6A34F30C78}"/>
              </a:ext>
            </a:extLst>
          </p:cNvPr>
          <p:cNvSpPr/>
          <p:nvPr/>
        </p:nvSpPr>
        <p:spPr>
          <a:xfrm>
            <a:off x="10660503" y="73685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59" name="Rectangle 58">
            <a:extLst>
              <a:ext uri="{FF2B5EF4-FFF2-40B4-BE49-F238E27FC236}">
                <a16:creationId xmlns:a16="http://schemas.microsoft.com/office/drawing/2014/main" id="{6A53D3EF-F6D7-40F1-B395-AE09718ED3DA}"/>
              </a:ext>
            </a:extLst>
          </p:cNvPr>
          <p:cNvSpPr/>
          <p:nvPr/>
        </p:nvSpPr>
        <p:spPr>
          <a:xfrm>
            <a:off x="10663542" y="767609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60" name="Rectangle 59">
            <a:extLst>
              <a:ext uri="{FF2B5EF4-FFF2-40B4-BE49-F238E27FC236}">
                <a16:creationId xmlns:a16="http://schemas.microsoft.com/office/drawing/2014/main" id="{A5DEC92C-B0F5-4D8D-AA66-814F25F1631E}"/>
              </a:ext>
            </a:extLst>
          </p:cNvPr>
          <p:cNvSpPr/>
          <p:nvPr/>
        </p:nvSpPr>
        <p:spPr>
          <a:xfrm>
            <a:off x="1490180" y="828353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61" name="Rectangle 60">
            <a:extLst>
              <a:ext uri="{FF2B5EF4-FFF2-40B4-BE49-F238E27FC236}">
                <a16:creationId xmlns:a16="http://schemas.microsoft.com/office/drawing/2014/main" id="{71888385-8094-4CE8-8F15-3ED83454D2E5}"/>
              </a:ext>
            </a:extLst>
          </p:cNvPr>
          <p:cNvSpPr/>
          <p:nvPr/>
        </p:nvSpPr>
        <p:spPr>
          <a:xfrm>
            <a:off x="2991394" y="82835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62" name="Rectangle 61">
            <a:extLst>
              <a:ext uri="{FF2B5EF4-FFF2-40B4-BE49-F238E27FC236}">
                <a16:creationId xmlns:a16="http://schemas.microsoft.com/office/drawing/2014/main" id="{985B99EB-9C58-4B0B-A6FB-4E3192809F01}"/>
              </a:ext>
            </a:extLst>
          </p:cNvPr>
          <p:cNvSpPr/>
          <p:nvPr/>
        </p:nvSpPr>
        <p:spPr>
          <a:xfrm>
            <a:off x="4495648" y="803987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63" name="Rectangle 62">
            <a:extLst>
              <a:ext uri="{FF2B5EF4-FFF2-40B4-BE49-F238E27FC236}">
                <a16:creationId xmlns:a16="http://schemas.microsoft.com/office/drawing/2014/main" id="{AECB4626-384A-48FE-BE16-CD494A0DBF98}"/>
              </a:ext>
            </a:extLst>
          </p:cNvPr>
          <p:cNvSpPr/>
          <p:nvPr/>
        </p:nvSpPr>
        <p:spPr>
          <a:xfrm>
            <a:off x="4492605" y="854981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64" name="Rectangle 63">
            <a:extLst>
              <a:ext uri="{FF2B5EF4-FFF2-40B4-BE49-F238E27FC236}">
                <a16:creationId xmlns:a16="http://schemas.microsoft.com/office/drawing/2014/main" id="{B32DF11A-4006-4748-A297-404DE1F9CDA1}"/>
              </a:ext>
            </a:extLst>
          </p:cNvPr>
          <p:cNvSpPr/>
          <p:nvPr/>
        </p:nvSpPr>
        <p:spPr>
          <a:xfrm>
            <a:off x="6007036" y="8033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65" name="Rectangle 64">
            <a:extLst>
              <a:ext uri="{FF2B5EF4-FFF2-40B4-BE49-F238E27FC236}">
                <a16:creationId xmlns:a16="http://schemas.microsoft.com/office/drawing/2014/main" id="{D459D32C-AD1F-45CD-A89F-3695050BCFA1}"/>
              </a:ext>
            </a:extLst>
          </p:cNvPr>
          <p:cNvSpPr/>
          <p:nvPr/>
        </p:nvSpPr>
        <p:spPr>
          <a:xfrm>
            <a:off x="6007036" y="840623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66" name="Rectangle 65">
            <a:extLst>
              <a:ext uri="{FF2B5EF4-FFF2-40B4-BE49-F238E27FC236}">
                <a16:creationId xmlns:a16="http://schemas.microsoft.com/office/drawing/2014/main" id="{22A2FA60-BAA2-4C9E-9976-6276A1F5AF29}"/>
              </a:ext>
            </a:extLst>
          </p:cNvPr>
          <p:cNvSpPr/>
          <p:nvPr/>
        </p:nvSpPr>
        <p:spPr>
          <a:xfrm>
            <a:off x="6000912" y="875555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cxnSp>
        <p:nvCxnSpPr>
          <p:cNvPr id="67" name="Straight Arrow Connector 66">
            <a:extLst>
              <a:ext uri="{FF2B5EF4-FFF2-40B4-BE49-F238E27FC236}">
                <a16:creationId xmlns:a16="http://schemas.microsoft.com/office/drawing/2014/main" id="{F66BC1AC-DE00-4DB4-9FFF-BB24E0FC3388}"/>
              </a:ext>
            </a:extLst>
          </p:cNvPr>
          <p:cNvCxnSpPr>
            <a:cxnSpLocks/>
            <a:stCxn id="50" idx="3"/>
            <a:endCxn id="51" idx="1"/>
          </p:cNvCxnSpPr>
          <p:nvPr/>
        </p:nvCxnSpPr>
        <p:spPr>
          <a:xfrm flipV="1">
            <a:off x="3948074" y="5274727"/>
            <a:ext cx="548430" cy="117242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68" name="Straight Arrow Connector 67">
            <a:extLst>
              <a:ext uri="{FF2B5EF4-FFF2-40B4-BE49-F238E27FC236}">
                <a16:creationId xmlns:a16="http://schemas.microsoft.com/office/drawing/2014/main" id="{A458D58C-EBE9-457B-B5F1-162E5044909D}"/>
              </a:ext>
            </a:extLst>
          </p:cNvPr>
          <p:cNvCxnSpPr>
            <a:cxnSpLocks/>
            <a:stCxn id="50" idx="3"/>
            <a:endCxn id="54" idx="1"/>
          </p:cNvCxnSpPr>
          <p:nvPr/>
        </p:nvCxnSpPr>
        <p:spPr>
          <a:xfrm>
            <a:off x="3948073" y="6447152"/>
            <a:ext cx="538408" cy="95600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69" name="Straight Arrow Connector 68">
            <a:extLst>
              <a:ext uri="{FF2B5EF4-FFF2-40B4-BE49-F238E27FC236}">
                <a16:creationId xmlns:a16="http://schemas.microsoft.com/office/drawing/2014/main" id="{8F7B5D1D-34FD-4376-BFF8-10E79A5F6573}"/>
              </a:ext>
            </a:extLst>
          </p:cNvPr>
          <p:cNvCxnSpPr>
            <a:cxnSpLocks/>
            <a:stCxn id="51" idx="3"/>
            <a:endCxn id="52" idx="1"/>
          </p:cNvCxnSpPr>
          <p:nvPr/>
        </p:nvCxnSpPr>
        <p:spPr>
          <a:xfrm flipV="1">
            <a:off x="5449286" y="4812565"/>
            <a:ext cx="551627" cy="46216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0" name="Straight Arrow Connector 69">
            <a:extLst>
              <a:ext uri="{FF2B5EF4-FFF2-40B4-BE49-F238E27FC236}">
                <a16:creationId xmlns:a16="http://schemas.microsoft.com/office/drawing/2014/main" id="{B46EC9F2-49F3-490B-8BE7-0CA667998221}"/>
              </a:ext>
            </a:extLst>
          </p:cNvPr>
          <p:cNvCxnSpPr>
            <a:cxnSpLocks/>
            <a:stCxn id="51" idx="3"/>
            <a:endCxn id="53" idx="1"/>
          </p:cNvCxnSpPr>
          <p:nvPr/>
        </p:nvCxnSpPr>
        <p:spPr>
          <a:xfrm>
            <a:off x="5449286" y="5274726"/>
            <a:ext cx="543576" cy="611616"/>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71" name="Straight Arrow Connector 70">
            <a:extLst>
              <a:ext uri="{FF2B5EF4-FFF2-40B4-BE49-F238E27FC236}">
                <a16:creationId xmlns:a16="http://schemas.microsoft.com/office/drawing/2014/main" id="{A7C30FC4-B666-447B-807F-F092B3346730}"/>
              </a:ext>
            </a:extLst>
          </p:cNvPr>
          <p:cNvCxnSpPr>
            <a:cxnSpLocks/>
            <a:stCxn id="92" idx="3"/>
          </p:cNvCxnSpPr>
          <p:nvPr/>
        </p:nvCxnSpPr>
        <p:spPr>
          <a:xfrm>
            <a:off x="6945643" y="4433293"/>
            <a:ext cx="5208917"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2" name="Straight Arrow Connector 71">
            <a:extLst>
              <a:ext uri="{FF2B5EF4-FFF2-40B4-BE49-F238E27FC236}">
                <a16:creationId xmlns:a16="http://schemas.microsoft.com/office/drawing/2014/main" id="{054CC0C7-79EC-4399-8768-1A3C0AF1033D}"/>
              </a:ext>
            </a:extLst>
          </p:cNvPr>
          <p:cNvCxnSpPr>
            <a:cxnSpLocks/>
            <a:stCxn id="55" idx="3"/>
          </p:cNvCxnSpPr>
          <p:nvPr/>
        </p:nvCxnSpPr>
        <p:spPr>
          <a:xfrm>
            <a:off x="6949543" y="7198281"/>
            <a:ext cx="5211139"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3" name="Straight Arrow Connector 72">
            <a:extLst>
              <a:ext uri="{FF2B5EF4-FFF2-40B4-BE49-F238E27FC236}">
                <a16:creationId xmlns:a16="http://schemas.microsoft.com/office/drawing/2014/main" id="{CA10B793-566D-4D20-B3EA-0B125063F0EB}"/>
              </a:ext>
            </a:extLst>
          </p:cNvPr>
          <p:cNvCxnSpPr>
            <a:cxnSpLocks/>
            <a:stCxn id="56" idx="3"/>
            <a:endCxn id="58" idx="1"/>
          </p:cNvCxnSpPr>
          <p:nvPr/>
        </p:nvCxnSpPr>
        <p:spPr>
          <a:xfrm flipV="1">
            <a:off x="6950615" y="7495842"/>
            <a:ext cx="3709888" cy="7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4" name="Straight Arrow Connector 73">
            <a:extLst>
              <a:ext uri="{FF2B5EF4-FFF2-40B4-BE49-F238E27FC236}">
                <a16:creationId xmlns:a16="http://schemas.microsoft.com/office/drawing/2014/main" id="{2EE34B8A-C17D-4215-BBCE-9ACB39DD17E1}"/>
              </a:ext>
            </a:extLst>
          </p:cNvPr>
          <p:cNvCxnSpPr>
            <a:cxnSpLocks/>
            <a:stCxn id="57" idx="3"/>
            <a:endCxn id="59" idx="1"/>
          </p:cNvCxnSpPr>
          <p:nvPr/>
        </p:nvCxnSpPr>
        <p:spPr>
          <a:xfrm flipV="1">
            <a:off x="6949543" y="7803400"/>
            <a:ext cx="3713999" cy="757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5" name="Straight Arrow Connector 74">
            <a:extLst>
              <a:ext uri="{FF2B5EF4-FFF2-40B4-BE49-F238E27FC236}">
                <a16:creationId xmlns:a16="http://schemas.microsoft.com/office/drawing/2014/main" id="{6AFBB4FD-D9D9-4DBC-8083-3E76128BDFD0}"/>
              </a:ext>
            </a:extLst>
          </p:cNvPr>
          <p:cNvCxnSpPr>
            <a:cxnSpLocks/>
            <a:stCxn id="64" idx="3"/>
          </p:cNvCxnSpPr>
          <p:nvPr/>
        </p:nvCxnSpPr>
        <p:spPr>
          <a:xfrm>
            <a:off x="6959817" y="8160727"/>
            <a:ext cx="5200866" cy="124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6" name="Straight Arrow Connector 75">
            <a:extLst>
              <a:ext uri="{FF2B5EF4-FFF2-40B4-BE49-F238E27FC236}">
                <a16:creationId xmlns:a16="http://schemas.microsoft.com/office/drawing/2014/main" id="{19327863-622A-4D2D-958A-6A73E65828F5}"/>
              </a:ext>
            </a:extLst>
          </p:cNvPr>
          <p:cNvCxnSpPr>
            <a:cxnSpLocks/>
            <a:stCxn id="65" idx="3"/>
          </p:cNvCxnSpPr>
          <p:nvPr/>
        </p:nvCxnSpPr>
        <p:spPr>
          <a:xfrm flipV="1">
            <a:off x="6959817" y="8521616"/>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7" name="Straight Arrow Connector 76">
            <a:extLst>
              <a:ext uri="{FF2B5EF4-FFF2-40B4-BE49-F238E27FC236}">
                <a16:creationId xmlns:a16="http://schemas.microsoft.com/office/drawing/2014/main" id="{7C4BC1B0-8D09-4AEC-8FF9-2A8D210701B4}"/>
              </a:ext>
            </a:extLst>
          </p:cNvPr>
          <p:cNvCxnSpPr>
            <a:cxnSpLocks/>
            <a:stCxn id="66" idx="3"/>
          </p:cNvCxnSpPr>
          <p:nvPr/>
        </p:nvCxnSpPr>
        <p:spPr>
          <a:xfrm flipV="1">
            <a:off x="6953694" y="8870933"/>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8" name="Straight Arrow Connector 77">
            <a:extLst>
              <a:ext uri="{FF2B5EF4-FFF2-40B4-BE49-F238E27FC236}">
                <a16:creationId xmlns:a16="http://schemas.microsoft.com/office/drawing/2014/main" id="{39999253-11FB-4D85-8E57-6D112A29BC97}"/>
              </a:ext>
            </a:extLst>
          </p:cNvPr>
          <p:cNvCxnSpPr>
            <a:cxnSpLocks/>
            <a:stCxn id="54" idx="3"/>
            <a:endCxn id="55" idx="1"/>
          </p:cNvCxnSpPr>
          <p:nvPr/>
        </p:nvCxnSpPr>
        <p:spPr>
          <a:xfrm flipV="1">
            <a:off x="5439262" y="7198281"/>
            <a:ext cx="557499" cy="20487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9" name="Straight Arrow Connector 78">
            <a:extLst>
              <a:ext uri="{FF2B5EF4-FFF2-40B4-BE49-F238E27FC236}">
                <a16:creationId xmlns:a16="http://schemas.microsoft.com/office/drawing/2014/main" id="{EF3C6B94-58DE-4068-89D5-D62DDBB9AD4B}"/>
              </a:ext>
            </a:extLst>
          </p:cNvPr>
          <p:cNvCxnSpPr>
            <a:cxnSpLocks/>
            <a:stCxn id="54" idx="3"/>
            <a:endCxn id="56" idx="1"/>
          </p:cNvCxnSpPr>
          <p:nvPr/>
        </p:nvCxnSpPr>
        <p:spPr>
          <a:xfrm>
            <a:off x="5439263" y="7403155"/>
            <a:ext cx="558570" cy="934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0" name="Straight Arrow Connector 79">
            <a:extLst>
              <a:ext uri="{FF2B5EF4-FFF2-40B4-BE49-F238E27FC236}">
                <a16:creationId xmlns:a16="http://schemas.microsoft.com/office/drawing/2014/main" id="{5293EFDC-09C3-4C0C-AAC5-9C73BBD0EBC3}"/>
              </a:ext>
            </a:extLst>
          </p:cNvPr>
          <p:cNvCxnSpPr>
            <a:cxnSpLocks/>
            <a:stCxn id="54" idx="3"/>
            <a:endCxn id="57" idx="1"/>
          </p:cNvCxnSpPr>
          <p:nvPr/>
        </p:nvCxnSpPr>
        <p:spPr>
          <a:xfrm>
            <a:off x="5439263" y="7403155"/>
            <a:ext cx="557498" cy="40782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1" name="Straight Arrow Connector 80">
            <a:extLst>
              <a:ext uri="{FF2B5EF4-FFF2-40B4-BE49-F238E27FC236}">
                <a16:creationId xmlns:a16="http://schemas.microsoft.com/office/drawing/2014/main" id="{25F1D0FF-EB60-4D63-9E7B-3CAADBD2844F}"/>
              </a:ext>
            </a:extLst>
          </p:cNvPr>
          <p:cNvCxnSpPr>
            <a:cxnSpLocks/>
            <a:stCxn id="62" idx="3"/>
            <a:endCxn id="64" idx="1"/>
          </p:cNvCxnSpPr>
          <p:nvPr/>
        </p:nvCxnSpPr>
        <p:spPr>
          <a:xfrm flipV="1">
            <a:off x="5448429" y="8160726"/>
            <a:ext cx="558606" cy="646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2" name="Straight Arrow Connector 81">
            <a:extLst>
              <a:ext uri="{FF2B5EF4-FFF2-40B4-BE49-F238E27FC236}">
                <a16:creationId xmlns:a16="http://schemas.microsoft.com/office/drawing/2014/main" id="{21382894-DCD5-4DB3-A118-700DB7D0450D}"/>
              </a:ext>
            </a:extLst>
          </p:cNvPr>
          <p:cNvCxnSpPr>
            <a:cxnSpLocks/>
            <a:stCxn id="63" idx="3"/>
            <a:endCxn id="65" idx="1"/>
          </p:cNvCxnSpPr>
          <p:nvPr/>
        </p:nvCxnSpPr>
        <p:spPr>
          <a:xfrm flipV="1">
            <a:off x="5445386" y="8533548"/>
            <a:ext cx="561649" cy="14358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3" name="Straight Arrow Connector 82">
            <a:extLst>
              <a:ext uri="{FF2B5EF4-FFF2-40B4-BE49-F238E27FC236}">
                <a16:creationId xmlns:a16="http://schemas.microsoft.com/office/drawing/2014/main" id="{1B7E3A95-B1A7-4652-A777-3F35D04F13D0}"/>
              </a:ext>
            </a:extLst>
          </p:cNvPr>
          <p:cNvCxnSpPr>
            <a:cxnSpLocks/>
            <a:stCxn id="63" idx="3"/>
            <a:endCxn id="66" idx="1"/>
          </p:cNvCxnSpPr>
          <p:nvPr/>
        </p:nvCxnSpPr>
        <p:spPr>
          <a:xfrm>
            <a:off x="5445386" y="8677128"/>
            <a:ext cx="555526" cy="20573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4" name="Straight Arrow Connector 83">
            <a:extLst>
              <a:ext uri="{FF2B5EF4-FFF2-40B4-BE49-F238E27FC236}">
                <a16:creationId xmlns:a16="http://schemas.microsoft.com/office/drawing/2014/main" id="{A7A925A2-C39B-49E6-9B80-A29B717BA1FB}"/>
              </a:ext>
            </a:extLst>
          </p:cNvPr>
          <p:cNvCxnSpPr>
            <a:cxnSpLocks/>
            <a:stCxn id="60" idx="3"/>
            <a:endCxn id="61" idx="1"/>
          </p:cNvCxnSpPr>
          <p:nvPr/>
        </p:nvCxnSpPr>
        <p:spPr>
          <a:xfrm>
            <a:off x="2442962" y="8410845"/>
            <a:ext cx="548432"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5" name="Straight Arrow Connector 84">
            <a:extLst>
              <a:ext uri="{FF2B5EF4-FFF2-40B4-BE49-F238E27FC236}">
                <a16:creationId xmlns:a16="http://schemas.microsoft.com/office/drawing/2014/main" id="{91233978-DD2F-48D1-B891-1EDE2E6AB672}"/>
              </a:ext>
            </a:extLst>
          </p:cNvPr>
          <p:cNvCxnSpPr>
            <a:cxnSpLocks/>
            <a:stCxn id="61" idx="3"/>
            <a:endCxn id="62" idx="1"/>
          </p:cNvCxnSpPr>
          <p:nvPr/>
        </p:nvCxnSpPr>
        <p:spPr>
          <a:xfrm flipV="1">
            <a:off x="3944175" y="8167188"/>
            <a:ext cx="551473" cy="24365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6" name="Straight Arrow Connector 85">
            <a:extLst>
              <a:ext uri="{FF2B5EF4-FFF2-40B4-BE49-F238E27FC236}">
                <a16:creationId xmlns:a16="http://schemas.microsoft.com/office/drawing/2014/main" id="{EBBCAC1D-EDA6-4562-977E-E49B134496BD}"/>
              </a:ext>
            </a:extLst>
          </p:cNvPr>
          <p:cNvCxnSpPr>
            <a:cxnSpLocks/>
            <a:stCxn id="61" idx="3"/>
            <a:endCxn id="63" idx="1"/>
          </p:cNvCxnSpPr>
          <p:nvPr/>
        </p:nvCxnSpPr>
        <p:spPr>
          <a:xfrm>
            <a:off x="3944175" y="8410845"/>
            <a:ext cx="548430" cy="26628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7" name="Straight Arrow Connector 86">
            <a:extLst>
              <a:ext uri="{FF2B5EF4-FFF2-40B4-BE49-F238E27FC236}">
                <a16:creationId xmlns:a16="http://schemas.microsoft.com/office/drawing/2014/main" id="{C5D190C3-81A3-4077-B335-B3E487EFA780}"/>
              </a:ext>
            </a:extLst>
          </p:cNvPr>
          <p:cNvCxnSpPr>
            <a:cxnSpLocks/>
            <a:stCxn id="58" idx="3"/>
          </p:cNvCxnSpPr>
          <p:nvPr/>
        </p:nvCxnSpPr>
        <p:spPr>
          <a:xfrm flipV="1">
            <a:off x="11613284" y="7494078"/>
            <a:ext cx="547399" cy="176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8" name="Straight Arrow Connector 87">
            <a:extLst>
              <a:ext uri="{FF2B5EF4-FFF2-40B4-BE49-F238E27FC236}">
                <a16:creationId xmlns:a16="http://schemas.microsoft.com/office/drawing/2014/main" id="{AFFBD7B7-BBFD-49D2-BBDF-0F75A5180039}"/>
              </a:ext>
            </a:extLst>
          </p:cNvPr>
          <p:cNvCxnSpPr>
            <a:cxnSpLocks/>
            <a:stCxn id="59" idx="3"/>
          </p:cNvCxnSpPr>
          <p:nvPr/>
        </p:nvCxnSpPr>
        <p:spPr>
          <a:xfrm>
            <a:off x="11616323" y="7803400"/>
            <a:ext cx="544360"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9" name="Straight Arrow Connector 88">
            <a:extLst>
              <a:ext uri="{FF2B5EF4-FFF2-40B4-BE49-F238E27FC236}">
                <a16:creationId xmlns:a16="http://schemas.microsoft.com/office/drawing/2014/main" id="{DB1E8405-EC5F-434A-9FBC-362021D762FA}"/>
              </a:ext>
            </a:extLst>
          </p:cNvPr>
          <p:cNvCxnSpPr>
            <a:cxnSpLocks/>
            <a:stCxn id="12" idx="2"/>
            <a:endCxn id="50" idx="0"/>
          </p:cNvCxnSpPr>
          <p:nvPr/>
        </p:nvCxnSpPr>
        <p:spPr>
          <a:xfrm>
            <a:off x="1970469" y="4261287"/>
            <a:ext cx="1501214" cy="205855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graphicFrame>
        <p:nvGraphicFramePr>
          <p:cNvPr id="91" name="Table 90">
            <a:extLst>
              <a:ext uri="{FF2B5EF4-FFF2-40B4-BE49-F238E27FC236}">
                <a16:creationId xmlns:a16="http://schemas.microsoft.com/office/drawing/2014/main" id="{3CFB8AB4-FEFB-4A84-B384-AEC2F695BE45}"/>
              </a:ext>
            </a:extLst>
          </p:cNvPr>
          <p:cNvGraphicFramePr>
            <a:graphicFrameLocks noGrp="1"/>
          </p:cNvGraphicFramePr>
          <p:nvPr/>
        </p:nvGraphicFramePr>
        <p:xfrm>
          <a:off x="12188847" y="252569"/>
          <a:ext cx="3865996" cy="8887401"/>
        </p:xfrm>
        <a:graphic>
          <a:graphicData uri="http://schemas.openxmlformats.org/drawingml/2006/table">
            <a:tbl>
              <a:tblPr firstRow="1" bandRow="1">
                <a:tableStyleId>{5C22544A-7EE6-4342-B048-85BDC9FD1C3A}</a:tableStyleId>
              </a:tblPr>
              <a:tblGrid>
                <a:gridCol w="1996829">
                  <a:extLst>
                    <a:ext uri="{9D8B030D-6E8A-4147-A177-3AD203B41FA5}">
                      <a16:colId xmlns:a16="http://schemas.microsoft.com/office/drawing/2014/main" val="330647270"/>
                    </a:ext>
                  </a:extLst>
                </a:gridCol>
                <a:gridCol w="1869167">
                  <a:extLst>
                    <a:ext uri="{9D8B030D-6E8A-4147-A177-3AD203B41FA5}">
                      <a16:colId xmlns:a16="http://schemas.microsoft.com/office/drawing/2014/main" val="1448204881"/>
                    </a:ext>
                  </a:extLst>
                </a:gridCol>
              </a:tblGrid>
              <a:tr h="284958">
                <a:tc>
                  <a:txBody>
                    <a:bodyPr/>
                    <a:lstStyle/>
                    <a:p>
                      <a:r>
                        <a:rPr lang="nl-BE" sz="900" dirty="0"/>
                        <a:t>Assumpties voldaan</a:t>
                      </a:r>
                    </a:p>
                  </a:txBody>
                  <a:tcPr marL="95484" marR="95484" marT="47743" marB="47743"/>
                </a:tc>
                <a:tc>
                  <a:txBody>
                    <a:bodyPr/>
                    <a:lstStyle/>
                    <a:p>
                      <a:r>
                        <a:rPr lang="nl-BE" sz="900" dirty="0"/>
                        <a:t>Assumpties niet voldaan</a:t>
                      </a:r>
                    </a:p>
                  </a:txBody>
                  <a:tcPr marL="95484" marR="95484" marT="47743" marB="47743"/>
                </a:tc>
                <a:extLst>
                  <a:ext uri="{0D108BD9-81ED-4DB2-BD59-A6C34878D82A}">
                    <a16:rowId xmlns:a16="http://schemas.microsoft.com/office/drawing/2014/main" val="888959899"/>
                  </a:ext>
                </a:extLst>
              </a:tr>
              <a:tr h="560507">
                <a:tc>
                  <a:txBody>
                    <a:bodyPr/>
                    <a:lstStyle/>
                    <a:p>
                      <a:pPr marL="171450" indent="-171450">
                        <a:buFont typeface="Arial" panose="020B0604020202020204" pitchFamily="34" charset="0"/>
                        <a:buChar char="•"/>
                      </a:pPr>
                      <a:r>
                        <a:rPr lang="nl-BE" sz="900" dirty="0"/>
                        <a:t>Enkelvoudige lineaire regressie</a:t>
                      </a:r>
                    </a:p>
                    <a:p>
                      <a:pPr marL="171450" indent="-171450">
                        <a:buFont typeface="Arial" panose="020B0604020202020204" pitchFamily="34" charset="0"/>
                        <a:buChar char="•"/>
                      </a:pPr>
                      <a:r>
                        <a:rPr lang="nl-BE" sz="900" dirty="0"/>
                        <a:t>Pearson correlatietoets</a:t>
                      </a:r>
                    </a:p>
                  </a:txBody>
                  <a:tcPr marL="95484" marR="95484" marT="47743" marB="47743"/>
                </a:tc>
                <a:tc>
                  <a:txBody>
                    <a:bodyPr/>
                    <a:lstStyle/>
                    <a:p>
                      <a:pPr marL="171450" indent="-171450">
                        <a:buFont typeface="Arial" panose="020B0604020202020204" pitchFamily="34" charset="0"/>
                        <a:buChar char="•"/>
                      </a:pPr>
                      <a:r>
                        <a:rPr lang="nl-BE" sz="900" dirty="0"/>
                        <a:t>Bootstrap regressie</a:t>
                      </a:r>
                    </a:p>
                    <a:p>
                      <a:pPr marL="171450" indent="-171450">
                        <a:buFont typeface="Arial" panose="020B0604020202020204" pitchFamily="34" charset="0"/>
                        <a:buChar char="•"/>
                      </a:pPr>
                      <a:r>
                        <a:rPr lang="nl-BE" sz="900" dirty="0" err="1"/>
                        <a:t>Spearman</a:t>
                      </a:r>
                      <a:r>
                        <a:rPr lang="nl-BE" sz="900" dirty="0"/>
                        <a:t> rangcorrelatietoets</a:t>
                      </a:r>
                    </a:p>
                    <a:p>
                      <a:pPr marL="171450" indent="-171450">
                        <a:buFont typeface="Arial" panose="020B0604020202020204" pitchFamily="34" charset="0"/>
                        <a:buChar char="•"/>
                      </a:pPr>
                      <a:r>
                        <a:rPr lang="nl-BE" sz="900" dirty="0" err="1"/>
                        <a:t>Kendall’s</a:t>
                      </a:r>
                      <a:r>
                        <a:rPr lang="nl-BE" sz="900" dirty="0"/>
                        <a:t> </a:t>
                      </a:r>
                      <a:r>
                        <a:rPr lang="nl-BE" sz="900" dirty="0" err="1"/>
                        <a:t>Tau</a:t>
                      </a:r>
                      <a:r>
                        <a:rPr lang="nl-BE" sz="900" dirty="0"/>
                        <a:t> correlatietoets</a:t>
                      </a:r>
                    </a:p>
                  </a:txBody>
                  <a:tcPr marL="95484" marR="95484" marT="47743" marB="47743"/>
                </a:tc>
                <a:extLst>
                  <a:ext uri="{0D108BD9-81ED-4DB2-BD59-A6C34878D82A}">
                    <a16:rowId xmlns:a16="http://schemas.microsoft.com/office/drawing/2014/main" val="2977589819"/>
                  </a:ext>
                </a:extLst>
              </a:tr>
              <a:tr h="388340">
                <a:tc>
                  <a:txBody>
                    <a:bodyPr/>
                    <a:lstStyle/>
                    <a:p>
                      <a:pPr marL="171450" indent="-171450">
                        <a:buFont typeface="Arial" panose="020B0604020202020204" pitchFamily="34" charset="0"/>
                        <a:buChar char="•"/>
                      </a:pPr>
                      <a:r>
                        <a:rPr lang="nl-BE" sz="900" dirty="0"/>
                        <a:t>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Wilcoxon rangtekentoets</a:t>
                      </a:r>
                    </a:p>
                  </a:txBody>
                  <a:tcPr marL="95484" marR="95484" marT="47743" marB="47743"/>
                </a:tc>
                <a:extLst>
                  <a:ext uri="{0D108BD9-81ED-4DB2-BD59-A6C34878D82A}">
                    <a16:rowId xmlns:a16="http://schemas.microsoft.com/office/drawing/2014/main" val="1954769090"/>
                  </a:ext>
                </a:extLst>
              </a:tr>
              <a:tr h="388340">
                <a:tc>
                  <a:txBody>
                    <a:bodyPr/>
                    <a:lstStyle/>
                    <a:p>
                      <a:pPr marL="171450" indent="-171450">
                        <a:buFont typeface="Arial" panose="020B0604020202020204" pitchFamily="34" charset="0"/>
                        <a:buChar char="•"/>
                      </a:pPr>
                      <a:r>
                        <a:rPr lang="nl-BE" sz="900" dirty="0"/>
                        <a:t>Onafhankelijke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Mann-</a:t>
                      </a:r>
                      <a:r>
                        <a:rPr lang="nl-BE" sz="900" dirty="0" err="1"/>
                        <a:t>Whitney</a:t>
                      </a:r>
                      <a:r>
                        <a:rPr lang="nl-BE" sz="900" dirty="0"/>
                        <a:t> toets</a:t>
                      </a:r>
                    </a:p>
                  </a:txBody>
                  <a:tcPr marL="95484" marR="95484" marT="47743" marB="47743"/>
                </a:tc>
                <a:extLst>
                  <a:ext uri="{0D108BD9-81ED-4DB2-BD59-A6C34878D82A}">
                    <a16:rowId xmlns:a16="http://schemas.microsoft.com/office/drawing/2014/main" val="2173673390"/>
                  </a:ext>
                </a:extLst>
              </a:tr>
              <a:tr h="388340">
                <a:tc>
                  <a:txBody>
                    <a:bodyPr/>
                    <a:lstStyle/>
                    <a:p>
                      <a:pPr marL="171450" indent="-171450">
                        <a:buFont typeface="Arial" panose="020B0604020202020204" pitchFamily="34" charset="0"/>
                        <a:buChar char="•"/>
                      </a:pPr>
                      <a:r>
                        <a:rPr lang="nl-BE" sz="900" dirty="0"/>
                        <a:t>One-way repeated measures ANOVA</a:t>
                      </a:r>
                    </a:p>
                  </a:txBody>
                  <a:tcPr marL="95484" marR="95484" marT="47743" marB="47743"/>
                </a:tc>
                <a:tc>
                  <a:txBody>
                    <a:bodyPr/>
                    <a:lstStyle/>
                    <a:p>
                      <a:pPr marL="171450" indent="-171450">
                        <a:buFont typeface="Arial" panose="020B0604020202020204" pitchFamily="34" charset="0"/>
                        <a:buChar char="•"/>
                      </a:pPr>
                      <a:r>
                        <a:rPr lang="nl-BE" sz="900" dirty="0"/>
                        <a:t>Friedman toets</a:t>
                      </a:r>
                    </a:p>
                  </a:txBody>
                  <a:tcPr marL="95484" marR="95484" marT="47743" marB="47743"/>
                </a:tc>
                <a:extLst>
                  <a:ext uri="{0D108BD9-81ED-4DB2-BD59-A6C34878D82A}">
                    <a16:rowId xmlns:a16="http://schemas.microsoft.com/office/drawing/2014/main" val="130149893"/>
                  </a:ext>
                </a:extLst>
              </a:tr>
              <a:tr h="388340">
                <a:tc>
                  <a:txBody>
                    <a:bodyPr/>
                    <a:lstStyle/>
                    <a:p>
                      <a:pPr marL="171450" indent="-171450">
                        <a:buFont typeface="Arial" panose="020B0604020202020204" pitchFamily="34" charset="0"/>
                        <a:buChar char="•"/>
                      </a:pPr>
                      <a:r>
                        <a:rPr lang="nl-BE" sz="900" dirty="0"/>
                        <a:t>One-way independent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Kruskal</a:t>
                      </a:r>
                      <a:r>
                        <a:rPr lang="nl-BE" sz="900" dirty="0"/>
                        <a:t>-Wallis toets</a:t>
                      </a:r>
                    </a:p>
                  </a:txBody>
                  <a:tcPr marL="95484" marR="95484" marT="47743" marB="47743"/>
                </a:tc>
                <a:extLst>
                  <a:ext uri="{0D108BD9-81ED-4DB2-BD59-A6C34878D82A}">
                    <a16:rowId xmlns:a16="http://schemas.microsoft.com/office/drawing/2014/main" val="2117315973"/>
                  </a:ext>
                </a:extLst>
              </a:tr>
              <a:tr h="386671">
                <a:tc>
                  <a:txBody>
                    <a:bodyPr/>
                    <a:lstStyle/>
                    <a:p>
                      <a:pPr marL="171450" indent="-171450">
                        <a:buFont typeface="Arial" panose="020B0604020202020204" pitchFamily="34" charset="0"/>
                        <a:buChar char="•"/>
                      </a:pPr>
                      <a:r>
                        <a:rPr lang="nl-BE" sz="900" dirty="0"/>
                        <a:t>Meervoudige lineaire regressie</a:t>
                      </a:r>
                    </a:p>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Partiële correlatietoets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2174757889"/>
                  </a:ext>
                </a:extLst>
              </a:tr>
              <a:tr h="388340">
                <a:tc>
                  <a:txBody>
                    <a:bodyPr/>
                    <a:lstStyle/>
                    <a:p>
                      <a:pPr marL="171450" indent="-171450">
                        <a:buFont typeface="Arial" panose="020B0604020202020204" pitchFamily="34" charset="0"/>
                        <a:buChar char="•"/>
                      </a:pPr>
                      <a:r>
                        <a:rPr lang="nl-BE" sz="900" dirty="0"/>
                        <a:t>Factorial repeated measures ANOVA</a:t>
                      </a:r>
                      <a:endParaRPr lang="nl-BE" sz="900" dirty="0">
                        <a:solidFill>
                          <a:schemeClr val="tx1"/>
                        </a:solidFill>
                      </a:endParaRPr>
                    </a:p>
                  </a:txBody>
                  <a:tcPr marL="95484" marR="95484" marT="47743" marB="47743"/>
                </a:tc>
                <a:tc>
                  <a:txBody>
                    <a:bodyPr/>
                    <a:lstStyle/>
                    <a:p>
                      <a:pPr marL="0" indent="0">
                        <a:buFont typeface="Arial" panose="020B0604020202020204" pitchFamily="34" charset="0"/>
                        <a:buNone/>
                      </a:pPr>
                      <a:endParaRPr lang="nl-BE" sz="900" dirty="0"/>
                    </a:p>
                  </a:txBody>
                  <a:tcPr marL="95484" marR="95484" marT="47743" marB="47743"/>
                </a:tc>
                <a:extLst>
                  <a:ext uri="{0D108BD9-81ED-4DB2-BD59-A6C34878D82A}">
                    <a16:rowId xmlns:a16="http://schemas.microsoft.com/office/drawing/2014/main" val="1728751502"/>
                  </a:ext>
                </a:extLst>
              </a:tr>
              <a:tr h="397423">
                <a:tc>
                  <a:txBody>
                    <a:bodyPr/>
                    <a:lstStyle/>
                    <a:p>
                      <a:pPr marL="171450" indent="-171450">
                        <a:buFont typeface="Arial" panose="020B0604020202020204" pitchFamily="34" charset="0"/>
                        <a:buChar char="•"/>
                      </a:pPr>
                      <a:r>
                        <a:rPr lang="nl-BE" sz="900" dirty="0" err="1"/>
                        <a:t>Two</a:t>
                      </a:r>
                      <a:r>
                        <a:rPr lang="nl-BE" sz="900" dirty="0"/>
                        <a:t>-way mixed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942875459"/>
                  </a:ext>
                </a:extLst>
              </a:tr>
              <a:tr h="460435">
                <a:tc>
                  <a:txBody>
                    <a:bodyPr/>
                    <a:lstStyle/>
                    <a:p>
                      <a:pPr marL="171450" indent="-171450">
                        <a:buFont typeface="Arial" panose="020B0604020202020204" pitchFamily="34" charset="0"/>
                        <a:buChar char="•"/>
                      </a:pPr>
                      <a:r>
                        <a:rPr lang="nl-BE" sz="900" dirty="0"/>
                        <a:t>Factorial independent ANOVA</a:t>
                      </a:r>
                    </a:p>
                    <a:p>
                      <a:pPr marL="171450" indent="-171450">
                        <a:buFont typeface="Arial" panose="020B0604020202020204" pitchFamily="34" charset="0"/>
                        <a:buChar char="•"/>
                      </a:pPr>
                      <a:r>
                        <a:rPr lang="nl-BE" sz="900" dirty="0"/>
                        <a:t>Meervoudige lineaire regressie</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1610346840"/>
                  </a:ext>
                </a:extLst>
              </a:tr>
              <a:tr h="388340">
                <a:tc>
                  <a:txBody>
                    <a:bodyPr/>
                    <a:lstStyle/>
                    <a:p>
                      <a:pPr marL="171450" indent="-171450">
                        <a:buFont typeface="Arial" panose="020B0604020202020204" pitchFamily="34" charset="0"/>
                        <a:buChar char="•"/>
                      </a:pPr>
                      <a:r>
                        <a:rPr lang="nl-BE" sz="900" dirty="0"/>
                        <a:t>Meervoudige lineaire regressie</a:t>
                      </a:r>
                    </a:p>
                    <a:p>
                      <a:pPr marL="171450" indent="-171450">
                        <a:buFont typeface="Arial" panose="020B0604020202020204" pitchFamily="34" charset="0"/>
                        <a:buChar char="•"/>
                      </a:pPr>
                      <a:r>
                        <a:rPr lang="nl-BE" sz="900" dirty="0"/>
                        <a:t>ANCOVA</a:t>
                      </a:r>
                      <a:endParaRPr lang="nl-BE" sz="900" dirty="0">
                        <a:solidFill>
                          <a:schemeClr val="tx1"/>
                        </a:solidFill>
                      </a:endParaRPr>
                    </a:p>
                  </a:txBody>
                  <a:tcPr marL="95484" marR="95484" marT="47743" marB="47743"/>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Bootstrapped</a:t>
                      </a:r>
                      <a:r>
                        <a:rPr lang="nl-BE" sz="900" dirty="0"/>
                        <a:t> regressie</a:t>
                      </a:r>
                    </a:p>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849837734"/>
                  </a:ext>
                </a:extLst>
              </a:tr>
              <a:tr h="383583">
                <a:tc>
                  <a:txBody>
                    <a:bodyPr/>
                    <a:lstStyle/>
                    <a:p>
                      <a:pPr marL="171450" indent="-171450">
                        <a:buFont typeface="Arial" panose="020B0604020202020204" pitchFamily="34" charset="0"/>
                        <a:buChar char="•"/>
                      </a:pPr>
                      <a:r>
                        <a:rPr lang="nl-BE" sz="900" dirty="0"/>
                        <a:t>Logistische regressie</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Kendall’s</a:t>
                      </a:r>
                      <a:r>
                        <a:rPr lang="nl-BE" sz="900" dirty="0"/>
                        <a:t> </a:t>
                      </a:r>
                      <a:r>
                        <a:rPr lang="nl-BE" sz="900" dirty="0" err="1"/>
                        <a:t>Tau</a:t>
                      </a:r>
                      <a:r>
                        <a:rPr lang="nl-BE" sz="900" dirty="0"/>
                        <a:t> correlatietoets</a:t>
                      </a:r>
                    </a:p>
                    <a:p>
                      <a:endParaRPr lang="nl-BE" sz="900" dirty="0"/>
                    </a:p>
                  </a:txBody>
                  <a:tcPr marL="95484" marR="95484" marT="47743" marB="47743"/>
                </a:tc>
                <a:extLst>
                  <a:ext uri="{0D108BD9-81ED-4DB2-BD59-A6C34878D82A}">
                    <a16:rowId xmlns:a16="http://schemas.microsoft.com/office/drawing/2014/main" val="669987252"/>
                  </a:ext>
                </a:extLst>
              </a:tr>
              <a:tr h="388340">
                <a:tc>
                  <a:txBody>
                    <a:bodyPr/>
                    <a:lstStyle/>
                    <a:p>
                      <a:pPr marL="171450" indent="-171450">
                        <a:buFont typeface="Arial" panose="020B0604020202020204" pitchFamily="34" charset="0"/>
                        <a:buChar char="•"/>
                      </a:pPr>
                      <a:r>
                        <a:rPr lang="nl-BE" sz="900" dirty="0"/>
                        <a:t>Mc </a:t>
                      </a:r>
                      <a:r>
                        <a:rPr lang="nl-BE" sz="900" dirty="0" err="1"/>
                        <a:t>Nemar‘s</a:t>
                      </a:r>
                      <a:r>
                        <a:rPr lang="nl-BE" sz="900" dirty="0"/>
                        <a:t> toets (2 = groepen)</a:t>
                      </a:r>
                    </a:p>
                    <a:p>
                      <a:pPr marL="171450" indent="-171450">
                        <a:buFont typeface="Arial" panose="020B0604020202020204" pitchFamily="34" charset="0"/>
                        <a:buChar char="•"/>
                      </a:pPr>
                      <a:r>
                        <a:rPr lang="nl-BE" sz="900" dirty="0" err="1"/>
                        <a:t>Cochran’s</a:t>
                      </a:r>
                      <a:r>
                        <a:rPr lang="nl-BE" sz="900" dirty="0"/>
                        <a:t> Q ( &gt;2 = groepen)</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453719200"/>
                  </a:ext>
                </a:extLst>
              </a:tr>
              <a:tr h="315005">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Chi-kwadraat 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Fisher’s</a:t>
                      </a:r>
                      <a:r>
                        <a:rPr lang="nl-BE" sz="900" dirty="0"/>
                        <a:t> Exact toets</a:t>
                      </a:r>
                    </a:p>
                  </a:txBody>
                  <a:tcPr marL="95484" marR="95484" marT="47743" marB="47743"/>
                </a:tc>
                <a:extLst>
                  <a:ext uri="{0D108BD9-81ED-4DB2-BD59-A6C34878D82A}">
                    <a16:rowId xmlns:a16="http://schemas.microsoft.com/office/drawing/2014/main" val="3143618597"/>
                  </a:ext>
                </a:extLst>
              </a:tr>
              <a:tr h="295752">
                <a:tc>
                  <a:txBody>
                    <a:bodyPr/>
                    <a:lstStyle/>
                    <a:p>
                      <a:pPr marL="171450" indent="-171450">
                        <a:buFont typeface="Arial" panose="020B0604020202020204" pitchFamily="34" charset="0"/>
                        <a:buChar char="•"/>
                      </a:pPr>
                      <a:r>
                        <a:rPr lang="nl-BE" sz="900" dirty="0"/>
                        <a:t>Wilcoxon rangtekentoets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2810806693"/>
                  </a:ext>
                </a:extLst>
              </a:tr>
              <a:tr h="353076">
                <a:tc>
                  <a:txBody>
                    <a:bodyPr/>
                    <a:lstStyle/>
                    <a:p>
                      <a:pPr marL="171450" indent="-171450">
                        <a:buFont typeface="Arial" panose="020B0604020202020204" pitchFamily="34" charset="0"/>
                        <a:buChar char="•"/>
                      </a:pPr>
                      <a:r>
                        <a:rPr lang="nl-BE" sz="900" dirty="0"/>
                        <a:t>Mann-</a:t>
                      </a:r>
                      <a:r>
                        <a:rPr lang="nl-BE" sz="900" dirty="0" err="1"/>
                        <a:t>Whitney</a:t>
                      </a:r>
                      <a:r>
                        <a:rPr lang="nl-BE" sz="900" dirty="0"/>
                        <a:t> toets </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541950377"/>
                  </a:ext>
                </a:extLst>
              </a:tr>
              <a:tr h="295752">
                <a:tc>
                  <a:txBody>
                    <a:bodyPr/>
                    <a:lstStyle/>
                    <a:p>
                      <a:pPr marL="171450" indent="-171450">
                        <a:buFont typeface="Arial" panose="020B0604020202020204" pitchFamily="34" charset="0"/>
                        <a:buChar char="•"/>
                      </a:pPr>
                      <a:r>
                        <a:rPr lang="nl-BE" sz="900" dirty="0"/>
                        <a:t>Friedman 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20669499"/>
                  </a:ext>
                </a:extLst>
              </a:tr>
              <a:tr h="383583">
                <a:tc>
                  <a:txBody>
                    <a:bodyPr/>
                    <a:lstStyle/>
                    <a:p>
                      <a:pPr marL="171450" indent="-171450">
                        <a:buFont typeface="Arial" panose="020B0604020202020204" pitchFamily="34" charset="0"/>
                        <a:buChar char="•"/>
                      </a:pPr>
                      <a:r>
                        <a:rPr lang="nl-BE" sz="900" dirty="0" err="1"/>
                        <a:t>Kruskal</a:t>
                      </a:r>
                      <a:r>
                        <a:rPr lang="nl-BE" sz="900" dirty="0"/>
                        <a:t>-Wallis toets </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503519648"/>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905367483"/>
                  </a:ext>
                </a:extLst>
              </a:tr>
              <a:tr h="295752">
                <a:tc>
                  <a:txBody>
                    <a:bodyPr/>
                    <a:lstStyle/>
                    <a:p>
                      <a:pPr marL="171450" indent="-171450">
                        <a:buFont typeface="Arial" panose="020B0604020202020204" pitchFamily="34" charset="0"/>
                        <a:buChar char="•"/>
                      </a:pPr>
                      <a:r>
                        <a:rPr lang="nl-BE" sz="900" dirty="0"/>
                        <a:t>Loglineaire analyse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08130183"/>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441151215"/>
                  </a:ext>
                </a:extLst>
              </a:tr>
              <a:tr h="388340">
                <a:tc>
                  <a:txBody>
                    <a:bodyPr/>
                    <a:lstStyle/>
                    <a:p>
                      <a:pPr marL="171450" indent="-171450">
                        <a:buFont typeface="Arial" panose="020B0604020202020204" pitchFamily="34" charset="0"/>
                        <a:buChar char="•"/>
                      </a:pPr>
                      <a:r>
                        <a:rPr lang="nl-BE" sz="900" dirty="0"/>
                        <a:t>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3003505826"/>
                  </a:ext>
                </a:extLst>
              </a:tr>
              <a:tr h="388340">
                <a:tc>
                  <a:txBody>
                    <a:bodyPr/>
                    <a:lstStyle/>
                    <a:p>
                      <a:pPr marL="171450" indent="-171450">
                        <a:buFont typeface="Arial" panose="020B0604020202020204" pitchFamily="34" charset="0"/>
                        <a:buChar char="•"/>
                      </a:pPr>
                      <a:r>
                        <a:rPr lang="nl-BE" sz="900" dirty="0"/>
                        <a:t>Factorial 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1426545209"/>
                  </a:ext>
                </a:extLst>
              </a:tr>
              <a:tr h="388340">
                <a:tc>
                  <a:txBody>
                    <a:bodyPr/>
                    <a:lstStyle/>
                    <a:p>
                      <a:pPr marL="171450" indent="-171450">
                        <a:buFont typeface="Arial" panose="020B0604020202020204" pitchFamily="34" charset="0"/>
                        <a:buChar char="•"/>
                      </a:pPr>
                      <a:r>
                        <a:rPr lang="nl-BE" sz="900" dirty="0"/>
                        <a:t>MANCOVA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24420842"/>
                  </a:ext>
                </a:extLst>
              </a:tr>
            </a:tbl>
          </a:graphicData>
        </a:graphic>
      </p:graphicFrame>
      <p:sp>
        <p:nvSpPr>
          <p:cNvPr id="92" name="Rectangle 91">
            <a:extLst>
              <a:ext uri="{FF2B5EF4-FFF2-40B4-BE49-F238E27FC236}">
                <a16:creationId xmlns:a16="http://schemas.microsoft.com/office/drawing/2014/main" id="{838DDEF0-43B8-4A92-A651-844BAF4F6F44}"/>
              </a:ext>
            </a:extLst>
          </p:cNvPr>
          <p:cNvSpPr/>
          <p:nvPr/>
        </p:nvSpPr>
        <p:spPr>
          <a:xfrm>
            <a:off x="5992862" y="430598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cxnSp>
        <p:nvCxnSpPr>
          <p:cNvPr id="93" name="Straight Arrow Connector 92">
            <a:extLst>
              <a:ext uri="{FF2B5EF4-FFF2-40B4-BE49-F238E27FC236}">
                <a16:creationId xmlns:a16="http://schemas.microsoft.com/office/drawing/2014/main" id="{D87290EF-50FC-4CE6-BABA-BF2AEC1D09AD}"/>
              </a:ext>
            </a:extLst>
          </p:cNvPr>
          <p:cNvCxnSpPr>
            <a:cxnSpLocks/>
            <a:stCxn id="23" idx="3"/>
            <a:endCxn id="92" idx="1"/>
          </p:cNvCxnSpPr>
          <p:nvPr/>
        </p:nvCxnSpPr>
        <p:spPr>
          <a:xfrm>
            <a:off x="5455978" y="3625021"/>
            <a:ext cx="536883" cy="8082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94" name="Straight Arrow Connector 93">
            <a:extLst>
              <a:ext uri="{FF2B5EF4-FFF2-40B4-BE49-F238E27FC236}">
                <a16:creationId xmlns:a16="http://schemas.microsoft.com/office/drawing/2014/main" id="{32A7FE00-92F1-42F4-9CA6-2D7D54210A65}"/>
              </a:ext>
            </a:extLst>
          </p:cNvPr>
          <p:cNvCxnSpPr>
            <a:cxnSpLocks/>
            <a:stCxn id="52" idx="3"/>
          </p:cNvCxnSpPr>
          <p:nvPr/>
        </p:nvCxnSpPr>
        <p:spPr>
          <a:xfrm>
            <a:off x="6953694" y="4812564"/>
            <a:ext cx="5069406"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95" name="TextBox 94">
            <a:extLst>
              <a:ext uri="{FF2B5EF4-FFF2-40B4-BE49-F238E27FC236}">
                <a16:creationId xmlns:a16="http://schemas.microsoft.com/office/drawing/2014/main" id="{9D1263EB-098B-4F10-98A9-2D8F062F9BC0}"/>
              </a:ext>
            </a:extLst>
          </p:cNvPr>
          <p:cNvSpPr txBox="1"/>
          <p:nvPr/>
        </p:nvSpPr>
        <p:spPr>
          <a:xfrm>
            <a:off x="7412579" y="427984"/>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AV: nominaal of ordinaal?</a:t>
            </a:r>
          </a:p>
        </p:txBody>
      </p:sp>
      <p:sp>
        <p:nvSpPr>
          <p:cNvPr id="96" name="Rectangle 95">
            <a:extLst>
              <a:ext uri="{FF2B5EF4-FFF2-40B4-BE49-F238E27FC236}">
                <a16:creationId xmlns:a16="http://schemas.microsoft.com/office/drawing/2014/main" id="{D02737FE-3FD5-464C-BB3F-55B5B4DB6A72}"/>
              </a:ext>
            </a:extLst>
          </p:cNvPr>
          <p:cNvSpPr/>
          <p:nvPr/>
        </p:nvSpPr>
        <p:spPr>
          <a:xfrm>
            <a:off x="8988868" y="5930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a:t>
            </a:r>
          </a:p>
        </p:txBody>
      </p:sp>
      <p:sp>
        <p:nvSpPr>
          <p:cNvPr id="97" name="Rectangle 96">
            <a:extLst>
              <a:ext uri="{FF2B5EF4-FFF2-40B4-BE49-F238E27FC236}">
                <a16:creationId xmlns:a16="http://schemas.microsoft.com/office/drawing/2014/main" id="{381A3B0D-05E4-4495-90AB-1889489EB642}"/>
              </a:ext>
            </a:extLst>
          </p:cNvPr>
          <p:cNvSpPr/>
          <p:nvPr/>
        </p:nvSpPr>
        <p:spPr>
          <a:xfrm>
            <a:off x="8996465" y="65744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Meer dan 2</a:t>
            </a:r>
          </a:p>
        </p:txBody>
      </p:sp>
      <p:sp>
        <p:nvSpPr>
          <p:cNvPr id="98" name="Rectangle 97">
            <a:extLst>
              <a:ext uri="{FF2B5EF4-FFF2-40B4-BE49-F238E27FC236}">
                <a16:creationId xmlns:a16="http://schemas.microsoft.com/office/drawing/2014/main" id="{32A75EBA-D1CB-451D-85AE-E6E9C62FF447}"/>
              </a:ext>
            </a:extLst>
          </p:cNvPr>
          <p:cNvSpPr/>
          <p:nvPr/>
        </p:nvSpPr>
        <p:spPr>
          <a:xfrm>
            <a:off x="10656602" y="576406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99" name="Rectangle 98">
            <a:extLst>
              <a:ext uri="{FF2B5EF4-FFF2-40B4-BE49-F238E27FC236}">
                <a16:creationId xmlns:a16="http://schemas.microsoft.com/office/drawing/2014/main" id="{6C5A23B2-C377-4688-A096-FFAB11DD4FAA}"/>
              </a:ext>
            </a:extLst>
          </p:cNvPr>
          <p:cNvSpPr/>
          <p:nvPr/>
        </p:nvSpPr>
        <p:spPr>
          <a:xfrm>
            <a:off x="10656602" y="608957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100" name="Rectangle 99">
            <a:extLst>
              <a:ext uri="{FF2B5EF4-FFF2-40B4-BE49-F238E27FC236}">
                <a16:creationId xmlns:a16="http://schemas.microsoft.com/office/drawing/2014/main" id="{4C9A50EC-A00D-474D-A161-D9DB6AEAD1D1}"/>
              </a:ext>
            </a:extLst>
          </p:cNvPr>
          <p:cNvSpPr/>
          <p:nvPr/>
        </p:nvSpPr>
        <p:spPr>
          <a:xfrm>
            <a:off x="10659426" y="64219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101" name="Rectangle 100">
            <a:extLst>
              <a:ext uri="{FF2B5EF4-FFF2-40B4-BE49-F238E27FC236}">
                <a16:creationId xmlns:a16="http://schemas.microsoft.com/office/drawing/2014/main" id="{F65C5E7C-0172-4DA5-8502-7F770DEE2B7D}"/>
              </a:ext>
            </a:extLst>
          </p:cNvPr>
          <p:cNvSpPr/>
          <p:nvPr/>
        </p:nvSpPr>
        <p:spPr>
          <a:xfrm>
            <a:off x="10649287" y="672875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102" name="Straight Arrow Connector 101">
            <a:extLst>
              <a:ext uri="{FF2B5EF4-FFF2-40B4-BE49-F238E27FC236}">
                <a16:creationId xmlns:a16="http://schemas.microsoft.com/office/drawing/2014/main" id="{591D1ACD-1AB5-408A-A603-BFACEE53FBEE}"/>
              </a:ext>
            </a:extLst>
          </p:cNvPr>
          <p:cNvCxnSpPr>
            <a:cxnSpLocks/>
            <a:stCxn id="96" idx="3"/>
            <a:endCxn id="98" idx="1"/>
          </p:cNvCxnSpPr>
          <p:nvPr/>
        </p:nvCxnSpPr>
        <p:spPr>
          <a:xfrm flipV="1">
            <a:off x="9941649" y="5891374"/>
            <a:ext cx="714953" cy="16615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3" name="Straight Arrow Connector 102">
            <a:extLst>
              <a:ext uri="{FF2B5EF4-FFF2-40B4-BE49-F238E27FC236}">
                <a16:creationId xmlns:a16="http://schemas.microsoft.com/office/drawing/2014/main" id="{BF882E85-60E5-4AE3-A75B-1E7840A0F402}"/>
              </a:ext>
            </a:extLst>
          </p:cNvPr>
          <p:cNvCxnSpPr>
            <a:cxnSpLocks/>
            <a:stCxn id="96" idx="3"/>
            <a:endCxn id="99" idx="1"/>
          </p:cNvCxnSpPr>
          <p:nvPr/>
        </p:nvCxnSpPr>
        <p:spPr>
          <a:xfrm>
            <a:off x="9941649" y="6057533"/>
            <a:ext cx="714953" cy="15935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4" name="Straight Arrow Connector 103">
            <a:extLst>
              <a:ext uri="{FF2B5EF4-FFF2-40B4-BE49-F238E27FC236}">
                <a16:creationId xmlns:a16="http://schemas.microsoft.com/office/drawing/2014/main" id="{CBAA9CD0-EFE9-4867-8E95-EABC30B398E8}"/>
              </a:ext>
            </a:extLst>
          </p:cNvPr>
          <p:cNvCxnSpPr>
            <a:cxnSpLocks/>
            <a:stCxn id="97" idx="3"/>
            <a:endCxn id="100" idx="1"/>
          </p:cNvCxnSpPr>
          <p:nvPr/>
        </p:nvCxnSpPr>
        <p:spPr>
          <a:xfrm flipV="1">
            <a:off x="9949246" y="6549244"/>
            <a:ext cx="710180" cy="15252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5" name="Straight Arrow Connector 104">
            <a:extLst>
              <a:ext uri="{FF2B5EF4-FFF2-40B4-BE49-F238E27FC236}">
                <a16:creationId xmlns:a16="http://schemas.microsoft.com/office/drawing/2014/main" id="{D7B02C01-3CC8-4D08-BC82-93586A324D82}"/>
              </a:ext>
            </a:extLst>
          </p:cNvPr>
          <p:cNvCxnSpPr>
            <a:cxnSpLocks/>
            <a:stCxn id="97" idx="3"/>
            <a:endCxn id="101" idx="1"/>
          </p:cNvCxnSpPr>
          <p:nvPr/>
        </p:nvCxnSpPr>
        <p:spPr>
          <a:xfrm>
            <a:off x="9949246" y="6701772"/>
            <a:ext cx="700041" cy="15429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6" name="Straight Arrow Connector 105">
            <a:extLst>
              <a:ext uri="{FF2B5EF4-FFF2-40B4-BE49-F238E27FC236}">
                <a16:creationId xmlns:a16="http://schemas.microsoft.com/office/drawing/2014/main" id="{1FD3AA2F-5E77-4ADC-8CBA-296B56C6A5F3}"/>
              </a:ext>
            </a:extLst>
          </p:cNvPr>
          <p:cNvCxnSpPr>
            <a:cxnSpLocks/>
            <a:stCxn id="98" idx="3"/>
          </p:cNvCxnSpPr>
          <p:nvPr/>
        </p:nvCxnSpPr>
        <p:spPr>
          <a:xfrm>
            <a:off x="11609385" y="5891374"/>
            <a:ext cx="567191"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7" name="Straight Arrow Connector 106">
            <a:extLst>
              <a:ext uri="{FF2B5EF4-FFF2-40B4-BE49-F238E27FC236}">
                <a16:creationId xmlns:a16="http://schemas.microsoft.com/office/drawing/2014/main" id="{8937E4BE-E114-401B-B906-91B001D7D680}"/>
              </a:ext>
            </a:extLst>
          </p:cNvPr>
          <p:cNvCxnSpPr>
            <a:cxnSpLocks/>
            <a:stCxn id="99" idx="3"/>
          </p:cNvCxnSpPr>
          <p:nvPr/>
        </p:nvCxnSpPr>
        <p:spPr>
          <a:xfrm flipV="1">
            <a:off x="11609384" y="6215662"/>
            <a:ext cx="566381" cy="122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8" name="Straight Arrow Connector 107">
            <a:extLst>
              <a:ext uri="{FF2B5EF4-FFF2-40B4-BE49-F238E27FC236}">
                <a16:creationId xmlns:a16="http://schemas.microsoft.com/office/drawing/2014/main" id="{0929AD6F-73C6-4174-91CB-489055F92111}"/>
              </a:ext>
            </a:extLst>
          </p:cNvPr>
          <p:cNvCxnSpPr>
            <a:cxnSpLocks/>
            <a:stCxn id="100" idx="3"/>
          </p:cNvCxnSpPr>
          <p:nvPr/>
        </p:nvCxnSpPr>
        <p:spPr>
          <a:xfrm>
            <a:off x="11612208" y="6549245"/>
            <a:ext cx="575563"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9" name="Straight Arrow Connector 108">
            <a:extLst>
              <a:ext uri="{FF2B5EF4-FFF2-40B4-BE49-F238E27FC236}">
                <a16:creationId xmlns:a16="http://schemas.microsoft.com/office/drawing/2014/main" id="{17EDA111-5521-4B20-8B2C-C0AA4D7727B4}"/>
              </a:ext>
            </a:extLst>
          </p:cNvPr>
          <p:cNvCxnSpPr>
            <a:cxnSpLocks/>
            <a:stCxn id="101" idx="3"/>
          </p:cNvCxnSpPr>
          <p:nvPr/>
        </p:nvCxnSpPr>
        <p:spPr>
          <a:xfrm flipV="1">
            <a:off x="11602068" y="6856068"/>
            <a:ext cx="579464"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10" name="Rectangle 109">
            <a:extLst>
              <a:ext uri="{FF2B5EF4-FFF2-40B4-BE49-F238E27FC236}">
                <a16:creationId xmlns:a16="http://schemas.microsoft.com/office/drawing/2014/main" id="{ACE68A54-568D-4B4F-BA14-D3767B116102}"/>
              </a:ext>
            </a:extLst>
          </p:cNvPr>
          <p:cNvSpPr/>
          <p:nvPr/>
        </p:nvSpPr>
        <p:spPr>
          <a:xfrm>
            <a:off x="7507507" y="523642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Nominaal</a:t>
            </a:r>
          </a:p>
        </p:txBody>
      </p:sp>
      <p:sp>
        <p:nvSpPr>
          <p:cNvPr id="111" name="Rectangle 110">
            <a:extLst>
              <a:ext uri="{FF2B5EF4-FFF2-40B4-BE49-F238E27FC236}">
                <a16:creationId xmlns:a16="http://schemas.microsoft.com/office/drawing/2014/main" id="{646262F7-32A7-4363-8867-A13C455DB1D1}"/>
              </a:ext>
            </a:extLst>
          </p:cNvPr>
          <p:cNvSpPr/>
          <p:nvPr/>
        </p:nvSpPr>
        <p:spPr>
          <a:xfrm>
            <a:off x="7520143" y="62691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Ordinaal</a:t>
            </a:r>
          </a:p>
        </p:txBody>
      </p:sp>
      <p:cxnSp>
        <p:nvCxnSpPr>
          <p:cNvPr id="112" name="Straight Arrow Connector 111">
            <a:extLst>
              <a:ext uri="{FF2B5EF4-FFF2-40B4-BE49-F238E27FC236}">
                <a16:creationId xmlns:a16="http://schemas.microsoft.com/office/drawing/2014/main" id="{B9C206CA-E8BA-4BA8-9B14-782B792B3105}"/>
              </a:ext>
            </a:extLst>
          </p:cNvPr>
          <p:cNvCxnSpPr>
            <a:cxnSpLocks/>
            <a:stCxn id="53" idx="3"/>
            <a:endCxn id="110" idx="1"/>
          </p:cNvCxnSpPr>
          <p:nvPr/>
        </p:nvCxnSpPr>
        <p:spPr>
          <a:xfrm flipV="1">
            <a:off x="6945643" y="5363735"/>
            <a:ext cx="561863" cy="522607"/>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113" name="Straight Arrow Connector 112">
            <a:extLst>
              <a:ext uri="{FF2B5EF4-FFF2-40B4-BE49-F238E27FC236}">
                <a16:creationId xmlns:a16="http://schemas.microsoft.com/office/drawing/2014/main" id="{1DEB3FDA-3EAA-43F5-86BA-2EF5345CE4EE}"/>
              </a:ext>
            </a:extLst>
          </p:cNvPr>
          <p:cNvCxnSpPr>
            <a:cxnSpLocks/>
            <a:stCxn id="53" idx="3"/>
            <a:endCxn id="111" idx="1"/>
          </p:cNvCxnSpPr>
          <p:nvPr/>
        </p:nvCxnSpPr>
        <p:spPr>
          <a:xfrm>
            <a:off x="6945643" y="5886342"/>
            <a:ext cx="574499" cy="51014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4" name="Straight Arrow Connector 113">
            <a:extLst>
              <a:ext uri="{FF2B5EF4-FFF2-40B4-BE49-F238E27FC236}">
                <a16:creationId xmlns:a16="http://schemas.microsoft.com/office/drawing/2014/main" id="{F7BC28EB-7802-4243-984E-D9BA15170706}"/>
              </a:ext>
            </a:extLst>
          </p:cNvPr>
          <p:cNvCxnSpPr>
            <a:cxnSpLocks/>
            <a:stCxn id="110" idx="3"/>
            <a:endCxn id="133" idx="1"/>
          </p:cNvCxnSpPr>
          <p:nvPr/>
        </p:nvCxnSpPr>
        <p:spPr>
          <a:xfrm flipV="1">
            <a:off x="8460288" y="5198176"/>
            <a:ext cx="2204364" cy="165560"/>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115" name="Straight Arrow Connector 114">
            <a:extLst>
              <a:ext uri="{FF2B5EF4-FFF2-40B4-BE49-F238E27FC236}">
                <a16:creationId xmlns:a16="http://schemas.microsoft.com/office/drawing/2014/main" id="{EFDAB80B-EC43-4EE1-A264-67B7A4426992}"/>
              </a:ext>
            </a:extLst>
          </p:cNvPr>
          <p:cNvCxnSpPr>
            <a:cxnSpLocks/>
            <a:stCxn id="111" idx="3"/>
            <a:endCxn id="96" idx="1"/>
          </p:cNvCxnSpPr>
          <p:nvPr/>
        </p:nvCxnSpPr>
        <p:spPr>
          <a:xfrm flipV="1">
            <a:off x="8472924" y="6057533"/>
            <a:ext cx="515944" cy="3389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6" name="Straight Arrow Connector 115">
            <a:extLst>
              <a:ext uri="{FF2B5EF4-FFF2-40B4-BE49-F238E27FC236}">
                <a16:creationId xmlns:a16="http://schemas.microsoft.com/office/drawing/2014/main" id="{A8DAAF80-0101-45A1-BD8D-93742278F755}"/>
              </a:ext>
            </a:extLst>
          </p:cNvPr>
          <p:cNvCxnSpPr>
            <a:cxnSpLocks/>
            <a:stCxn id="111" idx="3"/>
            <a:endCxn id="97" idx="1"/>
          </p:cNvCxnSpPr>
          <p:nvPr/>
        </p:nvCxnSpPr>
        <p:spPr>
          <a:xfrm>
            <a:off x="8472924" y="6396488"/>
            <a:ext cx="523540" cy="30528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3" name="Rectangle 132">
            <a:extLst>
              <a:ext uri="{FF2B5EF4-FFF2-40B4-BE49-F238E27FC236}">
                <a16:creationId xmlns:a16="http://schemas.microsoft.com/office/drawing/2014/main" id="{ABDFDD3A-FD55-4AD8-A07C-D32031676684}"/>
              </a:ext>
            </a:extLst>
          </p:cNvPr>
          <p:cNvSpPr/>
          <p:nvPr/>
        </p:nvSpPr>
        <p:spPr>
          <a:xfrm>
            <a:off x="10664652" y="507086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144" name="Rectangle 143">
            <a:extLst>
              <a:ext uri="{FF2B5EF4-FFF2-40B4-BE49-F238E27FC236}">
                <a16:creationId xmlns:a16="http://schemas.microsoft.com/office/drawing/2014/main" id="{D9AEFC00-DD16-44CB-810A-689CF89D2CBA}"/>
              </a:ext>
            </a:extLst>
          </p:cNvPr>
          <p:cNvSpPr/>
          <p:nvPr/>
        </p:nvSpPr>
        <p:spPr>
          <a:xfrm>
            <a:off x="10646580" y="543728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150" name="Straight Arrow Connector 149">
            <a:extLst>
              <a:ext uri="{FF2B5EF4-FFF2-40B4-BE49-F238E27FC236}">
                <a16:creationId xmlns:a16="http://schemas.microsoft.com/office/drawing/2014/main" id="{1FAD0767-08F7-4619-96F5-AEFCCF0988BA}"/>
              </a:ext>
            </a:extLst>
          </p:cNvPr>
          <p:cNvCxnSpPr>
            <a:cxnSpLocks/>
            <a:stCxn id="110" idx="3"/>
            <a:endCxn id="144" idx="1"/>
          </p:cNvCxnSpPr>
          <p:nvPr/>
        </p:nvCxnSpPr>
        <p:spPr>
          <a:xfrm>
            <a:off x="8460288" y="5363735"/>
            <a:ext cx="2186292" cy="200858"/>
          </a:xfrm>
          <a:prstGeom prst="straightConnector1">
            <a:avLst/>
          </a:prstGeom>
          <a:ln w="28575">
            <a:solidFill>
              <a:srgbClr val="5B84CB"/>
            </a:solidFill>
            <a:tailEnd type="triangle"/>
          </a:ln>
        </p:spPr>
        <p:style>
          <a:lnRef idx="3">
            <a:schemeClr val="accent1"/>
          </a:lnRef>
          <a:fillRef idx="0">
            <a:schemeClr val="accent1"/>
          </a:fillRef>
          <a:effectRef idx="2">
            <a:schemeClr val="accent1"/>
          </a:effectRef>
          <a:fontRef idx="minor">
            <a:schemeClr val="tx1"/>
          </a:fontRef>
        </p:style>
      </p:cxnSp>
      <p:cxnSp>
        <p:nvCxnSpPr>
          <p:cNvPr id="153" name="Straight Arrow Connector 152">
            <a:extLst>
              <a:ext uri="{FF2B5EF4-FFF2-40B4-BE49-F238E27FC236}">
                <a16:creationId xmlns:a16="http://schemas.microsoft.com/office/drawing/2014/main" id="{810DD2B1-AC05-4C3C-94F2-1CEB7949146F}"/>
              </a:ext>
            </a:extLst>
          </p:cNvPr>
          <p:cNvCxnSpPr>
            <a:cxnSpLocks/>
            <a:stCxn id="133" idx="3"/>
          </p:cNvCxnSpPr>
          <p:nvPr/>
        </p:nvCxnSpPr>
        <p:spPr>
          <a:xfrm>
            <a:off x="11617434" y="5198175"/>
            <a:ext cx="543249" cy="0"/>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156" name="Straight Arrow Connector 155">
            <a:extLst>
              <a:ext uri="{FF2B5EF4-FFF2-40B4-BE49-F238E27FC236}">
                <a16:creationId xmlns:a16="http://schemas.microsoft.com/office/drawing/2014/main" id="{C310CB75-1EA4-428A-8AED-E7B290126272}"/>
              </a:ext>
            </a:extLst>
          </p:cNvPr>
          <p:cNvCxnSpPr>
            <a:cxnSpLocks/>
            <a:stCxn id="144" idx="3"/>
          </p:cNvCxnSpPr>
          <p:nvPr/>
        </p:nvCxnSpPr>
        <p:spPr>
          <a:xfrm>
            <a:off x="11599362" y="5564592"/>
            <a:ext cx="577214" cy="0"/>
          </a:xfrm>
          <a:prstGeom prst="straightConnector1">
            <a:avLst/>
          </a:prstGeom>
          <a:ln w="28575">
            <a:solidFill>
              <a:srgbClr val="5B84CB"/>
            </a:solidFill>
            <a:tailEnd type="triangle"/>
          </a:ln>
        </p:spPr>
        <p:style>
          <a:lnRef idx="3">
            <a:schemeClr val="accent1"/>
          </a:lnRef>
          <a:fillRef idx="0">
            <a:schemeClr val="accent1"/>
          </a:fillRef>
          <a:effectRef idx="2">
            <a:schemeClr val="accent1"/>
          </a:effectRef>
          <a:fontRef idx="minor">
            <a:schemeClr val="tx1"/>
          </a:fontRef>
        </p:style>
      </p:cxnSp>
      <p:sp>
        <p:nvSpPr>
          <p:cNvPr id="125" name="Rectangle 124">
            <a:extLst>
              <a:ext uri="{FF2B5EF4-FFF2-40B4-BE49-F238E27FC236}">
                <a16:creationId xmlns:a16="http://schemas.microsoft.com/office/drawing/2014/main" id="{103C826C-28D0-4687-9030-226058BFCD03}"/>
              </a:ext>
            </a:extLst>
          </p:cNvPr>
          <p:cNvSpPr/>
          <p:nvPr/>
        </p:nvSpPr>
        <p:spPr>
          <a:xfrm>
            <a:off x="10674607" y="3479537"/>
            <a:ext cx="952427" cy="2743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 en verschillende</a:t>
            </a:r>
          </a:p>
        </p:txBody>
      </p:sp>
      <p:cxnSp>
        <p:nvCxnSpPr>
          <p:cNvPr id="126" name="Straight Arrow Connector 125">
            <a:extLst>
              <a:ext uri="{FF2B5EF4-FFF2-40B4-BE49-F238E27FC236}">
                <a16:creationId xmlns:a16="http://schemas.microsoft.com/office/drawing/2014/main" id="{6FDDEAB3-17CF-46FC-9AF5-4203B6CC8159}"/>
              </a:ext>
            </a:extLst>
          </p:cNvPr>
          <p:cNvCxnSpPr>
            <a:cxnSpLocks/>
            <a:stCxn id="25" idx="3"/>
            <a:endCxn id="125" idx="1"/>
          </p:cNvCxnSpPr>
          <p:nvPr/>
        </p:nvCxnSpPr>
        <p:spPr>
          <a:xfrm flipV="1">
            <a:off x="6965612" y="3616700"/>
            <a:ext cx="3708994" cy="469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30" name="Straight Arrow Connector 129">
            <a:extLst>
              <a:ext uri="{FF2B5EF4-FFF2-40B4-BE49-F238E27FC236}">
                <a16:creationId xmlns:a16="http://schemas.microsoft.com/office/drawing/2014/main" id="{ABF727C3-614D-4F30-B279-42182219A65E}"/>
              </a:ext>
            </a:extLst>
          </p:cNvPr>
          <p:cNvCxnSpPr>
            <a:cxnSpLocks/>
            <a:stCxn id="125" idx="3"/>
          </p:cNvCxnSpPr>
          <p:nvPr/>
        </p:nvCxnSpPr>
        <p:spPr>
          <a:xfrm>
            <a:off x="11627034" y="3616700"/>
            <a:ext cx="56673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24" name="Tijdelijke aanduiding voor dianummer 3">
            <a:extLst>
              <a:ext uri="{FF2B5EF4-FFF2-40B4-BE49-F238E27FC236}">
                <a16:creationId xmlns:a16="http://schemas.microsoft.com/office/drawing/2014/main" id="{427DE994-F074-4C0D-8953-B2E6B5E2818D}"/>
              </a:ext>
            </a:extLst>
          </p:cNvPr>
          <p:cNvSpPr txBox="1">
            <a:spLocks/>
          </p:cNvSpPr>
          <p:nvPr/>
        </p:nvSpPr>
        <p:spPr>
          <a:xfrm>
            <a:off x="16263830" y="8959510"/>
            <a:ext cx="921880" cy="519289"/>
          </a:xfrm>
          <a:prstGeom prst="rect">
            <a:avLst/>
          </a:prstGeom>
        </p:spPr>
        <p:txBody>
          <a:bodyPr vert="horz" lIns="91440" tIns="45720" rIns="91440" bIns="45720" rtlCol="0" anchor="ctr"/>
          <a:lstStyle>
            <a:defPPr>
              <a:defRPr lang="en-US"/>
            </a:defPPr>
            <a:lvl1pPr marL="0" algn="r" defTabSz="1300368" rtl="0" eaLnBrk="1" latinLnBrk="0" hangingPunct="1">
              <a:defRPr sz="1707" kern="1200">
                <a:solidFill>
                  <a:schemeClr val="tx1">
                    <a:tint val="75000"/>
                  </a:schemeClr>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marL="0" marR="0" lvl="0" indent="0" algn="r" defTabSz="1300368" rtl="0" eaLnBrk="1" fontAlgn="auto" latinLnBrk="0" hangingPunct="1">
              <a:lnSpc>
                <a:spcPct val="100000"/>
              </a:lnSpc>
              <a:spcBef>
                <a:spcPts val="0"/>
              </a:spcBef>
              <a:spcAft>
                <a:spcPts val="0"/>
              </a:spcAft>
              <a:buClrTx/>
              <a:buSzTx/>
              <a:buFontTx/>
              <a:buNone/>
              <a:tabLst/>
              <a:defRPr/>
            </a:pPr>
            <a:fld id="{7AE184E0-0BD4-4705-A12B-9B71DDE63301}" type="slidenum">
              <a:rPr kumimoji="0" lang="en-GB" sz="1707"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1300368" rtl="0" eaLnBrk="1" fontAlgn="auto" latinLnBrk="0" hangingPunct="1">
                <a:lnSpc>
                  <a:spcPct val="100000"/>
                </a:lnSpc>
                <a:spcBef>
                  <a:spcPts val="0"/>
                </a:spcBef>
                <a:spcAft>
                  <a:spcPts val="0"/>
                </a:spcAft>
                <a:buClrTx/>
                <a:buSzTx/>
                <a:buFontTx/>
                <a:buNone/>
                <a:tabLst/>
                <a:defRPr/>
              </a:pPr>
              <a:t>41</a:t>
            </a:fld>
            <a:endParaRPr kumimoji="0" lang="en-GB" sz="1707"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Rechthoek 1">
            <a:extLst>
              <a:ext uri="{FF2B5EF4-FFF2-40B4-BE49-F238E27FC236}">
                <a16:creationId xmlns:a16="http://schemas.microsoft.com/office/drawing/2014/main" id="{75B1C2F7-321A-01C2-D201-9BB79CB6E296}"/>
              </a:ext>
            </a:extLst>
          </p:cNvPr>
          <p:cNvSpPr/>
          <p:nvPr/>
        </p:nvSpPr>
        <p:spPr>
          <a:xfrm>
            <a:off x="12208692" y="5070865"/>
            <a:ext cx="1913153" cy="331171"/>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819753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BE" dirty="0"/>
              <a:t>Opgave 2: Verband Relatiestatus x Tijd</a:t>
            </a:r>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578" y="1816461"/>
            <a:ext cx="16857612" cy="7936842"/>
          </a:xfrm>
        </p:spPr>
        <p:txBody>
          <a:bodyPr>
            <a:normAutofit/>
          </a:bodyPr>
          <a:lstStyle/>
          <a:p>
            <a:pPr marL="86390" indent="0">
              <a:buNone/>
            </a:pPr>
            <a:r>
              <a:rPr lang="nl-BE" b="1" dirty="0"/>
              <a:t>Opgave 2</a:t>
            </a:r>
          </a:p>
          <a:p>
            <a:r>
              <a:rPr lang="nl-BE" dirty="0"/>
              <a:t>Open ‘DATA_WAVE1_WAVE2_CenW.sav’. Je vermoedt dat het aantal mensen in een relatie (W1_Relatiestatus) toegenomen is na één jaar coronacrisis (W2_ Relatiestatus). Is het aantal individuen die een partner hebben is significant veranderd?</a:t>
            </a:r>
            <a:endParaRPr lang="nl-BE" b="1" dirty="0"/>
          </a:p>
          <a:p>
            <a:r>
              <a:rPr lang="nl-BE" b="1" dirty="0"/>
              <a:t>Analyse uitvoeren op subset van de data </a:t>
            </a:r>
            <a:r>
              <a:rPr lang="nl-BE" dirty="0"/>
              <a:t>(enkel mensen van beide waves, n = 333)</a:t>
            </a:r>
            <a:endParaRPr lang="nl-BE" b="1"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42</a:t>
            </a:fld>
            <a:endParaRPr lang="en-GB" noProof="0" dirty="0"/>
          </a:p>
        </p:txBody>
      </p:sp>
    </p:spTree>
    <p:extLst>
      <p:ext uri="{BB962C8B-B14F-4D97-AF65-F5344CB8AC3E}">
        <p14:creationId xmlns:p14="http://schemas.microsoft.com/office/powerpoint/2010/main" val="3594923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BE" dirty="0"/>
              <a:t>Opgave 2: Verband Relatiestatus x Tijd</a:t>
            </a:r>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578" y="1816461"/>
            <a:ext cx="16857612" cy="7936842"/>
          </a:xfrm>
        </p:spPr>
        <p:txBody>
          <a:bodyPr>
            <a:normAutofit/>
          </a:bodyPr>
          <a:lstStyle/>
          <a:p>
            <a:pPr marL="86390" indent="0">
              <a:buNone/>
            </a:pPr>
            <a:r>
              <a:rPr lang="nl-BE" b="1" dirty="0"/>
              <a:t>Opgave 2</a:t>
            </a:r>
          </a:p>
          <a:p>
            <a:r>
              <a:rPr lang="nl-BE" dirty="0"/>
              <a:t>Open ‘DATA_WAVE1_WAVE2_CenW.sav’. Je vermoedt dat het aantal mensen in een relatie (W1_Relatiestatus) toegenomen is na één jaar coronacrisis (W2_ Relatiestatus). Is het aantal individuen die een partner hebben is significant veranderd?</a:t>
            </a:r>
            <a:endParaRPr lang="nl-BE" b="1" dirty="0"/>
          </a:p>
          <a:p>
            <a:r>
              <a:rPr lang="nl-BE" b="1" dirty="0"/>
              <a:t>Analyse uitvoeren op subset van de data </a:t>
            </a:r>
            <a:r>
              <a:rPr lang="nl-BE" dirty="0"/>
              <a:t>(enkel mensen van beide waves, n = 333)</a:t>
            </a:r>
            <a:endParaRPr lang="nl-BE" b="1" dirty="0"/>
          </a:p>
          <a:p>
            <a:pPr lvl="1"/>
            <a:r>
              <a:rPr lang="nl-BE" dirty="0"/>
              <a:t>Filter aanzetten via variabele W1enW2</a:t>
            </a:r>
          </a:p>
          <a:p>
            <a:endParaRPr lang="nl-BE"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43</a:t>
            </a:fld>
            <a:endParaRPr lang="en-GB" noProof="0" dirty="0"/>
          </a:p>
        </p:txBody>
      </p:sp>
      <p:pic>
        <p:nvPicPr>
          <p:cNvPr id="5" name="Afbeelding 4">
            <a:extLst>
              <a:ext uri="{FF2B5EF4-FFF2-40B4-BE49-F238E27FC236}">
                <a16:creationId xmlns:a16="http://schemas.microsoft.com/office/drawing/2014/main" id="{119AD714-18D8-5231-8153-96D316D7D0D5}"/>
              </a:ext>
            </a:extLst>
          </p:cNvPr>
          <p:cNvPicPr>
            <a:picLocks noChangeAspect="1"/>
          </p:cNvPicPr>
          <p:nvPr/>
        </p:nvPicPr>
        <p:blipFill>
          <a:blip r:embed="rId2"/>
          <a:stretch>
            <a:fillRect/>
          </a:stretch>
        </p:blipFill>
        <p:spPr>
          <a:xfrm>
            <a:off x="1564104" y="4652219"/>
            <a:ext cx="7356587" cy="4804931"/>
          </a:xfrm>
          <a:prstGeom prst="rect">
            <a:avLst/>
          </a:prstGeom>
        </p:spPr>
      </p:pic>
      <p:pic>
        <p:nvPicPr>
          <p:cNvPr id="6" name="Afbeelding 5">
            <a:extLst>
              <a:ext uri="{FF2B5EF4-FFF2-40B4-BE49-F238E27FC236}">
                <a16:creationId xmlns:a16="http://schemas.microsoft.com/office/drawing/2014/main" id="{25532614-3755-340D-7BA5-56C529344DCF}"/>
              </a:ext>
            </a:extLst>
          </p:cNvPr>
          <p:cNvPicPr>
            <a:picLocks noChangeAspect="1"/>
          </p:cNvPicPr>
          <p:nvPr/>
        </p:nvPicPr>
        <p:blipFill>
          <a:blip r:embed="rId3"/>
          <a:stretch>
            <a:fillRect/>
          </a:stretch>
        </p:blipFill>
        <p:spPr>
          <a:xfrm>
            <a:off x="8920691" y="4591761"/>
            <a:ext cx="8281517" cy="2585156"/>
          </a:xfrm>
          <a:prstGeom prst="rect">
            <a:avLst/>
          </a:prstGeom>
        </p:spPr>
      </p:pic>
      <p:pic>
        <p:nvPicPr>
          <p:cNvPr id="7" name="Afbeelding 6">
            <a:extLst>
              <a:ext uri="{FF2B5EF4-FFF2-40B4-BE49-F238E27FC236}">
                <a16:creationId xmlns:a16="http://schemas.microsoft.com/office/drawing/2014/main" id="{5A24C5A3-27D6-9ADD-C5B5-BF8735711B76}"/>
              </a:ext>
            </a:extLst>
          </p:cNvPr>
          <p:cNvPicPr>
            <a:picLocks noChangeAspect="1"/>
          </p:cNvPicPr>
          <p:nvPr/>
        </p:nvPicPr>
        <p:blipFill>
          <a:blip r:embed="rId4"/>
          <a:stretch>
            <a:fillRect/>
          </a:stretch>
        </p:blipFill>
        <p:spPr>
          <a:xfrm>
            <a:off x="8920691" y="7121636"/>
            <a:ext cx="8281517" cy="1698387"/>
          </a:xfrm>
          <a:prstGeom prst="rect">
            <a:avLst/>
          </a:prstGeom>
        </p:spPr>
      </p:pic>
    </p:spTree>
    <p:extLst>
      <p:ext uri="{BB962C8B-B14F-4D97-AF65-F5344CB8AC3E}">
        <p14:creationId xmlns:p14="http://schemas.microsoft.com/office/powerpoint/2010/main" val="18074730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p:txBody>
          <a:bodyPr/>
          <a:lstStyle/>
          <a:p>
            <a:r>
              <a:rPr lang="nl-BE" b="1" dirty="0"/>
              <a:t>Stap 2. </a:t>
            </a:r>
            <a:r>
              <a:rPr lang="nl-BE" dirty="0"/>
              <a:t>Datacontrole</a:t>
            </a:r>
          </a:p>
          <a:p>
            <a:pPr lvl="1"/>
            <a:r>
              <a:rPr lang="nl-BE" b="1" dirty="0"/>
              <a:t>Inconsistentiecheck</a:t>
            </a:r>
            <a:endParaRPr lang="nl-BE" dirty="0"/>
          </a:p>
          <a:p>
            <a:endParaRPr lang="nl-BE" dirty="0"/>
          </a:p>
        </p:txBody>
      </p:sp>
      <p:sp>
        <p:nvSpPr>
          <p:cNvPr id="11" name="Tijdelijke aanduiding voor dianummer 3">
            <a:extLst>
              <a:ext uri="{FF2B5EF4-FFF2-40B4-BE49-F238E27FC236}">
                <a16:creationId xmlns:a16="http://schemas.microsoft.com/office/drawing/2014/main" id="{E92B4307-79E9-4424-B212-09EC974E3AE2}"/>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44</a:t>
            </a:fld>
            <a:endParaRPr lang="en-GB" noProof="0" dirty="0"/>
          </a:p>
        </p:txBody>
      </p:sp>
    </p:spTree>
    <p:extLst>
      <p:ext uri="{BB962C8B-B14F-4D97-AF65-F5344CB8AC3E}">
        <p14:creationId xmlns:p14="http://schemas.microsoft.com/office/powerpoint/2010/main" val="2715246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p:txBody>
          <a:bodyPr/>
          <a:lstStyle/>
          <a:p>
            <a:r>
              <a:rPr lang="nl-BE" b="1" dirty="0"/>
              <a:t>Stap 2. </a:t>
            </a:r>
            <a:r>
              <a:rPr lang="nl-BE" dirty="0"/>
              <a:t>Datacontrole</a:t>
            </a:r>
          </a:p>
          <a:p>
            <a:pPr lvl="1"/>
            <a:r>
              <a:rPr lang="nl-BE" b="1" dirty="0"/>
              <a:t>Inconsistentiecheck</a:t>
            </a:r>
            <a:r>
              <a:rPr lang="nl-BE" dirty="0"/>
              <a:t>:</a:t>
            </a:r>
          </a:p>
          <a:p>
            <a:endParaRPr lang="nl-BE" dirty="0"/>
          </a:p>
        </p:txBody>
      </p:sp>
      <p:sp>
        <p:nvSpPr>
          <p:cNvPr id="11" name="Tijdelijke aanduiding voor dianummer 3">
            <a:extLst>
              <a:ext uri="{FF2B5EF4-FFF2-40B4-BE49-F238E27FC236}">
                <a16:creationId xmlns:a16="http://schemas.microsoft.com/office/drawing/2014/main" id="{E92B4307-79E9-4424-B212-09EC974E3AE2}"/>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45</a:t>
            </a:fld>
            <a:endParaRPr lang="en-GB" noProof="0" dirty="0"/>
          </a:p>
        </p:txBody>
      </p:sp>
      <p:pic>
        <p:nvPicPr>
          <p:cNvPr id="7" name="Afbeelding 6">
            <a:extLst>
              <a:ext uri="{FF2B5EF4-FFF2-40B4-BE49-F238E27FC236}">
                <a16:creationId xmlns:a16="http://schemas.microsoft.com/office/drawing/2014/main" id="{EF6FE764-6A7A-1164-2B6B-734B7B8A7BCB}"/>
              </a:ext>
            </a:extLst>
          </p:cNvPr>
          <p:cNvPicPr>
            <a:picLocks noChangeAspect="1"/>
          </p:cNvPicPr>
          <p:nvPr/>
        </p:nvPicPr>
        <p:blipFill>
          <a:blip r:embed="rId2"/>
          <a:stretch>
            <a:fillRect/>
          </a:stretch>
        </p:blipFill>
        <p:spPr>
          <a:xfrm>
            <a:off x="7833360" y="2244345"/>
            <a:ext cx="8668385" cy="6235410"/>
          </a:xfrm>
          <a:prstGeom prst="rect">
            <a:avLst/>
          </a:prstGeom>
        </p:spPr>
      </p:pic>
      <p:pic>
        <p:nvPicPr>
          <p:cNvPr id="16" name="Afbeelding 15">
            <a:extLst>
              <a:ext uri="{FF2B5EF4-FFF2-40B4-BE49-F238E27FC236}">
                <a16:creationId xmlns:a16="http://schemas.microsoft.com/office/drawing/2014/main" id="{11227768-7BDA-B325-3575-09DCAC214BFF}"/>
              </a:ext>
            </a:extLst>
          </p:cNvPr>
          <p:cNvPicPr>
            <a:picLocks noChangeAspect="1"/>
          </p:cNvPicPr>
          <p:nvPr/>
        </p:nvPicPr>
        <p:blipFill>
          <a:blip r:embed="rId3"/>
          <a:stretch>
            <a:fillRect/>
          </a:stretch>
        </p:blipFill>
        <p:spPr>
          <a:xfrm>
            <a:off x="836930" y="3247072"/>
            <a:ext cx="6624530" cy="745808"/>
          </a:xfrm>
          <a:prstGeom prst="rect">
            <a:avLst/>
          </a:prstGeom>
        </p:spPr>
      </p:pic>
    </p:spTree>
    <p:extLst>
      <p:ext uri="{BB962C8B-B14F-4D97-AF65-F5344CB8AC3E}">
        <p14:creationId xmlns:p14="http://schemas.microsoft.com/office/powerpoint/2010/main" val="38076100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2. </a:t>
            </a:r>
            <a:r>
              <a:rPr lang="nl-BE" dirty="0"/>
              <a:t>Datacontrole</a:t>
            </a:r>
          </a:p>
          <a:p>
            <a:pPr lvl="1"/>
            <a:r>
              <a:rPr lang="nl-BE" b="1" dirty="0"/>
              <a:t>Assumptiecheck</a:t>
            </a:r>
            <a:r>
              <a:rPr lang="nl-BE" dirty="0"/>
              <a:t>:</a:t>
            </a:r>
          </a:p>
          <a:p>
            <a:pPr marL="1821150" lvl="2" indent="-514350">
              <a:buFont typeface="+mj-lt"/>
              <a:buAutoNum type="arabicPeriod"/>
            </a:pPr>
            <a:r>
              <a:rPr lang="nl-BE" dirty="0"/>
              <a:t>Twee nominale variabelen met elk dezelfde twee categorieën</a:t>
            </a:r>
          </a:p>
          <a:p>
            <a:pPr marL="1821150" lvl="2" indent="-514350">
              <a:buFont typeface="+mj-lt"/>
              <a:buAutoNum type="arabicPeriod"/>
            </a:pPr>
            <a:r>
              <a:rPr lang="nl-BE" dirty="0"/>
              <a:t>De twee groepen die vergeleken worden zijn afhankelijk van elkaar</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46</a:t>
            </a:fld>
            <a:endParaRPr lang="en-GB" noProof="0" dirty="0"/>
          </a:p>
        </p:txBody>
      </p:sp>
    </p:spTree>
    <p:extLst>
      <p:ext uri="{BB962C8B-B14F-4D97-AF65-F5344CB8AC3E}">
        <p14:creationId xmlns:p14="http://schemas.microsoft.com/office/powerpoint/2010/main" val="7422429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2. </a:t>
            </a:r>
            <a:r>
              <a:rPr lang="nl-BE" dirty="0"/>
              <a:t>Datacontrole</a:t>
            </a:r>
          </a:p>
          <a:p>
            <a:pPr lvl="1"/>
            <a:r>
              <a:rPr lang="nl-BE" b="1" dirty="0"/>
              <a:t>Assumptiecheck</a:t>
            </a:r>
            <a:r>
              <a:rPr lang="nl-BE" dirty="0"/>
              <a:t>:</a:t>
            </a:r>
          </a:p>
          <a:p>
            <a:pPr marL="1821150" lvl="2" indent="-514350">
              <a:buFont typeface="+mj-lt"/>
              <a:buAutoNum type="arabicPeriod"/>
            </a:pPr>
            <a:r>
              <a:rPr lang="nl-BE" dirty="0"/>
              <a:t>Twee nominale variabelen met elk dezelfde twee categorieën</a:t>
            </a:r>
          </a:p>
          <a:p>
            <a:pPr marL="2393550" lvl="3" indent="-514350"/>
            <a:r>
              <a:rPr lang="nl-BE" dirty="0"/>
              <a:t>In orde: 2 x Relatiestatus met ‘0 = Nee’ en ‘1 = Ja’</a:t>
            </a:r>
          </a:p>
          <a:p>
            <a:pPr marL="1821150" lvl="2" indent="-514350">
              <a:buFont typeface="+mj-lt"/>
              <a:buAutoNum type="arabicPeriod"/>
            </a:pPr>
            <a:r>
              <a:rPr lang="nl-BE" dirty="0"/>
              <a:t>De twee groepen die vergeleken worden zijn afhankelijk van elkaar</a:t>
            </a:r>
          </a:p>
          <a:p>
            <a:pPr marL="2393550" lvl="3" indent="-514350"/>
            <a:r>
              <a:rPr lang="nl-BE" dirty="0"/>
              <a:t>In orde: zelfde respondenten in beide meetmomenten</a:t>
            </a:r>
          </a:p>
          <a:p>
            <a:pPr marL="1234350" lvl="1" indent="-514350"/>
            <a:r>
              <a:rPr lang="nl-BE" b="1" dirty="0" err="1"/>
              <a:t>McNemar</a:t>
            </a:r>
            <a:r>
              <a:rPr lang="nl-BE" b="1" dirty="0"/>
              <a:t> uitvoeren oké!</a:t>
            </a:r>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47</a:t>
            </a:fld>
            <a:endParaRPr lang="en-GB" noProof="0" dirty="0"/>
          </a:p>
        </p:txBody>
      </p:sp>
    </p:spTree>
    <p:extLst>
      <p:ext uri="{BB962C8B-B14F-4D97-AF65-F5344CB8AC3E}">
        <p14:creationId xmlns:p14="http://schemas.microsoft.com/office/powerpoint/2010/main" val="28511415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3. </a:t>
            </a:r>
            <a:r>
              <a:rPr lang="nl-BE" dirty="0"/>
              <a:t>Hypothesen formuleren</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48</a:t>
            </a:fld>
            <a:endParaRPr lang="en-GB" noProof="0" dirty="0"/>
          </a:p>
        </p:txBody>
      </p:sp>
    </p:spTree>
    <p:extLst>
      <p:ext uri="{BB962C8B-B14F-4D97-AF65-F5344CB8AC3E}">
        <p14:creationId xmlns:p14="http://schemas.microsoft.com/office/powerpoint/2010/main" val="41155172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3. </a:t>
            </a:r>
            <a:r>
              <a:rPr lang="nl-BE" dirty="0"/>
              <a:t>Hypothesen formuleren</a:t>
            </a:r>
          </a:p>
          <a:p>
            <a:pPr lvl="1"/>
            <a:r>
              <a:rPr lang="nl-BE" dirty="0"/>
              <a:t>Best tweezijdig toetsen!</a:t>
            </a:r>
          </a:p>
          <a:p>
            <a:pPr marL="720000" lvl="1" indent="0">
              <a:buNone/>
            </a:pPr>
            <a:r>
              <a:rPr lang="nl-BE" b="1" dirty="0"/>
              <a:t>	H</a:t>
            </a:r>
            <a:r>
              <a:rPr lang="nl-BE" b="1" baseline="-25000" dirty="0"/>
              <a:t>0</a:t>
            </a:r>
            <a:r>
              <a:rPr lang="nl-BE" b="1" dirty="0"/>
              <a:t>:		</a:t>
            </a:r>
            <a:r>
              <a:rPr lang="nl-BE" i="1" dirty="0"/>
              <a:t>Het aantal mensen die een partner hebben is niet veranderd na één jaar 							coronacrisis.</a:t>
            </a:r>
            <a:endParaRPr lang="nl-BE" b="1" dirty="0"/>
          </a:p>
          <a:p>
            <a:pPr marL="720000" lvl="1" indent="0">
              <a:buNone/>
            </a:pPr>
            <a:r>
              <a:rPr lang="nl-BE" b="1" dirty="0"/>
              <a:t>	H</a:t>
            </a:r>
            <a:r>
              <a:rPr lang="nl-BE" b="1" baseline="-25000" dirty="0"/>
              <a:t>A</a:t>
            </a:r>
            <a:r>
              <a:rPr lang="nl-BE" b="1" dirty="0"/>
              <a:t>:		</a:t>
            </a:r>
            <a:r>
              <a:rPr lang="nl-BE" i="1" dirty="0"/>
              <a:t>Het aantal mensen die een partner hebben is veranderd na één jaar 						 			coronacrisis.</a:t>
            </a:r>
            <a:endParaRPr lang="nl-BE" b="1" dirty="0"/>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49</a:t>
            </a:fld>
            <a:endParaRPr lang="en-GB" noProof="0" dirty="0"/>
          </a:p>
        </p:txBody>
      </p:sp>
    </p:spTree>
    <p:extLst>
      <p:ext uri="{BB962C8B-B14F-4D97-AF65-F5344CB8AC3E}">
        <p14:creationId xmlns:p14="http://schemas.microsoft.com/office/powerpoint/2010/main" val="13185805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4. </a:t>
            </a:r>
            <a:r>
              <a:rPr lang="nl-BE" dirty="0"/>
              <a:t>Significantieniveau bepalen</a:t>
            </a:r>
          </a:p>
          <a:p>
            <a:pPr marL="1306800" lvl="2" indent="0">
              <a:buNone/>
            </a:pPr>
            <a:endParaRPr lang="nl-BE" dirty="0"/>
          </a:p>
          <a:p>
            <a:r>
              <a:rPr lang="nl-BE" b="1" dirty="0"/>
              <a:t>Stap 5. </a:t>
            </a:r>
            <a:r>
              <a:rPr lang="nl-BE" dirty="0"/>
              <a:t>Toetsingsgrootheid en p-waarde berekenen</a:t>
            </a:r>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50</a:t>
            </a:fld>
            <a:endParaRPr lang="en-GB" noProof="0" dirty="0"/>
          </a:p>
        </p:txBody>
      </p:sp>
    </p:spTree>
    <p:extLst>
      <p:ext uri="{BB962C8B-B14F-4D97-AF65-F5344CB8AC3E}">
        <p14:creationId xmlns:p14="http://schemas.microsoft.com/office/powerpoint/2010/main" val="38126989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mc:AlternateContent xmlns:mc="http://schemas.openxmlformats.org/markup-compatibility/2006" xmlns:a14="http://schemas.microsoft.com/office/drawing/2010/main">
        <mc:Choice Requires="a14">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4. </a:t>
                </a:r>
                <a:r>
                  <a:rPr lang="nl-BE" dirty="0"/>
                  <a:t>Significantieniveau bepalen</a:t>
                </a:r>
              </a:p>
              <a:p>
                <a:pPr lvl="1"/>
                <a:r>
                  <a:rPr lang="nl-BE" dirty="0"/>
                  <a:t>Minimaal </a:t>
                </a:r>
                <a14:m>
                  <m:oMath xmlns:m="http://schemas.openxmlformats.org/officeDocument/2006/math">
                    <m:r>
                      <a:rPr lang="nl-BE" i="1" smtClean="0">
                        <a:latin typeface="Cambria Math" panose="02040503050406030204" pitchFamily="18" charset="0"/>
                        <a:ea typeface="Cambria Math" panose="02040503050406030204" pitchFamily="18" charset="0"/>
                      </a:rPr>
                      <m:t>𝛼</m:t>
                    </m:r>
                  </m:oMath>
                </a14:m>
                <a:r>
                  <a:rPr lang="nl-BE" dirty="0"/>
                  <a:t> = .05</a:t>
                </a:r>
              </a:p>
              <a:p>
                <a:pPr lvl="1"/>
                <a:r>
                  <a:rPr lang="nl-BE" dirty="0"/>
                  <a:t>Wanneer n &gt; 400: beter </a:t>
                </a:r>
                <a14:m>
                  <m:oMath xmlns:m="http://schemas.openxmlformats.org/officeDocument/2006/math">
                    <m:r>
                      <a:rPr lang="nl-BE" b="0" i="1">
                        <a:latin typeface="Cambria Math" panose="02040503050406030204" pitchFamily="18" charset="0"/>
                        <a:ea typeface="Cambria Math" panose="02040503050406030204" pitchFamily="18" charset="0"/>
                      </a:rPr>
                      <m:t>𝛼</m:t>
                    </m:r>
                  </m:oMath>
                </a14:m>
                <a:r>
                  <a:rPr lang="nl-BE" dirty="0"/>
                  <a:t> = .01</a:t>
                </a:r>
              </a:p>
              <a:p>
                <a:pPr lvl="2"/>
                <a:r>
                  <a:rPr lang="nl-BE" dirty="0"/>
                  <a:t>n = 333, </a:t>
                </a:r>
                <a:r>
                  <a:rPr lang="nl-BE" b="1" dirty="0"/>
                  <a:t>dus hanteer .05</a:t>
                </a:r>
              </a:p>
              <a:p>
                <a:pPr lvl="2"/>
                <a:endParaRPr lang="nl-BE" dirty="0"/>
              </a:p>
              <a:p>
                <a:r>
                  <a:rPr lang="nl-BE" b="1" dirty="0"/>
                  <a:t>Stap 5. </a:t>
                </a:r>
                <a:r>
                  <a:rPr lang="nl-BE" dirty="0"/>
                  <a:t>Toetsingsgrootheid en p-waarde berekenen</a:t>
                </a:r>
              </a:p>
              <a:p>
                <a:pPr lvl="1"/>
                <a:r>
                  <a:rPr lang="nl-BE" dirty="0"/>
                  <a:t>Geen maat van effectgrootte beschikbaar in SPSS</a:t>
                </a:r>
              </a:p>
              <a:p>
                <a:endParaRPr lang="nl-BE" dirty="0"/>
              </a:p>
            </p:txBody>
          </p:sp>
        </mc:Choice>
        <mc:Fallback xmlns="">
          <p:sp>
            <p:nvSpPr>
              <p:cNvPr id="6" name="Tijdelijke aanduiding voor inhoud 5">
                <a:extLst>
                  <a:ext uri="{FF2B5EF4-FFF2-40B4-BE49-F238E27FC236}">
                    <a16:creationId xmlns:a16="http://schemas.microsoft.com/office/drawing/2014/main" id="{D218D92A-74AD-49F8-A8A9-AD801B689B50}"/>
                  </a:ext>
                </a:extLst>
              </p:cNvPr>
              <p:cNvSpPr>
                <a:spLocks noGrp="1" noRot="1" noChangeAspect="1" noMove="1" noResize="1" noEditPoints="1" noAdjustHandles="1" noChangeArrowheads="1" noChangeShapeType="1" noTextEdit="1"/>
              </p:cNvSpPr>
              <p:nvPr>
                <p:ph idx="1"/>
              </p:nvPr>
            </p:nvSpPr>
            <p:spPr>
              <a:xfrm>
                <a:off x="327069" y="1816273"/>
                <a:ext cx="16858641" cy="7164888"/>
              </a:xfrm>
              <a:blipFill>
                <a:blip r:embed="rId2"/>
                <a:stretch>
                  <a:fillRect l="-145" t="-511"/>
                </a:stretch>
              </a:blipFill>
            </p:spPr>
            <p:txBody>
              <a:bodyPr/>
              <a:lstStyle/>
              <a:p>
                <a:r>
                  <a:rPr lang="en-GB">
                    <a:noFill/>
                  </a:rPr>
                  <a:t> </a:t>
                </a:r>
              </a:p>
            </p:txBody>
          </p:sp>
        </mc:Fallback>
      </mc:AlternateContent>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51</a:t>
            </a:fld>
            <a:endParaRPr lang="en-GB" noProof="0" dirty="0"/>
          </a:p>
        </p:txBody>
      </p:sp>
    </p:spTree>
    <p:extLst>
      <p:ext uri="{BB962C8B-B14F-4D97-AF65-F5344CB8AC3E}">
        <p14:creationId xmlns:p14="http://schemas.microsoft.com/office/powerpoint/2010/main" val="17330604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sz="2400" b="1" dirty="0" err="1"/>
              <a:t>McNemar</a:t>
            </a:r>
            <a:r>
              <a:rPr lang="nl-BE" sz="2400" b="1" dirty="0"/>
              <a:t>-toets in SPSS: </a:t>
            </a:r>
            <a:r>
              <a:rPr lang="nl-BE" sz="2400" i="1" dirty="0" err="1">
                <a:sym typeface="Wingdings" panose="05000000000000000000" pitchFamily="2" charset="2"/>
              </a:rPr>
              <a:t>Analyze</a:t>
            </a:r>
            <a:r>
              <a:rPr lang="nl-BE" sz="2400" i="1" dirty="0"/>
              <a:t> ›› </a:t>
            </a:r>
            <a:r>
              <a:rPr lang="nl-BE" sz="2400" i="1" dirty="0" err="1"/>
              <a:t>Nonparametric</a:t>
            </a:r>
            <a:r>
              <a:rPr lang="nl-BE" sz="2400" i="1" dirty="0"/>
              <a:t> Tests ›› </a:t>
            </a:r>
            <a:r>
              <a:rPr lang="nl-BE" sz="2400" i="1" dirty="0" err="1"/>
              <a:t>Legacy</a:t>
            </a:r>
            <a:r>
              <a:rPr lang="nl-BE" sz="2400" i="1" dirty="0"/>
              <a:t> </a:t>
            </a:r>
            <a:r>
              <a:rPr lang="nl-BE" sz="2400" i="1" dirty="0" err="1"/>
              <a:t>Dialogs</a:t>
            </a:r>
            <a:r>
              <a:rPr lang="nl-BE" sz="2400" i="1" dirty="0"/>
              <a:t> ›› 2 </a:t>
            </a:r>
            <a:r>
              <a:rPr lang="nl-BE" sz="2400" i="1" dirty="0" err="1"/>
              <a:t>Related</a:t>
            </a:r>
            <a:r>
              <a:rPr lang="nl-BE" sz="2400" i="1" dirty="0"/>
              <a:t> Samples</a:t>
            </a:r>
          </a:p>
          <a:p>
            <a:pPr lvl="1"/>
            <a:endParaRPr lang="nl-BE" i="1" dirty="0"/>
          </a:p>
          <a:p>
            <a:pPr lvl="1"/>
            <a:endParaRPr lang="nl-BE" i="1" dirty="0"/>
          </a:p>
          <a:p>
            <a:pPr lvl="1"/>
            <a:endParaRPr lang="nl-BE" i="1" dirty="0"/>
          </a:p>
          <a:p>
            <a:pPr lvl="1"/>
            <a:endParaRPr lang="nl-BE" i="1" dirty="0"/>
          </a:p>
          <a:p>
            <a:pPr lvl="1"/>
            <a:endParaRPr lang="nl-BE" i="1" dirty="0"/>
          </a:p>
          <a:p>
            <a:pPr lvl="1"/>
            <a:endParaRPr lang="nl-BE" i="1" dirty="0"/>
          </a:p>
          <a:p>
            <a:pPr lvl="1"/>
            <a:endParaRPr lang="nl-BE" i="1" dirty="0"/>
          </a:p>
          <a:p>
            <a:pPr marL="720000" lvl="1" indent="0">
              <a:buNone/>
            </a:pPr>
            <a:endParaRPr lang="nl-BE" dirty="0"/>
          </a:p>
          <a:p>
            <a:endParaRPr lang="nl-BE" dirty="0"/>
          </a:p>
        </p:txBody>
      </p:sp>
      <p:sp>
        <p:nvSpPr>
          <p:cNvPr id="31" name="Tijdelijke aanduiding voor dianummer 3">
            <a:extLst>
              <a:ext uri="{FF2B5EF4-FFF2-40B4-BE49-F238E27FC236}">
                <a16:creationId xmlns:a16="http://schemas.microsoft.com/office/drawing/2014/main" id="{A3471519-90BA-4B30-B687-61F2BBF3630C}"/>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52</a:t>
            </a:fld>
            <a:endParaRPr lang="en-GB" noProof="0" dirty="0"/>
          </a:p>
        </p:txBody>
      </p:sp>
      <p:pic>
        <p:nvPicPr>
          <p:cNvPr id="7" name="Afbeelding 6">
            <a:extLst>
              <a:ext uri="{FF2B5EF4-FFF2-40B4-BE49-F238E27FC236}">
                <a16:creationId xmlns:a16="http://schemas.microsoft.com/office/drawing/2014/main" id="{F559DE5F-061F-AC4F-0E41-D5D2B0482035}"/>
              </a:ext>
            </a:extLst>
          </p:cNvPr>
          <p:cNvPicPr>
            <a:picLocks noChangeAspect="1"/>
          </p:cNvPicPr>
          <p:nvPr/>
        </p:nvPicPr>
        <p:blipFill>
          <a:blip r:embed="rId3"/>
          <a:stretch>
            <a:fillRect/>
          </a:stretch>
        </p:blipFill>
        <p:spPr>
          <a:xfrm>
            <a:off x="9659125" y="3595127"/>
            <a:ext cx="6943725" cy="4248150"/>
          </a:xfrm>
          <a:prstGeom prst="rect">
            <a:avLst/>
          </a:prstGeom>
        </p:spPr>
      </p:pic>
      <p:pic>
        <p:nvPicPr>
          <p:cNvPr id="8" name="Afbeelding 7">
            <a:extLst>
              <a:ext uri="{FF2B5EF4-FFF2-40B4-BE49-F238E27FC236}">
                <a16:creationId xmlns:a16="http://schemas.microsoft.com/office/drawing/2014/main" id="{D431E837-806C-E691-A62A-38D6E51F53FC}"/>
              </a:ext>
            </a:extLst>
          </p:cNvPr>
          <p:cNvPicPr>
            <a:picLocks noChangeAspect="1"/>
          </p:cNvPicPr>
          <p:nvPr/>
        </p:nvPicPr>
        <p:blipFill>
          <a:blip r:embed="rId4"/>
          <a:stretch>
            <a:fillRect/>
          </a:stretch>
        </p:blipFill>
        <p:spPr>
          <a:xfrm>
            <a:off x="965410" y="2478894"/>
            <a:ext cx="8430895" cy="6480616"/>
          </a:xfrm>
          <a:prstGeom prst="rect">
            <a:avLst/>
          </a:prstGeom>
        </p:spPr>
      </p:pic>
    </p:spTree>
    <p:extLst>
      <p:ext uri="{BB962C8B-B14F-4D97-AF65-F5344CB8AC3E}">
        <p14:creationId xmlns:p14="http://schemas.microsoft.com/office/powerpoint/2010/main" val="14523563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662526"/>
          </a:xfrm>
        </p:spPr>
        <p:txBody>
          <a:bodyPr>
            <a:normAutofit fontScale="92500" lnSpcReduction="10000"/>
          </a:bodyPr>
          <a:lstStyle/>
          <a:p>
            <a:r>
              <a:rPr lang="nl-BE" b="1" dirty="0" err="1"/>
              <a:t>McNemar</a:t>
            </a:r>
            <a:r>
              <a:rPr lang="nl-BE" b="1" dirty="0"/>
              <a:t>-toets in SPSS</a:t>
            </a:r>
          </a:p>
          <a:p>
            <a:pPr lvl="1"/>
            <a:r>
              <a:rPr lang="nl-BE" b="1" i="1" dirty="0">
                <a:solidFill>
                  <a:srgbClr val="002060"/>
                </a:solidFill>
              </a:rPr>
              <a:t>Syntax </a:t>
            </a:r>
            <a:r>
              <a:rPr lang="nl-BE" b="1" dirty="0">
                <a:solidFill>
                  <a:srgbClr val="002060"/>
                </a:solidFill>
              </a:rPr>
              <a:t>en output</a:t>
            </a:r>
            <a:r>
              <a:rPr lang="nl-BE" b="1" dirty="0"/>
              <a:t>:</a:t>
            </a:r>
          </a:p>
          <a:p>
            <a:pPr lvl="1"/>
            <a:endParaRPr lang="nl-BE" b="1" dirty="0"/>
          </a:p>
          <a:p>
            <a:pPr lvl="1"/>
            <a:endParaRPr lang="nl-BE" b="1" dirty="0"/>
          </a:p>
          <a:p>
            <a:pPr lvl="1"/>
            <a:endParaRPr lang="nl-BE" b="1" dirty="0"/>
          </a:p>
          <a:p>
            <a:pPr lvl="1"/>
            <a:endParaRPr lang="nl-BE" b="1" dirty="0"/>
          </a:p>
          <a:p>
            <a:pPr lvl="1"/>
            <a:endParaRPr lang="nl-BE" b="1" dirty="0"/>
          </a:p>
          <a:p>
            <a:pPr lvl="1"/>
            <a:endParaRPr lang="nl-BE" b="1" dirty="0"/>
          </a:p>
          <a:p>
            <a:pPr lvl="1"/>
            <a:endParaRPr lang="nl-BE" b="1" dirty="0"/>
          </a:p>
          <a:p>
            <a:pPr lvl="1"/>
            <a:endParaRPr lang="nl-BE" b="1" dirty="0"/>
          </a:p>
          <a:p>
            <a:pPr lvl="1"/>
            <a:endParaRPr lang="nl-BE" b="1" dirty="0"/>
          </a:p>
          <a:p>
            <a:pPr lvl="1"/>
            <a:r>
              <a:rPr lang="nl-BE" dirty="0"/>
              <a:t>27 respondenten: Nee </a:t>
            </a:r>
            <a:r>
              <a:rPr lang="nl-BE" dirty="0">
                <a:sym typeface="Wingdings" panose="05000000000000000000" pitchFamily="2" charset="2"/>
              </a:rPr>
              <a:t> Ja (= hebben een partner)</a:t>
            </a:r>
          </a:p>
          <a:p>
            <a:pPr lvl="1"/>
            <a:r>
              <a:rPr lang="nl-BE" dirty="0">
                <a:sym typeface="Wingdings" panose="05000000000000000000" pitchFamily="2" charset="2"/>
              </a:rPr>
              <a:t>19 respondenten: Ja  nee (hebben geen partner meer)</a:t>
            </a:r>
          </a:p>
          <a:p>
            <a:pPr lvl="2"/>
            <a:r>
              <a:rPr lang="nl-BE" dirty="0">
                <a:sym typeface="Wingdings" panose="05000000000000000000" pitchFamily="2" charset="2"/>
              </a:rPr>
              <a:t>27-19 = 8</a:t>
            </a:r>
          </a:p>
          <a:p>
            <a:pPr lvl="2"/>
            <a:r>
              <a:rPr lang="nl-BE" b="1" dirty="0">
                <a:sym typeface="Wingdings" panose="05000000000000000000" pitchFamily="2" charset="2"/>
              </a:rPr>
              <a:t>Maar </a:t>
            </a:r>
            <a:r>
              <a:rPr lang="nl-BE" dirty="0">
                <a:sym typeface="Wingdings" panose="05000000000000000000" pitchFamily="2" charset="2"/>
              </a:rPr>
              <a:t>volgens </a:t>
            </a:r>
            <a:r>
              <a:rPr lang="nl-BE" dirty="0" err="1">
                <a:sym typeface="Wingdings" panose="05000000000000000000" pitchFamily="2" charset="2"/>
              </a:rPr>
              <a:t>McNemar</a:t>
            </a:r>
            <a:r>
              <a:rPr lang="nl-BE" dirty="0">
                <a:sym typeface="Wingdings" panose="05000000000000000000" pitchFamily="2" charset="2"/>
              </a:rPr>
              <a:t>: toename van 8 is geen significante verschil (p = .3 &gt; .05)</a:t>
            </a:r>
            <a:endParaRPr lang="nl-BE" b="1" dirty="0">
              <a:sym typeface="Wingdings" panose="05000000000000000000" pitchFamily="2" charset="2"/>
            </a:endParaRPr>
          </a:p>
          <a:p>
            <a:pPr lvl="2"/>
            <a:endParaRPr lang="nl-BE" dirty="0"/>
          </a:p>
          <a:p>
            <a:pPr lvl="1"/>
            <a:endParaRPr lang="nl-BE" dirty="0"/>
          </a:p>
        </p:txBody>
      </p:sp>
      <p:sp>
        <p:nvSpPr>
          <p:cNvPr id="43" name="Tijdelijke aanduiding voor dianummer 3">
            <a:extLst>
              <a:ext uri="{FF2B5EF4-FFF2-40B4-BE49-F238E27FC236}">
                <a16:creationId xmlns:a16="http://schemas.microsoft.com/office/drawing/2014/main" id="{90ABE4EF-EF12-491A-965F-901562F55120}"/>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53</a:t>
            </a:fld>
            <a:endParaRPr lang="en-GB" noProof="0" dirty="0"/>
          </a:p>
        </p:txBody>
      </p:sp>
      <p:pic>
        <p:nvPicPr>
          <p:cNvPr id="7" name="Afbeelding 6">
            <a:extLst>
              <a:ext uri="{FF2B5EF4-FFF2-40B4-BE49-F238E27FC236}">
                <a16:creationId xmlns:a16="http://schemas.microsoft.com/office/drawing/2014/main" id="{4B8F241D-6C2C-3CD3-BD43-4D241AF00DA0}"/>
              </a:ext>
            </a:extLst>
          </p:cNvPr>
          <p:cNvPicPr>
            <a:picLocks noChangeAspect="1"/>
          </p:cNvPicPr>
          <p:nvPr/>
        </p:nvPicPr>
        <p:blipFill>
          <a:blip r:embed="rId2"/>
          <a:stretch>
            <a:fillRect/>
          </a:stretch>
        </p:blipFill>
        <p:spPr>
          <a:xfrm>
            <a:off x="5738969" y="1787533"/>
            <a:ext cx="6034840" cy="981807"/>
          </a:xfrm>
          <a:prstGeom prst="rect">
            <a:avLst/>
          </a:prstGeom>
        </p:spPr>
      </p:pic>
      <p:pic>
        <p:nvPicPr>
          <p:cNvPr id="11" name="Afbeelding 10">
            <a:extLst>
              <a:ext uri="{FF2B5EF4-FFF2-40B4-BE49-F238E27FC236}">
                <a16:creationId xmlns:a16="http://schemas.microsoft.com/office/drawing/2014/main" id="{4899AFDC-C96E-EA4B-CCA3-5E0F4CA97E3E}"/>
              </a:ext>
            </a:extLst>
          </p:cNvPr>
          <p:cNvPicPr>
            <a:picLocks noChangeAspect="1"/>
          </p:cNvPicPr>
          <p:nvPr/>
        </p:nvPicPr>
        <p:blipFill>
          <a:blip r:embed="rId3"/>
          <a:stretch>
            <a:fillRect/>
          </a:stretch>
        </p:blipFill>
        <p:spPr>
          <a:xfrm>
            <a:off x="3098171" y="3002281"/>
            <a:ext cx="6493288" cy="3512762"/>
          </a:xfrm>
          <a:prstGeom prst="rect">
            <a:avLst/>
          </a:prstGeom>
        </p:spPr>
      </p:pic>
      <p:pic>
        <p:nvPicPr>
          <p:cNvPr id="13" name="Afbeelding 12">
            <a:extLst>
              <a:ext uri="{FF2B5EF4-FFF2-40B4-BE49-F238E27FC236}">
                <a16:creationId xmlns:a16="http://schemas.microsoft.com/office/drawing/2014/main" id="{6F57FB0A-9CCF-D902-0F57-D85B00F4FFFF}"/>
              </a:ext>
            </a:extLst>
          </p:cNvPr>
          <p:cNvPicPr>
            <a:picLocks noChangeAspect="1"/>
          </p:cNvPicPr>
          <p:nvPr/>
        </p:nvPicPr>
        <p:blipFill>
          <a:blip r:embed="rId4"/>
          <a:stretch>
            <a:fillRect/>
          </a:stretch>
        </p:blipFill>
        <p:spPr>
          <a:xfrm>
            <a:off x="12362560" y="1816273"/>
            <a:ext cx="3178842" cy="4813307"/>
          </a:xfrm>
          <a:prstGeom prst="rect">
            <a:avLst/>
          </a:prstGeom>
        </p:spPr>
      </p:pic>
    </p:spTree>
    <p:extLst>
      <p:ext uri="{BB962C8B-B14F-4D97-AF65-F5344CB8AC3E}">
        <p14:creationId xmlns:p14="http://schemas.microsoft.com/office/powerpoint/2010/main" val="32210013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BE" dirty="0"/>
              <a:t>Opgave 2: Verband Relatiestatus x Tijd</a:t>
            </a:r>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6. </a:t>
            </a:r>
            <a:r>
              <a:rPr lang="nl-BE" dirty="0"/>
              <a:t>Conclusie en rapportering</a:t>
            </a:r>
          </a:p>
          <a:p>
            <a:pPr lvl="1" algn="just"/>
            <a:r>
              <a:rPr lang="nl-BE" dirty="0"/>
              <a:t>In tekst:</a:t>
            </a:r>
          </a:p>
          <a:p>
            <a:pPr marL="720000" lvl="1" indent="0" algn="just">
              <a:buNone/>
            </a:pPr>
            <a:br>
              <a:rPr lang="nl-BE" dirty="0"/>
            </a:br>
            <a:br>
              <a:rPr lang="nl-BE" dirty="0"/>
            </a:br>
            <a:r>
              <a:rPr lang="nl-BE" dirty="0"/>
              <a:t>“Van alle respondenten die aan beide waves deelnamen, rapporteerden 217 respondenten dat ze een partner hadden in Wave 1. Dat aantal nam toe in Wave 2 (</a:t>
            </a:r>
            <a:r>
              <a:rPr lang="nl-BE" dirty="0" err="1"/>
              <a:t>n</a:t>
            </a:r>
            <a:r>
              <a:rPr lang="nl-BE" baseline="-25000" dirty="0" err="1"/>
              <a:t>Wave</a:t>
            </a:r>
            <a:r>
              <a:rPr lang="nl-BE" baseline="-25000" dirty="0"/>
              <a:t> 2</a:t>
            </a:r>
            <a:r>
              <a:rPr lang="nl-BE" dirty="0"/>
              <a:t> = 225), maar een </a:t>
            </a:r>
            <a:r>
              <a:rPr lang="nl-BE" dirty="0" err="1"/>
              <a:t>McNemar</a:t>
            </a:r>
            <a:r>
              <a:rPr lang="nl-BE" dirty="0"/>
              <a:t>-toets toont aan dat deze verandering in het aantal individuen dat </a:t>
            </a:r>
            <a:r>
              <a:rPr lang="nl-BE"/>
              <a:t>een partner heeft </a:t>
            </a:r>
            <a:r>
              <a:rPr lang="nl-BE" dirty="0"/>
              <a:t>heeft niet significant is (</a:t>
            </a:r>
            <a:r>
              <a:rPr lang="nl-BE" i="1" dirty="0"/>
              <a:t>p</a:t>
            </a:r>
            <a:r>
              <a:rPr lang="nl-BE" dirty="0"/>
              <a:t> = .3).”</a:t>
            </a:r>
          </a:p>
          <a:p>
            <a:pPr marL="1306800" lvl="2" indent="0">
              <a:buNone/>
            </a:pPr>
            <a:endParaRPr lang="nl-BE"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p:txBody>
      </p:sp>
      <p:sp>
        <p:nvSpPr>
          <p:cNvPr id="43" name="Tijdelijke aanduiding voor dianummer 3">
            <a:extLst>
              <a:ext uri="{FF2B5EF4-FFF2-40B4-BE49-F238E27FC236}">
                <a16:creationId xmlns:a16="http://schemas.microsoft.com/office/drawing/2014/main" id="{90ABE4EF-EF12-491A-965F-901562F55120}"/>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54</a:t>
            </a:fld>
            <a:endParaRPr lang="en-GB" noProof="0" dirty="0"/>
          </a:p>
        </p:txBody>
      </p:sp>
    </p:spTree>
    <p:extLst>
      <p:ext uri="{BB962C8B-B14F-4D97-AF65-F5344CB8AC3E}">
        <p14:creationId xmlns:p14="http://schemas.microsoft.com/office/powerpoint/2010/main" val="12677686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Opgave 3</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p>
        </p:txBody>
      </p:sp>
    </p:spTree>
    <p:extLst>
      <p:ext uri="{BB962C8B-B14F-4D97-AF65-F5344CB8AC3E}">
        <p14:creationId xmlns:p14="http://schemas.microsoft.com/office/powerpoint/2010/main" val="39059659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BE" dirty="0"/>
              <a:t>Opgave 3: Verband Vaccin x Coronasymptomen</a:t>
            </a:r>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578" y="1816461"/>
            <a:ext cx="16857612" cy="7936842"/>
          </a:xfrm>
        </p:spPr>
        <p:txBody>
          <a:bodyPr>
            <a:normAutofit/>
          </a:bodyPr>
          <a:lstStyle/>
          <a:p>
            <a:pPr marL="86390" indent="0">
              <a:buNone/>
            </a:pPr>
            <a:r>
              <a:rPr lang="nl-BE" b="1" dirty="0"/>
              <a:t>Opgave 3</a:t>
            </a:r>
          </a:p>
          <a:p>
            <a:r>
              <a:rPr lang="nl-BE" dirty="0"/>
              <a:t>Open ‘DATA_WAVE2_CenW.sav’. Is er onder respondenten die 50 jaar of ouder zijn een significant verband tussen al dan niet gevaccineerd zijn tegen corona (W2_Coronavaccin) en het vertonen van coronasymptomen (W2_Corona)?</a:t>
            </a:r>
          </a:p>
          <a:p>
            <a:endParaRPr lang="nl-BE" b="1"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56</a:t>
            </a:fld>
            <a:endParaRPr lang="en-GB" noProof="0" dirty="0"/>
          </a:p>
        </p:txBody>
      </p:sp>
    </p:spTree>
    <p:extLst>
      <p:ext uri="{BB962C8B-B14F-4D97-AF65-F5344CB8AC3E}">
        <p14:creationId xmlns:p14="http://schemas.microsoft.com/office/powerpoint/2010/main" val="22901249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NL" dirty="0"/>
              <a:t>Opgave 3: Verband Vaccin x Coronasymptomen</a:t>
            </a:r>
            <a:endParaRPr lang="nl-BE" dirty="0"/>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069" y="1816272"/>
            <a:ext cx="16858641" cy="7937327"/>
          </a:xfrm>
        </p:spPr>
        <p:txBody>
          <a:bodyPr>
            <a:normAutofit/>
          </a:bodyPr>
          <a:lstStyle/>
          <a:p>
            <a:pPr marL="86390" indent="0">
              <a:buNone/>
            </a:pPr>
            <a:r>
              <a:rPr lang="nl-BE" b="1" dirty="0"/>
              <a:t>Opgave 2</a:t>
            </a:r>
          </a:p>
          <a:p>
            <a:r>
              <a:rPr lang="nl-BE" dirty="0"/>
              <a:t>Open ‘DATA_WAVE2_CenW.sav’. Is er onder respondenten die 50 jaar of ouder zijn een significant verband tussen al dan niet gevaccineerd zijn tegen corona (W2_Coronavaccin) en het vertonen van coronasymptomen (W2_Corona)?</a:t>
            </a:r>
          </a:p>
          <a:p>
            <a:r>
              <a:rPr lang="nl-BE" b="1" dirty="0"/>
              <a:t>Stap 1. </a:t>
            </a:r>
            <a:r>
              <a:rPr lang="nl-BE" dirty="0"/>
              <a:t>Kiezen van juiste analysemethode</a:t>
            </a:r>
          </a:p>
          <a:p>
            <a:pPr marL="1234350" lvl="1" indent="-514350">
              <a:buFont typeface="+mj-lt"/>
              <a:buAutoNum type="arabicPeriod"/>
            </a:pPr>
            <a:r>
              <a:rPr lang="nl-BE" b="1" dirty="0"/>
              <a:t>Hoeveel variabelen?</a:t>
            </a:r>
          </a:p>
          <a:p>
            <a:pPr marL="1234350" lvl="1" indent="-514350">
              <a:buFont typeface="+mj-lt"/>
              <a:buAutoNum type="arabicPeriod"/>
            </a:pPr>
            <a:endParaRPr lang="nl-BE" dirty="0"/>
          </a:p>
          <a:p>
            <a:pPr marL="1234350" lvl="1" indent="-514350">
              <a:buFont typeface="+mj-lt"/>
              <a:buAutoNum type="arabicPeriod"/>
            </a:pPr>
            <a:r>
              <a:rPr lang="nl-BE" b="1" dirty="0"/>
              <a:t>Welk meetniveau?</a:t>
            </a:r>
            <a:endParaRPr lang="nl-BE" dirty="0"/>
          </a:p>
          <a:p>
            <a:pPr lvl="2"/>
            <a:endParaRPr lang="nl-BE" dirty="0"/>
          </a:p>
          <a:p>
            <a:pPr marL="1234350" lvl="1" indent="-514350">
              <a:buFont typeface="+mj-lt"/>
              <a:buAutoNum type="arabicPeriod"/>
            </a:pPr>
            <a:r>
              <a:rPr lang="nl-BE" b="1" dirty="0"/>
              <a:t>Welke rol?</a:t>
            </a:r>
            <a:endParaRPr lang="nl-BE"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57</a:t>
            </a:fld>
            <a:endParaRPr lang="en-GB" noProof="0" dirty="0"/>
          </a:p>
        </p:txBody>
      </p:sp>
    </p:spTree>
    <p:extLst>
      <p:ext uri="{BB962C8B-B14F-4D97-AF65-F5344CB8AC3E}">
        <p14:creationId xmlns:p14="http://schemas.microsoft.com/office/powerpoint/2010/main" val="31116273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NL" dirty="0"/>
              <a:t>Opgave 3: Verband Vaccin x Coronasymptomen</a:t>
            </a:r>
            <a:endParaRPr lang="nl-BE" dirty="0"/>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069" y="1816272"/>
            <a:ext cx="16858641" cy="7937327"/>
          </a:xfrm>
        </p:spPr>
        <p:txBody>
          <a:bodyPr>
            <a:normAutofit/>
          </a:bodyPr>
          <a:lstStyle/>
          <a:p>
            <a:pPr marL="86390" indent="0">
              <a:buNone/>
            </a:pPr>
            <a:r>
              <a:rPr lang="nl-BE" b="1" dirty="0"/>
              <a:t>Opgave 2</a:t>
            </a:r>
          </a:p>
          <a:p>
            <a:r>
              <a:rPr lang="nl-BE" dirty="0"/>
              <a:t>Open ‘DATA_WAVE2_CenW.sav’. Is er onder respondenten die 50 jaar of ouder zijn een significant verband tussen al dan niet gevaccineerd zijn tegen corona (W2_Coronavaccin) en het vertonen van coronasymptomen (W2_Corona)?</a:t>
            </a:r>
          </a:p>
          <a:p>
            <a:r>
              <a:rPr lang="nl-BE" b="1" dirty="0"/>
              <a:t>Stap 1. </a:t>
            </a:r>
            <a:r>
              <a:rPr lang="nl-BE" dirty="0"/>
              <a:t>Kiezen van juiste analysemethode</a:t>
            </a:r>
          </a:p>
          <a:p>
            <a:pPr marL="1234199" lvl="1" indent="-514287">
              <a:buFont typeface="+mj-lt"/>
              <a:buAutoNum type="arabicPeriod"/>
            </a:pPr>
            <a:r>
              <a:rPr lang="nl-BE" b="1" dirty="0"/>
              <a:t>Hoeveel variabelen?</a:t>
            </a:r>
            <a:endParaRPr lang="nl-BE" dirty="0"/>
          </a:p>
          <a:p>
            <a:pPr lvl="2"/>
            <a:r>
              <a:rPr lang="nl-BE" dirty="0"/>
              <a:t>Twee variabelen</a:t>
            </a:r>
          </a:p>
          <a:p>
            <a:pPr marL="1234199" lvl="1" indent="-514287">
              <a:buFont typeface="+mj-lt"/>
              <a:buAutoNum type="arabicPeriod"/>
            </a:pPr>
            <a:r>
              <a:rPr lang="nl-BE" b="1" dirty="0"/>
              <a:t>Welk meetniveau?</a:t>
            </a:r>
            <a:endParaRPr lang="nl-BE" dirty="0"/>
          </a:p>
          <a:p>
            <a:pPr lvl="2"/>
            <a:r>
              <a:rPr lang="nl-BE" dirty="0"/>
              <a:t>‘W2_Coronavaccin’: nominaal, twee categorieën</a:t>
            </a:r>
          </a:p>
          <a:p>
            <a:pPr lvl="2"/>
            <a:r>
              <a:rPr lang="nl-BE" dirty="0"/>
              <a:t>‘W2_Corona’: nominaal, vier categorieën</a:t>
            </a:r>
          </a:p>
          <a:p>
            <a:pPr marL="1234199" lvl="1" indent="-514287">
              <a:buFont typeface="+mj-lt"/>
              <a:buAutoNum type="arabicPeriod"/>
            </a:pPr>
            <a:r>
              <a:rPr lang="nl-BE" b="1" dirty="0"/>
              <a:t>Welke rol?</a:t>
            </a:r>
            <a:endParaRPr lang="nl-BE" dirty="0"/>
          </a:p>
          <a:p>
            <a:pPr lvl="2"/>
            <a:r>
              <a:rPr lang="nl-BE" dirty="0"/>
              <a:t>Al dan niet gevaccineerd zijn: onafhankelijke variabele</a:t>
            </a:r>
          </a:p>
          <a:p>
            <a:pPr lvl="2"/>
            <a:r>
              <a:rPr lang="nl-BE" dirty="0"/>
              <a:t>Al dan niet vertonen van symptomen: afhankelijke variabele</a:t>
            </a:r>
          </a:p>
          <a:p>
            <a:pPr marL="1306800" lvl="2" indent="0">
              <a:buNone/>
            </a:pPr>
            <a:endParaRPr lang="nl-BE"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58</a:t>
            </a:fld>
            <a:endParaRPr lang="en-GB" noProof="0" dirty="0"/>
          </a:p>
        </p:txBody>
      </p:sp>
    </p:spTree>
    <p:extLst>
      <p:ext uri="{BB962C8B-B14F-4D97-AF65-F5344CB8AC3E}">
        <p14:creationId xmlns:p14="http://schemas.microsoft.com/office/powerpoint/2010/main" val="14709982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Box 89">
            <a:extLst>
              <a:ext uri="{FF2B5EF4-FFF2-40B4-BE49-F238E27FC236}">
                <a16:creationId xmlns:a16="http://schemas.microsoft.com/office/drawing/2014/main" id="{8F08DB32-3106-4977-857B-5BD70495575B}"/>
              </a:ext>
            </a:extLst>
          </p:cNvPr>
          <p:cNvSpPr txBox="1"/>
          <p:nvPr/>
        </p:nvSpPr>
        <p:spPr>
          <a:xfrm>
            <a:off x="10371171" y="195357"/>
            <a:ext cx="1651930" cy="6709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OV: gelijkaardige of verschillende respondenten in verschillende categorieën??</a:t>
            </a:r>
          </a:p>
        </p:txBody>
      </p:sp>
      <p:sp>
        <p:nvSpPr>
          <p:cNvPr id="245" name="Title 1">
            <a:extLst>
              <a:ext uri="{FF2B5EF4-FFF2-40B4-BE49-F238E27FC236}">
                <a16:creationId xmlns:a16="http://schemas.microsoft.com/office/drawing/2014/main" id="{18FC5625-A36C-4539-B58D-A6C810CAD8CC}"/>
              </a:ext>
            </a:extLst>
          </p:cNvPr>
          <p:cNvSpPr>
            <a:spLocks noGrp="1"/>
          </p:cNvSpPr>
          <p:nvPr>
            <p:ph type="title"/>
          </p:nvPr>
        </p:nvSpPr>
        <p:spPr>
          <a:xfrm>
            <a:off x="2656227" y="9026885"/>
            <a:ext cx="12026222" cy="747445"/>
          </a:xfrm>
        </p:spPr>
        <p:txBody>
          <a:bodyPr/>
          <a:lstStyle/>
          <a:p>
            <a:pPr algn="ctr"/>
            <a:r>
              <a:rPr lang="nl-BE" dirty="0">
                <a:solidFill>
                  <a:srgbClr val="002060"/>
                </a:solidFill>
              </a:rPr>
              <a:t>Welke analysetechniek gebruik ik?</a:t>
            </a:r>
          </a:p>
        </p:txBody>
      </p:sp>
      <p:sp>
        <p:nvSpPr>
          <p:cNvPr id="4" name="Slide Number Placeholder 3">
            <a:extLst>
              <a:ext uri="{FF2B5EF4-FFF2-40B4-BE49-F238E27FC236}">
                <a16:creationId xmlns:a16="http://schemas.microsoft.com/office/drawing/2014/main" id="{4B964762-09BF-4771-95D5-61DE9B768E24}"/>
              </a:ext>
            </a:extLst>
          </p:cNvPr>
          <p:cNvSpPr>
            <a:spLocks noGrp="1"/>
          </p:cNvSpPr>
          <p:nvPr>
            <p:ph type="sldNum" sz="quarter" idx="12"/>
          </p:nvPr>
        </p:nvSpPr>
        <p:spPr>
          <a:xfrm>
            <a:off x="14669331" y="8161967"/>
            <a:ext cx="797801" cy="449396"/>
          </a:xfrm>
        </p:spPr>
        <p:txBody>
          <a:bodyPr/>
          <a:lstStyle/>
          <a:p>
            <a:pPr marL="0" marR="0" lvl="0" indent="0" algn="r" defTabSz="476448" rtl="0" eaLnBrk="1" fontAlgn="auto" latinLnBrk="0" hangingPunct="1">
              <a:lnSpc>
                <a:spcPct val="100000"/>
              </a:lnSpc>
              <a:spcBef>
                <a:spcPts val="0"/>
              </a:spcBef>
              <a:spcAft>
                <a:spcPts val="0"/>
              </a:spcAft>
              <a:buClrTx/>
              <a:buSzTx/>
              <a:buFontTx/>
              <a:buNone/>
              <a:tabLst/>
              <a:defRPr/>
            </a:pPr>
            <a:fld id="{7AE184E0-0BD4-4705-A12B-9B71DDE63301}" type="slidenum">
              <a:rPr kumimoji="0" lang="en-GB" sz="1707"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76448" rtl="0" eaLnBrk="1" fontAlgn="auto" latinLnBrk="0" hangingPunct="1">
                <a:lnSpc>
                  <a:spcPct val="100000"/>
                </a:lnSpc>
                <a:spcBef>
                  <a:spcPts val="0"/>
                </a:spcBef>
                <a:spcAft>
                  <a:spcPts val="0"/>
                </a:spcAft>
                <a:buClrTx/>
                <a:buSzTx/>
                <a:buFontTx/>
                <a:buNone/>
                <a:tabLst/>
                <a:defRPr/>
              </a:pPr>
              <a:t>59</a:t>
            </a:fld>
            <a:endParaRPr kumimoji="0" lang="en-GB" sz="1707"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5081C82A-D336-47CA-AEFF-D561E49493D1}"/>
              </a:ext>
            </a:extLst>
          </p:cNvPr>
          <p:cNvSpPr txBox="1"/>
          <p:nvPr/>
        </p:nvSpPr>
        <p:spPr>
          <a:xfrm>
            <a:off x="1342991" y="435145"/>
            <a:ext cx="1347127"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Aantal </a:t>
            </a:r>
          </a:p>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afhankelijke variabelen</a:t>
            </a:r>
          </a:p>
        </p:txBody>
      </p:sp>
      <p:sp>
        <p:nvSpPr>
          <p:cNvPr id="7" name="TextBox 6">
            <a:extLst>
              <a:ext uri="{FF2B5EF4-FFF2-40B4-BE49-F238E27FC236}">
                <a16:creationId xmlns:a16="http://schemas.microsoft.com/office/drawing/2014/main" id="{5265D672-A626-415A-8295-202B4868868B}"/>
              </a:ext>
            </a:extLst>
          </p:cNvPr>
          <p:cNvSpPr txBox="1"/>
          <p:nvPr/>
        </p:nvSpPr>
        <p:spPr>
          <a:xfrm>
            <a:off x="2844203" y="433107"/>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Meetniveau afhankelijke variabele</a:t>
            </a:r>
          </a:p>
        </p:txBody>
      </p:sp>
      <p:sp>
        <p:nvSpPr>
          <p:cNvPr id="8" name="TextBox 7">
            <a:extLst>
              <a:ext uri="{FF2B5EF4-FFF2-40B4-BE49-F238E27FC236}">
                <a16:creationId xmlns:a16="http://schemas.microsoft.com/office/drawing/2014/main" id="{8F4600DD-4393-466B-BEEB-882B3DA6D4B5}"/>
              </a:ext>
            </a:extLst>
          </p:cNvPr>
          <p:cNvSpPr txBox="1"/>
          <p:nvPr/>
        </p:nvSpPr>
        <p:spPr>
          <a:xfrm>
            <a:off x="4189920" y="435623"/>
            <a:ext cx="1610372"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Aantal</a:t>
            </a:r>
          </a:p>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 onafhankelijke variabelen</a:t>
            </a:r>
          </a:p>
        </p:txBody>
      </p:sp>
      <p:sp>
        <p:nvSpPr>
          <p:cNvPr id="9" name="TextBox 8">
            <a:extLst>
              <a:ext uri="{FF2B5EF4-FFF2-40B4-BE49-F238E27FC236}">
                <a16:creationId xmlns:a16="http://schemas.microsoft.com/office/drawing/2014/main" id="{5F1F5C02-EFE6-49F0-A75F-AE1104AC7DEC}"/>
              </a:ext>
            </a:extLst>
          </p:cNvPr>
          <p:cNvSpPr txBox="1"/>
          <p:nvPr/>
        </p:nvSpPr>
        <p:spPr>
          <a:xfrm>
            <a:off x="5848391" y="433657"/>
            <a:ext cx="1483674"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Meetniveau onafhankelijke variabelen</a:t>
            </a:r>
          </a:p>
        </p:txBody>
      </p:sp>
      <p:sp>
        <p:nvSpPr>
          <p:cNvPr id="10" name="TextBox 9">
            <a:extLst>
              <a:ext uri="{FF2B5EF4-FFF2-40B4-BE49-F238E27FC236}">
                <a16:creationId xmlns:a16="http://schemas.microsoft.com/office/drawing/2014/main" id="{0CB43338-9162-4955-AC30-7E12E11A5188}"/>
              </a:ext>
            </a:extLst>
          </p:cNvPr>
          <p:cNvSpPr txBox="1"/>
          <p:nvPr/>
        </p:nvSpPr>
        <p:spPr>
          <a:xfrm>
            <a:off x="8860409" y="437468"/>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OV: hoeveel categorieën?</a:t>
            </a:r>
          </a:p>
        </p:txBody>
      </p:sp>
      <p:sp>
        <p:nvSpPr>
          <p:cNvPr id="11" name="Rectangle 10">
            <a:extLst>
              <a:ext uri="{FF2B5EF4-FFF2-40B4-BE49-F238E27FC236}">
                <a16:creationId xmlns:a16="http://schemas.microsoft.com/office/drawing/2014/main" id="{21C2167C-EB1A-40E1-A7AB-BDA76FE6C4E3}"/>
              </a:ext>
            </a:extLst>
          </p:cNvPr>
          <p:cNvSpPr/>
          <p:nvPr/>
        </p:nvSpPr>
        <p:spPr>
          <a:xfrm>
            <a:off x="2995293" y="222448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12" name="Rectangle 11">
            <a:extLst>
              <a:ext uri="{FF2B5EF4-FFF2-40B4-BE49-F238E27FC236}">
                <a16:creationId xmlns:a16="http://schemas.microsoft.com/office/drawing/2014/main" id="{9FE4E87F-DA61-4418-8711-7A2A8629B501}"/>
              </a:ext>
            </a:extLst>
          </p:cNvPr>
          <p:cNvSpPr/>
          <p:nvPr/>
        </p:nvSpPr>
        <p:spPr>
          <a:xfrm>
            <a:off x="1494078" y="400666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cxnSp>
        <p:nvCxnSpPr>
          <p:cNvPr id="13" name="Straight Arrow Connector 12">
            <a:extLst>
              <a:ext uri="{FF2B5EF4-FFF2-40B4-BE49-F238E27FC236}">
                <a16:creationId xmlns:a16="http://schemas.microsoft.com/office/drawing/2014/main" id="{B1FF0BF9-6799-4152-99E5-A549EC4FA225}"/>
              </a:ext>
            </a:extLst>
          </p:cNvPr>
          <p:cNvCxnSpPr>
            <a:cxnSpLocks/>
            <a:stCxn id="12" idx="0"/>
            <a:endCxn id="11" idx="2"/>
          </p:cNvCxnSpPr>
          <p:nvPr/>
        </p:nvCxnSpPr>
        <p:spPr>
          <a:xfrm flipV="1">
            <a:off x="1970469" y="2479100"/>
            <a:ext cx="1501215" cy="15275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4" name="Rectangle 13">
            <a:extLst>
              <a:ext uri="{FF2B5EF4-FFF2-40B4-BE49-F238E27FC236}">
                <a16:creationId xmlns:a16="http://schemas.microsoft.com/office/drawing/2014/main" id="{E7869E0C-9730-4D00-8A96-446A9BDE609B}"/>
              </a:ext>
            </a:extLst>
          </p:cNvPr>
          <p:cNvSpPr/>
          <p:nvPr/>
        </p:nvSpPr>
        <p:spPr>
          <a:xfrm>
            <a:off x="4498263" y="128896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15" name="Rectangle 14">
            <a:extLst>
              <a:ext uri="{FF2B5EF4-FFF2-40B4-BE49-F238E27FC236}">
                <a16:creationId xmlns:a16="http://schemas.microsoft.com/office/drawing/2014/main" id="{C7DCBE10-8C56-4C40-978C-5BDC51E24E38}"/>
              </a:ext>
            </a:extLst>
          </p:cNvPr>
          <p:cNvSpPr/>
          <p:nvPr/>
        </p:nvSpPr>
        <p:spPr>
          <a:xfrm>
            <a:off x="6010934" y="87570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16" name="Rectangle 15">
            <a:extLst>
              <a:ext uri="{FF2B5EF4-FFF2-40B4-BE49-F238E27FC236}">
                <a16:creationId xmlns:a16="http://schemas.microsoft.com/office/drawing/2014/main" id="{5F750A0F-ABD9-4088-803D-8CBD899DC78A}"/>
              </a:ext>
            </a:extLst>
          </p:cNvPr>
          <p:cNvSpPr/>
          <p:nvPr/>
        </p:nvSpPr>
        <p:spPr>
          <a:xfrm>
            <a:off x="6007897" y="167460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17" name="Rectangle 16">
            <a:extLst>
              <a:ext uri="{FF2B5EF4-FFF2-40B4-BE49-F238E27FC236}">
                <a16:creationId xmlns:a16="http://schemas.microsoft.com/office/drawing/2014/main" id="{6CA60F3F-5936-4C21-A14E-DA2A5BFE407A}"/>
              </a:ext>
            </a:extLst>
          </p:cNvPr>
          <p:cNvSpPr/>
          <p:nvPr/>
        </p:nvSpPr>
        <p:spPr>
          <a:xfrm>
            <a:off x="9011496" y="136268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a:t>
            </a:r>
          </a:p>
        </p:txBody>
      </p:sp>
      <p:sp>
        <p:nvSpPr>
          <p:cNvPr id="18" name="Rectangle 17">
            <a:extLst>
              <a:ext uri="{FF2B5EF4-FFF2-40B4-BE49-F238E27FC236}">
                <a16:creationId xmlns:a16="http://schemas.microsoft.com/office/drawing/2014/main" id="{FBEC190E-C820-4FFB-9E78-A5F4E73A160A}"/>
              </a:ext>
            </a:extLst>
          </p:cNvPr>
          <p:cNvSpPr/>
          <p:nvPr/>
        </p:nvSpPr>
        <p:spPr>
          <a:xfrm>
            <a:off x="9013959" y="21213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Meer dan 2</a:t>
            </a:r>
          </a:p>
        </p:txBody>
      </p:sp>
      <p:sp>
        <p:nvSpPr>
          <p:cNvPr id="19" name="Rectangle 18">
            <a:extLst>
              <a:ext uri="{FF2B5EF4-FFF2-40B4-BE49-F238E27FC236}">
                <a16:creationId xmlns:a16="http://schemas.microsoft.com/office/drawing/2014/main" id="{B2BD1D95-F21A-46CF-A9AE-4A875C58E751}"/>
              </a:ext>
            </a:extLst>
          </p:cNvPr>
          <p:cNvSpPr/>
          <p:nvPr/>
        </p:nvSpPr>
        <p:spPr>
          <a:xfrm>
            <a:off x="10673563" y="118201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20" name="Rectangle 19">
            <a:extLst>
              <a:ext uri="{FF2B5EF4-FFF2-40B4-BE49-F238E27FC236}">
                <a16:creationId xmlns:a16="http://schemas.microsoft.com/office/drawing/2014/main" id="{E66F50B3-4367-436E-9098-123479F8703E}"/>
              </a:ext>
            </a:extLst>
          </p:cNvPr>
          <p:cNvSpPr/>
          <p:nvPr/>
        </p:nvSpPr>
        <p:spPr>
          <a:xfrm>
            <a:off x="10675444" y="156259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21" name="Rectangle 20">
            <a:extLst>
              <a:ext uri="{FF2B5EF4-FFF2-40B4-BE49-F238E27FC236}">
                <a16:creationId xmlns:a16="http://schemas.microsoft.com/office/drawing/2014/main" id="{9BFA3EFB-3D41-49A0-A600-D64D792FC957}"/>
              </a:ext>
            </a:extLst>
          </p:cNvPr>
          <p:cNvSpPr/>
          <p:nvPr/>
        </p:nvSpPr>
        <p:spPr>
          <a:xfrm>
            <a:off x="10673563" y="193774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22" name="Rectangle 21">
            <a:extLst>
              <a:ext uri="{FF2B5EF4-FFF2-40B4-BE49-F238E27FC236}">
                <a16:creationId xmlns:a16="http://schemas.microsoft.com/office/drawing/2014/main" id="{CC6625A1-59D8-4F00-8D49-9ACAE95D6E79}"/>
              </a:ext>
            </a:extLst>
          </p:cNvPr>
          <p:cNvSpPr/>
          <p:nvPr/>
        </p:nvSpPr>
        <p:spPr>
          <a:xfrm>
            <a:off x="10673563" y="23076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23" name="Rectangle 22">
            <a:extLst>
              <a:ext uri="{FF2B5EF4-FFF2-40B4-BE49-F238E27FC236}">
                <a16:creationId xmlns:a16="http://schemas.microsoft.com/office/drawing/2014/main" id="{3CEBAE4C-E952-4701-A588-0E506E9495CA}"/>
              </a:ext>
            </a:extLst>
          </p:cNvPr>
          <p:cNvSpPr/>
          <p:nvPr/>
        </p:nvSpPr>
        <p:spPr>
          <a:xfrm>
            <a:off x="4503197" y="349771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24" name="Rectangle 23">
            <a:extLst>
              <a:ext uri="{FF2B5EF4-FFF2-40B4-BE49-F238E27FC236}">
                <a16:creationId xmlns:a16="http://schemas.microsoft.com/office/drawing/2014/main" id="{93BFC2C9-0AC0-4CB1-8AC9-84CC4C9E8B05}"/>
              </a:ext>
            </a:extLst>
          </p:cNvPr>
          <p:cNvSpPr/>
          <p:nvPr/>
        </p:nvSpPr>
        <p:spPr>
          <a:xfrm>
            <a:off x="6013185" y="2733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25" name="Rectangle 24">
            <a:extLst>
              <a:ext uri="{FF2B5EF4-FFF2-40B4-BE49-F238E27FC236}">
                <a16:creationId xmlns:a16="http://schemas.microsoft.com/office/drawing/2014/main" id="{9146049E-5A0F-4129-980C-EAD1E577B984}"/>
              </a:ext>
            </a:extLst>
          </p:cNvPr>
          <p:cNvSpPr/>
          <p:nvPr/>
        </p:nvSpPr>
        <p:spPr>
          <a:xfrm>
            <a:off x="6012831" y="349408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cxnSp>
        <p:nvCxnSpPr>
          <p:cNvPr id="26" name="Straight Arrow Connector 25">
            <a:extLst>
              <a:ext uri="{FF2B5EF4-FFF2-40B4-BE49-F238E27FC236}">
                <a16:creationId xmlns:a16="http://schemas.microsoft.com/office/drawing/2014/main" id="{C2E40CDE-0509-4980-8ABC-D5E13B4D63EC}"/>
              </a:ext>
            </a:extLst>
          </p:cNvPr>
          <p:cNvCxnSpPr>
            <a:cxnSpLocks/>
            <a:stCxn id="11" idx="3"/>
            <a:endCxn id="14" idx="1"/>
          </p:cNvCxnSpPr>
          <p:nvPr/>
        </p:nvCxnSpPr>
        <p:spPr>
          <a:xfrm flipV="1">
            <a:off x="3948075" y="1416278"/>
            <a:ext cx="550189" cy="93551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63ED7FAA-3E92-40CF-B548-DAEC25B4DEE5}"/>
              </a:ext>
            </a:extLst>
          </p:cNvPr>
          <p:cNvCxnSpPr>
            <a:cxnSpLocks/>
            <a:stCxn id="11" idx="3"/>
            <a:endCxn id="23" idx="1"/>
          </p:cNvCxnSpPr>
          <p:nvPr/>
        </p:nvCxnSpPr>
        <p:spPr>
          <a:xfrm>
            <a:off x="3948075" y="2351790"/>
            <a:ext cx="555122" cy="127323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C049D1A6-52D5-421E-ADBC-D406D68A1E03}"/>
              </a:ext>
            </a:extLst>
          </p:cNvPr>
          <p:cNvCxnSpPr>
            <a:cxnSpLocks/>
            <a:stCxn id="14" idx="3"/>
            <a:endCxn id="15" idx="1"/>
          </p:cNvCxnSpPr>
          <p:nvPr/>
        </p:nvCxnSpPr>
        <p:spPr>
          <a:xfrm flipV="1">
            <a:off x="5451044" y="1003011"/>
            <a:ext cx="559890" cy="4132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B48BBA74-0B02-4E1C-916A-3BF2D95B892A}"/>
              </a:ext>
            </a:extLst>
          </p:cNvPr>
          <p:cNvCxnSpPr>
            <a:cxnSpLocks/>
            <a:stCxn id="14" idx="3"/>
            <a:endCxn id="16" idx="1"/>
          </p:cNvCxnSpPr>
          <p:nvPr/>
        </p:nvCxnSpPr>
        <p:spPr>
          <a:xfrm>
            <a:off x="5451044" y="1416279"/>
            <a:ext cx="556853" cy="38563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5F95BA9C-6341-4AF6-8E4E-20D71A502B91}"/>
              </a:ext>
            </a:extLst>
          </p:cNvPr>
          <p:cNvCxnSpPr>
            <a:cxnSpLocks/>
            <a:stCxn id="15" idx="3"/>
          </p:cNvCxnSpPr>
          <p:nvPr/>
        </p:nvCxnSpPr>
        <p:spPr>
          <a:xfrm flipV="1">
            <a:off x="6963715" y="991078"/>
            <a:ext cx="5230053"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7F2DA6E5-A9D3-4BA4-B370-C8B749981BCA}"/>
              </a:ext>
            </a:extLst>
          </p:cNvPr>
          <p:cNvCxnSpPr>
            <a:cxnSpLocks/>
            <a:stCxn id="16" idx="3"/>
            <a:endCxn id="17" idx="1"/>
          </p:cNvCxnSpPr>
          <p:nvPr/>
        </p:nvCxnSpPr>
        <p:spPr>
          <a:xfrm flipV="1">
            <a:off x="6960679" y="1489995"/>
            <a:ext cx="2050817" cy="3119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2AC0B029-CC19-4668-8F88-D219AD5CA9D4}"/>
              </a:ext>
            </a:extLst>
          </p:cNvPr>
          <p:cNvCxnSpPr>
            <a:cxnSpLocks/>
            <a:stCxn id="16" idx="3"/>
            <a:endCxn id="18" idx="1"/>
          </p:cNvCxnSpPr>
          <p:nvPr/>
        </p:nvCxnSpPr>
        <p:spPr>
          <a:xfrm>
            <a:off x="6960678" y="1801916"/>
            <a:ext cx="2053281" cy="4467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47D6A7D7-9301-4822-B0D1-672E58693E6C}"/>
              </a:ext>
            </a:extLst>
          </p:cNvPr>
          <p:cNvCxnSpPr>
            <a:cxnSpLocks/>
            <a:stCxn id="17" idx="3"/>
            <a:endCxn id="19" idx="1"/>
          </p:cNvCxnSpPr>
          <p:nvPr/>
        </p:nvCxnSpPr>
        <p:spPr>
          <a:xfrm flipV="1">
            <a:off x="9964277" y="1309324"/>
            <a:ext cx="709286" cy="1806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57E46F4F-9CE9-4193-A0A3-AC0BFB0153E3}"/>
              </a:ext>
            </a:extLst>
          </p:cNvPr>
          <p:cNvCxnSpPr>
            <a:cxnSpLocks/>
            <a:stCxn id="17" idx="3"/>
            <a:endCxn id="20" idx="1"/>
          </p:cNvCxnSpPr>
          <p:nvPr/>
        </p:nvCxnSpPr>
        <p:spPr>
          <a:xfrm>
            <a:off x="9964277" y="1489995"/>
            <a:ext cx="711166" cy="19991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8C4F753A-C967-474B-B16D-3D797DCA47BC}"/>
              </a:ext>
            </a:extLst>
          </p:cNvPr>
          <p:cNvCxnSpPr>
            <a:cxnSpLocks/>
            <a:stCxn id="18" idx="3"/>
            <a:endCxn id="21" idx="1"/>
          </p:cNvCxnSpPr>
          <p:nvPr/>
        </p:nvCxnSpPr>
        <p:spPr>
          <a:xfrm flipV="1">
            <a:off x="9966740" y="2065057"/>
            <a:ext cx="706823" cy="1836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95271780-69D1-4B9A-AB0A-50671DFB34D0}"/>
              </a:ext>
            </a:extLst>
          </p:cNvPr>
          <p:cNvCxnSpPr>
            <a:cxnSpLocks/>
            <a:stCxn id="18" idx="3"/>
            <a:endCxn id="22" idx="1"/>
          </p:cNvCxnSpPr>
          <p:nvPr/>
        </p:nvCxnSpPr>
        <p:spPr>
          <a:xfrm>
            <a:off x="9966740" y="2248670"/>
            <a:ext cx="706823" cy="18631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7" name="Straight Arrow Connector 36">
            <a:extLst>
              <a:ext uri="{FF2B5EF4-FFF2-40B4-BE49-F238E27FC236}">
                <a16:creationId xmlns:a16="http://schemas.microsoft.com/office/drawing/2014/main" id="{482698B3-52BB-489E-ACCD-55314AC2B672}"/>
              </a:ext>
            </a:extLst>
          </p:cNvPr>
          <p:cNvCxnSpPr>
            <a:cxnSpLocks/>
            <a:stCxn id="19" idx="3"/>
          </p:cNvCxnSpPr>
          <p:nvPr/>
        </p:nvCxnSpPr>
        <p:spPr>
          <a:xfrm>
            <a:off x="11626344" y="1309323"/>
            <a:ext cx="567424"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8" name="Straight Arrow Connector 37">
            <a:extLst>
              <a:ext uri="{FF2B5EF4-FFF2-40B4-BE49-F238E27FC236}">
                <a16:creationId xmlns:a16="http://schemas.microsoft.com/office/drawing/2014/main" id="{520539FF-C4AB-47F7-B74A-E8BEA15B37DD}"/>
              </a:ext>
            </a:extLst>
          </p:cNvPr>
          <p:cNvCxnSpPr>
            <a:cxnSpLocks/>
            <a:stCxn id="20" idx="3"/>
          </p:cNvCxnSpPr>
          <p:nvPr/>
        </p:nvCxnSpPr>
        <p:spPr>
          <a:xfrm flipV="1">
            <a:off x="11628225" y="1684592"/>
            <a:ext cx="555334" cy="531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881E4FBB-500B-4A48-A435-26A60401AA8A}"/>
              </a:ext>
            </a:extLst>
          </p:cNvPr>
          <p:cNvCxnSpPr>
            <a:cxnSpLocks/>
            <a:stCxn id="21" idx="3"/>
          </p:cNvCxnSpPr>
          <p:nvPr/>
        </p:nvCxnSpPr>
        <p:spPr>
          <a:xfrm>
            <a:off x="11626345" y="2065057"/>
            <a:ext cx="549420"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9A5D1B40-1C0C-4650-98DC-E845DD7F7FCA}"/>
              </a:ext>
            </a:extLst>
          </p:cNvPr>
          <p:cNvCxnSpPr>
            <a:cxnSpLocks/>
            <a:stCxn id="22" idx="3"/>
          </p:cNvCxnSpPr>
          <p:nvPr/>
        </p:nvCxnSpPr>
        <p:spPr>
          <a:xfrm>
            <a:off x="11626345" y="2434989"/>
            <a:ext cx="55721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DAFDF9B0-1199-451D-A3A8-280B50010582}"/>
              </a:ext>
            </a:extLst>
          </p:cNvPr>
          <p:cNvCxnSpPr>
            <a:cxnSpLocks/>
            <a:stCxn id="23" idx="3"/>
            <a:endCxn id="24" idx="1"/>
          </p:cNvCxnSpPr>
          <p:nvPr/>
        </p:nvCxnSpPr>
        <p:spPr>
          <a:xfrm flipV="1">
            <a:off x="5455979" y="2860533"/>
            <a:ext cx="557206" cy="76448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815DC919-FC68-4AC6-9C2D-F1F424E8B5D1}"/>
              </a:ext>
            </a:extLst>
          </p:cNvPr>
          <p:cNvCxnSpPr>
            <a:cxnSpLocks/>
            <a:stCxn id="23" idx="3"/>
            <a:endCxn id="25" idx="1"/>
          </p:cNvCxnSpPr>
          <p:nvPr/>
        </p:nvCxnSpPr>
        <p:spPr>
          <a:xfrm flipV="1">
            <a:off x="5455979" y="3621399"/>
            <a:ext cx="556852" cy="362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1944AF4B-AFB3-47F3-AA7E-B48BB0E4812C}"/>
              </a:ext>
            </a:extLst>
          </p:cNvPr>
          <p:cNvCxnSpPr>
            <a:cxnSpLocks/>
            <a:stCxn id="24" idx="3"/>
          </p:cNvCxnSpPr>
          <p:nvPr/>
        </p:nvCxnSpPr>
        <p:spPr>
          <a:xfrm flipV="1">
            <a:off x="6965966" y="2848601"/>
            <a:ext cx="5188593" cy="1193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44" name="Rectangle 43">
            <a:extLst>
              <a:ext uri="{FF2B5EF4-FFF2-40B4-BE49-F238E27FC236}">
                <a16:creationId xmlns:a16="http://schemas.microsoft.com/office/drawing/2014/main" id="{B38A2F61-0C6E-438B-A660-1DF73E421A5E}"/>
              </a:ext>
            </a:extLst>
          </p:cNvPr>
          <p:cNvSpPr/>
          <p:nvPr/>
        </p:nvSpPr>
        <p:spPr>
          <a:xfrm>
            <a:off x="10676570" y="312457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45" name="Rectangle 44">
            <a:extLst>
              <a:ext uri="{FF2B5EF4-FFF2-40B4-BE49-F238E27FC236}">
                <a16:creationId xmlns:a16="http://schemas.microsoft.com/office/drawing/2014/main" id="{38465FAD-3157-4A4E-BC35-645C9EFF3FDA}"/>
              </a:ext>
            </a:extLst>
          </p:cNvPr>
          <p:cNvSpPr/>
          <p:nvPr/>
        </p:nvSpPr>
        <p:spPr>
          <a:xfrm>
            <a:off x="10674606" y="388471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46" name="Straight Arrow Connector 45">
            <a:extLst>
              <a:ext uri="{FF2B5EF4-FFF2-40B4-BE49-F238E27FC236}">
                <a16:creationId xmlns:a16="http://schemas.microsoft.com/office/drawing/2014/main" id="{B4169F39-ADC8-41DE-9507-5F0F4D0FC769}"/>
              </a:ext>
            </a:extLst>
          </p:cNvPr>
          <p:cNvCxnSpPr>
            <a:cxnSpLocks/>
            <a:stCxn id="25" idx="3"/>
            <a:endCxn id="44" idx="1"/>
          </p:cNvCxnSpPr>
          <p:nvPr/>
        </p:nvCxnSpPr>
        <p:spPr>
          <a:xfrm flipV="1">
            <a:off x="6965613" y="3251883"/>
            <a:ext cx="3710958" cy="3695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7" name="Straight Arrow Connector 46">
            <a:extLst>
              <a:ext uri="{FF2B5EF4-FFF2-40B4-BE49-F238E27FC236}">
                <a16:creationId xmlns:a16="http://schemas.microsoft.com/office/drawing/2014/main" id="{D23A0FE4-A792-4EAA-AE89-2284D5597B64}"/>
              </a:ext>
            </a:extLst>
          </p:cNvPr>
          <p:cNvCxnSpPr>
            <a:cxnSpLocks/>
            <a:stCxn id="25" idx="3"/>
            <a:endCxn id="45" idx="1"/>
          </p:cNvCxnSpPr>
          <p:nvPr/>
        </p:nvCxnSpPr>
        <p:spPr>
          <a:xfrm>
            <a:off x="6965612" y="3621399"/>
            <a:ext cx="3708994" cy="39062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47105FBF-E393-4EF6-8B39-CA9B43410538}"/>
              </a:ext>
            </a:extLst>
          </p:cNvPr>
          <p:cNvCxnSpPr>
            <a:cxnSpLocks/>
            <a:stCxn id="44" idx="3"/>
          </p:cNvCxnSpPr>
          <p:nvPr/>
        </p:nvCxnSpPr>
        <p:spPr>
          <a:xfrm>
            <a:off x="11629352" y="3251883"/>
            <a:ext cx="525208"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9" name="Straight Arrow Connector 48">
            <a:extLst>
              <a:ext uri="{FF2B5EF4-FFF2-40B4-BE49-F238E27FC236}">
                <a16:creationId xmlns:a16="http://schemas.microsoft.com/office/drawing/2014/main" id="{622DC63D-5E25-4303-8371-36871A070E51}"/>
              </a:ext>
            </a:extLst>
          </p:cNvPr>
          <p:cNvCxnSpPr>
            <a:cxnSpLocks/>
            <a:stCxn id="45" idx="3"/>
          </p:cNvCxnSpPr>
          <p:nvPr/>
        </p:nvCxnSpPr>
        <p:spPr>
          <a:xfrm>
            <a:off x="11627388" y="4012025"/>
            <a:ext cx="527172"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50" name="Rectangle 49">
            <a:extLst>
              <a:ext uri="{FF2B5EF4-FFF2-40B4-BE49-F238E27FC236}">
                <a16:creationId xmlns:a16="http://schemas.microsoft.com/office/drawing/2014/main" id="{B644422B-4DE1-4B41-83C5-420D4616A5F3}"/>
              </a:ext>
            </a:extLst>
          </p:cNvPr>
          <p:cNvSpPr/>
          <p:nvPr/>
        </p:nvSpPr>
        <p:spPr>
          <a:xfrm>
            <a:off x="2995292" y="631984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1" name="Rectangle 50">
            <a:extLst>
              <a:ext uri="{FF2B5EF4-FFF2-40B4-BE49-F238E27FC236}">
                <a16:creationId xmlns:a16="http://schemas.microsoft.com/office/drawing/2014/main" id="{901CED4F-99BB-48F7-B1B8-061CD3A87A9E}"/>
              </a:ext>
            </a:extLst>
          </p:cNvPr>
          <p:cNvSpPr/>
          <p:nvPr/>
        </p:nvSpPr>
        <p:spPr>
          <a:xfrm>
            <a:off x="4496504" y="5147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52" name="Rectangle 51">
            <a:extLst>
              <a:ext uri="{FF2B5EF4-FFF2-40B4-BE49-F238E27FC236}">
                <a16:creationId xmlns:a16="http://schemas.microsoft.com/office/drawing/2014/main" id="{56304230-45D0-421F-9D4B-125749E06719}"/>
              </a:ext>
            </a:extLst>
          </p:cNvPr>
          <p:cNvSpPr/>
          <p:nvPr/>
        </p:nvSpPr>
        <p:spPr>
          <a:xfrm>
            <a:off x="6000912" y="468525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53" name="Rectangle 52">
            <a:extLst>
              <a:ext uri="{FF2B5EF4-FFF2-40B4-BE49-F238E27FC236}">
                <a16:creationId xmlns:a16="http://schemas.microsoft.com/office/drawing/2014/main" id="{D9E503AC-43D0-43DB-81DE-2DEC6400219D}"/>
              </a:ext>
            </a:extLst>
          </p:cNvPr>
          <p:cNvSpPr/>
          <p:nvPr/>
        </p:nvSpPr>
        <p:spPr>
          <a:xfrm>
            <a:off x="5992862" y="57590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4" name="Rectangle 53">
            <a:extLst>
              <a:ext uri="{FF2B5EF4-FFF2-40B4-BE49-F238E27FC236}">
                <a16:creationId xmlns:a16="http://schemas.microsoft.com/office/drawing/2014/main" id="{E6E67EF0-09FA-4683-874C-9A78D0025965}"/>
              </a:ext>
            </a:extLst>
          </p:cNvPr>
          <p:cNvSpPr/>
          <p:nvPr/>
        </p:nvSpPr>
        <p:spPr>
          <a:xfrm>
            <a:off x="4486481" y="727584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55" name="Rectangle 54">
            <a:extLst>
              <a:ext uri="{FF2B5EF4-FFF2-40B4-BE49-F238E27FC236}">
                <a16:creationId xmlns:a16="http://schemas.microsoft.com/office/drawing/2014/main" id="{4B758496-3250-4ED5-9199-621003513B5E}"/>
              </a:ext>
            </a:extLst>
          </p:cNvPr>
          <p:cNvSpPr/>
          <p:nvPr/>
        </p:nvSpPr>
        <p:spPr>
          <a:xfrm>
            <a:off x="5996762" y="707097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56" name="Rectangle 55">
            <a:extLst>
              <a:ext uri="{FF2B5EF4-FFF2-40B4-BE49-F238E27FC236}">
                <a16:creationId xmlns:a16="http://schemas.microsoft.com/office/drawing/2014/main" id="{AD0DAF08-6CB0-4C8A-97D6-820FB378F2E4}"/>
              </a:ext>
            </a:extLst>
          </p:cNvPr>
          <p:cNvSpPr/>
          <p:nvPr/>
        </p:nvSpPr>
        <p:spPr>
          <a:xfrm>
            <a:off x="5997833" y="736926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7" name="Rectangle 56">
            <a:extLst>
              <a:ext uri="{FF2B5EF4-FFF2-40B4-BE49-F238E27FC236}">
                <a16:creationId xmlns:a16="http://schemas.microsoft.com/office/drawing/2014/main" id="{065975F4-B9A8-4F22-8575-2878AAD11B96}"/>
              </a:ext>
            </a:extLst>
          </p:cNvPr>
          <p:cNvSpPr/>
          <p:nvPr/>
        </p:nvSpPr>
        <p:spPr>
          <a:xfrm>
            <a:off x="5996761" y="768366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sp>
        <p:nvSpPr>
          <p:cNvPr id="58" name="Rectangle 57">
            <a:extLst>
              <a:ext uri="{FF2B5EF4-FFF2-40B4-BE49-F238E27FC236}">
                <a16:creationId xmlns:a16="http://schemas.microsoft.com/office/drawing/2014/main" id="{308AF8A7-B7E9-4105-AA81-0F6A34F30C78}"/>
              </a:ext>
            </a:extLst>
          </p:cNvPr>
          <p:cNvSpPr/>
          <p:nvPr/>
        </p:nvSpPr>
        <p:spPr>
          <a:xfrm>
            <a:off x="10660503" y="73685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59" name="Rectangle 58">
            <a:extLst>
              <a:ext uri="{FF2B5EF4-FFF2-40B4-BE49-F238E27FC236}">
                <a16:creationId xmlns:a16="http://schemas.microsoft.com/office/drawing/2014/main" id="{6A53D3EF-F6D7-40F1-B395-AE09718ED3DA}"/>
              </a:ext>
            </a:extLst>
          </p:cNvPr>
          <p:cNvSpPr/>
          <p:nvPr/>
        </p:nvSpPr>
        <p:spPr>
          <a:xfrm>
            <a:off x="10663542" y="767609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60" name="Rectangle 59">
            <a:extLst>
              <a:ext uri="{FF2B5EF4-FFF2-40B4-BE49-F238E27FC236}">
                <a16:creationId xmlns:a16="http://schemas.microsoft.com/office/drawing/2014/main" id="{A5DEC92C-B0F5-4D8D-AA66-814F25F1631E}"/>
              </a:ext>
            </a:extLst>
          </p:cNvPr>
          <p:cNvSpPr/>
          <p:nvPr/>
        </p:nvSpPr>
        <p:spPr>
          <a:xfrm>
            <a:off x="1490180" y="828353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61" name="Rectangle 60">
            <a:extLst>
              <a:ext uri="{FF2B5EF4-FFF2-40B4-BE49-F238E27FC236}">
                <a16:creationId xmlns:a16="http://schemas.microsoft.com/office/drawing/2014/main" id="{71888385-8094-4CE8-8F15-3ED83454D2E5}"/>
              </a:ext>
            </a:extLst>
          </p:cNvPr>
          <p:cNvSpPr/>
          <p:nvPr/>
        </p:nvSpPr>
        <p:spPr>
          <a:xfrm>
            <a:off x="2991394" y="82835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62" name="Rectangle 61">
            <a:extLst>
              <a:ext uri="{FF2B5EF4-FFF2-40B4-BE49-F238E27FC236}">
                <a16:creationId xmlns:a16="http://schemas.microsoft.com/office/drawing/2014/main" id="{985B99EB-9C58-4B0B-A6FB-4E3192809F01}"/>
              </a:ext>
            </a:extLst>
          </p:cNvPr>
          <p:cNvSpPr/>
          <p:nvPr/>
        </p:nvSpPr>
        <p:spPr>
          <a:xfrm>
            <a:off x="4495648" y="803987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63" name="Rectangle 62">
            <a:extLst>
              <a:ext uri="{FF2B5EF4-FFF2-40B4-BE49-F238E27FC236}">
                <a16:creationId xmlns:a16="http://schemas.microsoft.com/office/drawing/2014/main" id="{AECB4626-384A-48FE-BE16-CD494A0DBF98}"/>
              </a:ext>
            </a:extLst>
          </p:cNvPr>
          <p:cNvSpPr/>
          <p:nvPr/>
        </p:nvSpPr>
        <p:spPr>
          <a:xfrm>
            <a:off x="4492605" y="854981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64" name="Rectangle 63">
            <a:extLst>
              <a:ext uri="{FF2B5EF4-FFF2-40B4-BE49-F238E27FC236}">
                <a16:creationId xmlns:a16="http://schemas.microsoft.com/office/drawing/2014/main" id="{B32DF11A-4006-4748-A297-404DE1F9CDA1}"/>
              </a:ext>
            </a:extLst>
          </p:cNvPr>
          <p:cNvSpPr/>
          <p:nvPr/>
        </p:nvSpPr>
        <p:spPr>
          <a:xfrm>
            <a:off x="6007036" y="8033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65" name="Rectangle 64">
            <a:extLst>
              <a:ext uri="{FF2B5EF4-FFF2-40B4-BE49-F238E27FC236}">
                <a16:creationId xmlns:a16="http://schemas.microsoft.com/office/drawing/2014/main" id="{D459D32C-AD1F-45CD-A89F-3695050BCFA1}"/>
              </a:ext>
            </a:extLst>
          </p:cNvPr>
          <p:cNvSpPr/>
          <p:nvPr/>
        </p:nvSpPr>
        <p:spPr>
          <a:xfrm>
            <a:off x="6007036" y="840623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66" name="Rectangle 65">
            <a:extLst>
              <a:ext uri="{FF2B5EF4-FFF2-40B4-BE49-F238E27FC236}">
                <a16:creationId xmlns:a16="http://schemas.microsoft.com/office/drawing/2014/main" id="{22A2FA60-BAA2-4C9E-9976-6276A1F5AF29}"/>
              </a:ext>
            </a:extLst>
          </p:cNvPr>
          <p:cNvSpPr/>
          <p:nvPr/>
        </p:nvSpPr>
        <p:spPr>
          <a:xfrm>
            <a:off x="6000912" y="875555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cxnSp>
        <p:nvCxnSpPr>
          <p:cNvPr id="67" name="Straight Arrow Connector 66">
            <a:extLst>
              <a:ext uri="{FF2B5EF4-FFF2-40B4-BE49-F238E27FC236}">
                <a16:creationId xmlns:a16="http://schemas.microsoft.com/office/drawing/2014/main" id="{F66BC1AC-DE00-4DB4-9FFF-BB24E0FC3388}"/>
              </a:ext>
            </a:extLst>
          </p:cNvPr>
          <p:cNvCxnSpPr>
            <a:cxnSpLocks/>
            <a:stCxn id="50" idx="3"/>
            <a:endCxn id="51" idx="1"/>
          </p:cNvCxnSpPr>
          <p:nvPr/>
        </p:nvCxnSpPr>
        <p:spPr>
          <a:xfrm flipV="1">
            <a:off x="3948074" y="5274727"/>
            <a:ext cx="548430" cy="117242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68" name="Straight Arrow Connector 67">
            <a:extLst>
              <a:ext uri="{FF2B5EF4-FFF2-40B4-BE49-F238E27FC236}">
                <a16:creationId xmlns:a16="http://schemas.microsoft.com/office/drawing/2014/main" id="{A458D58C-EBE9-457B-B5F1-162E5044909D}"/>
              </a:ext>
            </a:extLst>
          </p:cNvPr>
          <p:cNvCxnSpPr>
            <a:cxnSpLocks/>
            <a:stCxn id="50" idx="3"/>
            <a:endCxn id="54" idx="1"/>
          </p:cNvCxnSpPr>
          <p:nvPr/>
        </p:nvCxnSpPr>
        <p:spPr>
          <a:xfrm>
            <a:off x="3948073" y="6447152"/>
            <a:ext cx="538408" cy="95600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69" name="Straight Arrow Connector 68">
            <a:extLst>
              <a:ext uri="{FF2B5EF4-FFF2-40B4-BE49-F238E27FC236}">
                <a16:creationId xmlns:a16="http://schemas.microsoft.com/office/drawing/2014/main" id="{8F7B5D1D-34FD-4376-BFF8-10E79A5F6573}"/>
              </a:ext>
            </a:extLst>
          </p:cNvPr>
          <p:cNvCxnSpPr>
            <a:cxnSpLocks/>
            <a:stCxn id="51" idx="3"/>
            <a:endCxn id="52" idx="1"/>
          </p:cNvCxnSpPr>
          <p:nvPr/>
        </p:nvCxnSpPr>
        <p:spPr>
          <a:xfrm flipV="1">
            <a:off x="5449286" y="4812565"/>
            <a:ext cx="551627" cy="46216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0" name="Straight Arrow Connector 69">
            <a:extLst>
              <a:ext uri="{FF2B5EF4-FFF2-40B4-BE49-F238E27FC236}">
                <a16:creationId xmlns:a16="http://schemas.microsoft.com/office/drawing/2014/main" id="{B46EC9F2-49F3-490B-8BE7-0CA667998221}"/>
              </a:ext>
            </a:extLst>
          </p:cNvPr>
          <p:cNvCxnSpPr>
            <a:cxnSpLocks/>
            <a:stCxn id="51" idx="3"/>
            <a:endCxn id="53" idx="1"/>
          </p:cNvCxnSpPr>
          <p:nvPr/>
        </p:nvCxnSpPr>
        <p:spPr>
          <a:xfrm>
            <a:off x="5449286" y="5274726"/>
            <a:ext cx="543576" cy="611616"/>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71" name="Straight Arrow Connector 70">
            <a:extLst>
              <a:ext uri="{FF2B5EF4-FFF2-40B4-BE49-F238E27FC236}">
                <a16:creationId xmlns:a16="http://schemas.microsoft.com/office/drawing/2014/main" id="{A7C30FC4-B666-447B-807F-F092B3346730}"/>
              </a:ext>
            </a:extLst>
          </p:cNvPr>
          <p:cNvCxnSpPr>
            <a:cxnSpLocks/>
            <a:stCxn id="92" idx="3"/>
          </p:cNvCxnSpPr>
          <p:nvPr/>
        </p:nvCxnSpPr>
        <p:spPr>
          <a:xfrm>
            <a:off x="6945643" y="4433293"/>
            <a:ext cx="5208917"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2" name="Straight Arrow Connector 71">
            <a:extLst>
              <a:ext uri="{FF2B5EF4-FFF2-40B4-BE49-F238E27FC236}">
                <a16:creationId xmlns:a16="http://schemas.microsoft.com/office/drawing/2014/main" id="{054CC0C7-79EC-4399-8768-1A3C0AF1033D}"/>
              </a:ext>
            </a:extLst>
          </p:cNvPr>
          <p:cNvCxnSpPr>
            <a:cxnSpLocks/>
            <a:stCxn id="55" idx="3"/>
          </p:cNvCxnSpPr>
          <p:nvPr/>
        </p:nvCxnSpPr>
        <p:spPr>
          <a:xfrm>
            <a:off x="6949543" y="7198281"/>
            <a:ext cx="5211139"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3" name="Straight Arrow Connector 72">
            <a:extLst>
              <a:ext uri="{FF2B5EF4-FFF2-40B4-BE49-F238E27FC236}">
                <a16:creationId xmlns:a16="http://schemas.microsoft.com/office/drawing/2014/main" id="{CA10B793-566D-4D20-B3EA-0B125063F0EB}"/>
              </a:ext>
            </a:extLst>
          </p:cNvPr>
          <p:cNvCxnSpPr>
            <a:cxnSpLocks/>
            <a:stCxn id="56" idx="3"/>
            <a:endCxn id="58" idx="1"/>
          </p:cNvCxnSpPr>
          <p:nvPr/>
        </p:nvCxnSpPr>
        <p:spPr>
          <a:xfrm flipV="1">
            <a:off x="6950615" y="7495842"/>
            <a:ext cx="3709888" cy="7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4" name="Straight Arrow Connector 73">
            <a:extLst>
              <a:ext uri="{FF2B5EF4-FFF2-40B4-BE49-F238E27FC236}">
                <a16:creationId xmlns:a16="http://schemas.microsoft.com/office/drawing/2014/main" id="{2EE34B8A-C17D-4215-BBCE-9ACB39DD17E1}"/>
              </a:ext>
            </a:extLst>
          </p:cNvPr>
          <p:cNvCxnSpPr>
            <a:cxnSpLocks/>
            <a:stCxn id="57" idx="3"/>
            <a:endCxn id="59" idx="1"/>
          </p:cNvCxnSpPr>
          <p:nvPr/>
        </p:nvCxnSpPr>
        <p:spPr>
          <a:xfrm flipV="1">
            <a:off x="6949543" y="7803400"/>
            <a:ext cx="3713999" cy="757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5" name="Straight Arrow Connector 74">
            <a:extLst>
              <a:ext uri="{FF2B5EF4-FFF2-40B4-BE49-F238E27FC236}">
                <a16:creationId xmlns:a16="http://schemas.microsoft.com/office/drawing/2014/main" id="{6AFBB4FD-D9D9-4DBC-8083-3E76128BDFD0}"/>
              </a:ext>
            </a:extLst>
          </p:cNvPr>
          <p:cNvCxnSpPr>
            <a:cxnSpLocks/>
            <a:stCxn id="64" idx="3"/>
          </p:cNvCxnSpPr>
          <p:nvPr/>
        </p:nvCxnSpPr>
        <p:spPr>
          <a:xfrm>
            <a:off x="6959817" y="8160727"/>
            <a:ext cx="5200866" cy="124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6" name="Straight Arrow Connector 75">
            <a:extLst>
              <a:ext uri="{FF2B5EF4-FFF2-40B4-BE49-F238E27FC236}">
                <a16:creationId xmlns:a16="http://schemas.microsoft.com/office/drawing/2014/main" id="{19327863-622A-4D2D-958A-6A73E65828F5}"/>
              </a:ext>
            </a:extLst>
          </p:cNvPr>
          <p:cNvCxnSpPr>
            <a:cxnSpLocks/>
            <a:stCxn id="65" idx="3"/>
          </p:cNvCxnSpPr>
          <p:nvPr/>
        </p:nvCxnSpPr>
        <p:spPr>
          <a:xfrm flipV="1">
            <a:off x="6959817" y="8521616"/>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7" name="Straight Arrow Connector 76">
            <a:extLst>
              <a:ext uri="{FF2B5EF4-FFF2-40B4-BE49-F238E27FC236}">
                <a16:creationId xmlns:a16="http://schemas.microsoft.com/office/drawing/2014/main" id="{7C4BC1B0-8D09-4AEC-8FF9-2A8D210701B4}"/>
              </a:ext>
            </a:extLst>
          </p:cNvPr>
          <p:cNvCxnSpPr>
            <a:cxnSpLocks/>
            <a:stCxn id="66" idx="3"/>
          </p:cNvCxnSpPr>
          <p:nvPr/>
        </p:nvCxnSpPr>
        <p:spPr>
          <a:xfrm flipV="1">
            <a:off x="6953694" y="8870933"/>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8" name="Straight Arrow Connector 77">
            <a:extLst>
              <a:ext uri="{FF2B5EF4-FFF2-40B4-BE49-F238E27FC236}">
                <a16:creationId xmlns:a16="http://schemas.microsoft.com/office/drawing/2014/main" id="{39999253-11FB-4D85-8E57-6D112A29BC97}"/>
              </a:ext>
            </a:extLst>
          </p:cNvPr>
          <p:cNvCxnSpPr>
            <a:cxnSpLocks/>
            <a:stCxn id="54" idx="3"/>
            <a:endCxn id="55" idx="1"/>
          </p:cNvCxnSpPr>
          <p:nvPr/>
        </p:nvCxnSpPr>
        <p:spPr>
          <a:xfrm flipV="1">
            <a:off x="5439262" y="7198281"/>
            <a:ext cx="557499" cy="20487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9" name="Straight Arrow Connector 78">
            <a:extLst>
              <a:ext uri="{FF2B5EF4-FFF2-40B4-BE49-F238E27FC236}">
                <a16:creationId xmlns:a16="http://schemas.microsoft.com/office/drawing/2014/main" id="{EF3C6B94-58DE-4068-89D5-D62DDBB9AD4B}"/>
              </a:ext>
            </a:extLst>
          </p:cNvPr>
          <p:cNvCxnSpPr>
            <a:cxnSpLocks/>
            <a:stCxn id="54" idx="3"/>
            <a:endCxn id="56" idx="1"/>
          </p:cNvCxnSpPr>
          <p:nvPr/>
        </p:nvCxnSpPr>
        <p:spPr>
          <a:xfrm>
            <a:off x="5439263" y="7403155"/>
            <a:ext cx="558570" cy="934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0" name="Straight Arrow Connector 79">
            <a:extLst>
              <a:ext uri="{FF2B5EF4-FFF2-40B4-BE49-F238E27FC236}">
                <a16:creationId xmlns:a16="http://schemas.microsoft.com/office/drawing/2014/main" id="{5293EFDC-09C3-4C0C-AAC5-9C73BBD0EBC3}"/>
              </a:ext>
            </a:extLst>
          </p:cNvPr>
          <p:cNvCxnSpPr>
            <a:cxnSpLocks/>
            <a:stCxn id="54" idx="3"/>
            <a:endCxn id="57" idx="1"/>
          </p:cNvCxnSpPr>
          <p:nvPr/>
        </p:nvCxnSpPr>
        <p:spPr>
          <a:xfrm>
            <a:off x="5439263" y="7403155"/>
            <a:ext cx="557498" cy="40782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1" name="Straight Arrow Connector 80">
            <a:extLst>
              <a:ext uri="{FF2B5EF4-FFF2-40B4-BE49-F238E27FC236}">
                <a16:creationId xmlns:a16="http://schemas.microsoft.com/office/drawing/2014/main" id="{25F1D0FF-EB60-4D63-9E7B-3CAADBD2844F}"/>
              </a:ext>
            </a:extLst>
          </p:cNvPr>
          <p:cNvCxnSpPr>
            <a:cxnSpLocks/>
            <a:stCxn id="62" idx="3"/>
            <a:endCxn id="64" idx="1"/>
          </p:cNvCxnSpPr>
          <p:nvPr/>
        </p:nvCxnSpPr>
        <p:spPr>
          <a:xfrm flipV="1">
            <a:off x="5448429" y="8160726"/>
            <a:ext cx="558606" cy="646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2" name="Straight Arrow Connector 81">
            <a:extLst>
              <a:ext uri="{FF2B5EF4-FFF2-40B4-BE49-F238E27FC236}">
                <a16:creationId xmlns:a16="http://schemas.microsoft.com/office/drawing/2014/main" id="{21382894-DCD5-4DB3-A118-700DB7D0450D}"/>
              </a:ext>
            </a:extLst>
          </p:cNvPr>
          <p:cNvCxnSpPr>
            <a:cxnSpLocks/>
            <a:stCxn id="63" idx="3"/>
            <a:endCxn id="65" idx="1"/>
          </p:cNvCxnSpPr>
          <p:nvPr/>
        </p:nvCxnSpPr>
        <p:spPr>
          <a:xfrm flipV="1">
            <a:off x="5445386" y="8533548"/>
            <a:ext cx="561649" cy="14358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3" name="Straight Arrow Connector 82">
            <a:extLst>
              <a:ext uri="{FF2B5EF4-FFF2-40B4-BE49-F238E27FC236}">
                <a16:creationId xmlns:a16="http://schemas.microsoft.com/office/drawing/2014/main" id="{1B7E3A95-B1A7-4652-A777-3F35D04F13D0}"/>
              </a:ext>
            </a:extLst>
          </p:cNvPr>
          <p:cNvCxnSpPr>
            <a:cxnSpLocks/>
            <a:stCxn id="63" idx="3"/>
            <a:endCxn id="66" idx="1"/>
          </p:cNvCxnSpPr>
          <p:nvPr/>
        </p:nvCxnSpPr>
        <p:spPr>
          <a:xfrm>
            <a:off x="5445386" y="8677128"/>
            <a:ext cx="555526" cy="20573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4" name="Straight Arrow Connector 83">
            <a:extLst>
              <a:ext uri="{FF2B5EF4-FFF2-40B4-BE49-F238E27FC236}">
                <a16:creationId xmlns:a16="http://schemas.microsoft.com/office/drawing/2014/main" id="{A7A925A2-C39B-49E6-9B80-A29B717BA1FB}"/>
              </a:ext>
            </a:extLst>
          </p:cNvPr>
          <p:cNvCxnSpPr>
            <a:cxnSpLocks/>
            <a:stCxn id="60" idx="3"/>
            <a:endCxn id="61" idx="1"/>
          </p:cNvCxnSpPr>
          <p:nvPr/>
        </p:nvCxnSpPr>
        <p:spPr>
          <a:xfrm>
            <a:off x="2442962" y="8410845"/>
            <a:ext cx="548432"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5" name="Straight Arrow Connector 84">
            <a:extLst>
              <a:ext uri="{FF2B5EF4-FFF2-40B4-BE49-F238E27FC236}">
                <a16:creationId xmlns:a16="http://schemas.microsoft.com/office/drawing/2014/main" id="{91233978-DD2F-48D1-B891-1EDE2E6AB672}"/>
              </a:ext>
            </a:extLst>
          </p:cNvPr>
          <p:cNvCxnSpPr>
            <a:cxnSpLocks/>
            <a:stCxn id="61" idx="3"/>
            <a:endCxn id="62" idx="1"/>
          </p:cNvCxnSpPr>
          <p:nvPr/>
        </p:nvCxnSpPr>
        <p:spPr>
          <a:xfrm flipV="1">
            <a:off x="3944175" y="8167188"/>
            <a:ext cx="551473" cy="24365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6" name="Straight Arrow Connector 85">
            <a:extLst>
              <a:ext uri="{FF2B5EF4-FFF2-40B4-BE49-F238E27FC236}">
                <a16:creationId xmlns:a16="http://schemas.microsoft.com/office/drawing/2014/main" id="{EBBCAC1D-EDA6-4562-977E-E49B134496BD}"/>
              </a:ext>
            </a:extLst>
          </p:cNvPr>
          <p:cNvCxnSpPr>
            <a:cxnSpLocks/>
            <a:stCxn id="61" idx="3"/>
            <a:endCxn id="63" idx="1"/>
          </p:cNvCxnSpPr>
          <p:nvPr/>
        </p:nvCxnSpPr>
        <p:spPr>
          <a:xfrm>
            <a:off x="3944175" y="8410845"/>
            <a:ext cx="548430" cy="26628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7" name="Straight Arrow Connector 86">
            <a:extLst>
              <a:ext uri="{FF2B5EF4-FFF2-40B4-BE49-F238E27FC236}">
                <a16:creationId xmlns:a16="http://schemas.microsoft.com/office/drawing/2014/main" id="{C5D190C3-81A3-4077-B335-B3E487EFA780}"/>
              </a:ext>
            </a:extLst>
          </p:cNvPr>
          <p:cNvCxnSpPr>
            <a:cxnSpLocks/>
            <a:stCxn id="58" idx="3"/>
          </p:cNvCxnSpPr>
          <p:nvPr/>
        </p:nvCxnSpPr>
        <p:spPr>
          <a:xfrm flipV="1">
            <a:off x="11613284" y="7494078"/>
            <a:ext cx="547399" cy="176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8" name="Straight Arrow Connector 87">
            <a:extLst>
              <a:ext uri="{FF2B5EF4-FFF2-40B4-BE49-F238E27FC236}">
                <a16:creationId xmlns:a16="http://schemas.microsoft.com/office/drawing/2014/main" id="{AFFBD7B7-BBFD-49D2-BBDF-0F75A5180039}"/>
              </a:ext>
            </a:extLst>
          </p:cNvPr>
          <p:cNvCxnSpPr>
            <a:cxnSpLocks/>
            <a:stCxn id="59" idx="3"/>
          </p:cNvCxnSpPr>
          <p:nvPr/>
        </p:nvCxnSpPr>
        <p:spPr>
          <a:xfrm>
            <a:off x="11616323" y="7803400"/>
            <a:ext cx="544360"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9" name="Straight Arrow Connector 88">
            <a:extLst>
              <a:ext uri="{FF2B5EF4-FFF2-40B4-BE49-F238E27FC236}">
                <a16:creationId xmlns:a16="http://schemas.microsoft.com/office/drawing/2014/main" id="{DB1E8405-EC5F-434A-9FBC-362021D762FA}"/>
              </a:ext>
            </a:extLst>
          </p:cNvPr>
          <p:cNvCxnSpPr>
            <a:cxnSpLocks/>
            <a:stCxn id="12" idx="2"/>
            <a:endCxn id="50" idx="0"/>
          </p:cNvCxnSpPr>
          <p:nvPr/>
        </p:nvCxnSpPr>
        <p:spPr>
          <a:xfrm>
            <a:off x="1970469" y="4261287"/>
            <a:ext cx="1501214" cy="205855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graphicFrame>
        <p:nvGraphicFramePr>
          <p:cNvPr id="91" name="Table 90">
            <a:extLst>
              <a:ext uri="{FF2B5EF4-FFF2-40B4-BE49-F238E27FC236}">
                <a16:creationId xmlns:a16="http://schemas.microsoft.com/office/drawing/2014/main" id="{3CFB8AB4-FEFB-4A84-B384-AEC2F695BE45}"/>
              </a:ext>
            </a:extLst>
          </p:cNvPr>
          <p:cNvGraphicFramePr>
            <a:graphicFrameLocks noGrp="1"/>
          </p:cNvGraphicFramePr>
          <p:nvPr/>
        </p:nvGraphicFramePr>
        <p:xfrm>
          <a:off x="12188847" y="252569"/>
          <a:ext cx="3865996" cy="8887401"/>
        </p:xfrm>
        <a:graphic>
          <a:graphicData uri="http://schemas.openxmlformats.org/drawingml/2006/table">
            <a:tbl>
              <a:tblPr firstRow="1" bandRow="1">
                <a:tableStyleId>{5C22544A-7EE6-4342-B048-85BDC9FD1C3A}</a:tableStyleId>
              </a:tblPr>
              <a:tblGrid>
                <a:gridCol w="1996829">
                  <a:extLst>
                    <a:ext uri="{9D8B030D-6E8A-4147-A177-3AD203B41FA5}">
                      <a16:colId xmlns:a16="http://schemas.microsoft.com/office/drawing/2014/main" val="330647270"/>
                    </a:ext>
                  </a:extLst>
                </a:gridCol>
                <a:gridCol w="1869167">
                  <a:extLst>
                    <a:ext uri="{9D8B030D-6E8A-4147-A177-3AD203B41FA5}">
                      <a16:colId xmlns:a16="http://schemas.microsoft.com/office/drawing/2014/main" val="1448204881"/>
                    </a:ext>
                  </a:extLst>
                </a:gridCol>
              </a:tblGrid>
              <a:tr h="284958">
                <a:tc>
                  <a:txBody>
                    <a:bodyPr/>
                    <a:lstStyle/>
                    <a:p>
                      <a:r>
                        <a:rPr lang="nl-BE" sz="900" dirty="0"/>
                        <a:t>Assumpties voldaan</a:t>
                      </a:r>
                    </a:p>
                  </a:txBody>
                  <a:tcPr marL="95484" marR="95484" marT="47743" marB="47743"/>
                </a:tc>
                <a:tc>
                  <a:txBody>
                    <a:bodyPr/>
                    <a:lstStyle/>
                    <a:p>
                      <a:r>
                        <a:rPr lang="nl-BE" sz="900" dirty="0"/>
                        <a:t>Assumpties niet voldaan</a:t>
                      </a:r>
                    </a:p>
                  </a:txBody>
                  <a:tcPr marL="95484" marR="95484" marT="47743" marB="47743"/>
                </a:tc>
                <a:extLst>
                  <a:ext uri="{0D108BD9-81ED-4DB2-BD59-A6C34878D82A}">
                    <a16:rowId xmlns:a16="http://schemas.microsoft.com/office/drawing/2014/main" val="888959899"/>
                  </a:ext>
                </a:extLst>
              </a:tr>
              <a:tr h="560507">
                <a:tc>
                  <a:txBody>
                    <a:bodyPr/>
                    <a:lstStyle/>
                    <a:p>
                      <a:pPr marL="171450" indent="-171450">
                        <a:buFont typeface="Arial" panose="020B0604020202020204" pitchFamily="34" charset="0"/>
                        <a:buChar char="•"/>
                      </a:pPr>
                      <a:r>
                        <a:rPr lang="nl-BE" sz="900" dirty="0"/>
                        <a:t>Enkelvoudige lineaire regressie</a:t>
                      </a:r>
                    </a:p>
                    <a:p>
                      <a:pPr marL="171450" indent="-171450">
                        <a:buFont typeface="Arial" panose="020B0604020202020204" pitchFamily="34" charset="0"/>
                        <a:buChar char="•"/>
                      </a:pPr>
                      <a:r>
                        <a:rPr lang="nl-BE" sz="900" dirty="0"/>
                        <a:t>Pearson correlatietoets</a:t>
                      </a:r>
                    </a:p>
                  </a:txBody>
                  <a:tcPr marL="95484" marR="95484" marT="47743" marB="47743"/>
                </a:tc>
                <a:tc>
                  <a:txBody>
                    <a:bodyPr/>
                    <a:lstStyle/>
                    <a:p>
                      <a:pPr marL="171450" indent="-171450">
                        <a:buFont typeface="Arial" panose="020B0604020202020204" pitchFamily="34" charset="0"/>
                        <a:buChar char="•"/>
                      </a:pPr>
                      <a:r>
                        <a:rPr lang="nl-BE" sz="900" dirty="0"/>
                        <a:t>Bootstrap regressie</a:t>
                      </a:r>
                    </a:p>
                    <a:p>
                      <a:pPr marL="171450" indent="-171450">
                        <a:buFont typeface="Arial" panose="020B0604020202020204" pitchFamily="34" charset="0"/>
                        <a:buChar char="•"/>
                      </a:pPr>
                      <a:r>
                        <a:rPr lang="nl-BE" sz="900" dirty="0" err="1"/>
                        <a:t>Spearman</a:t>
                      </a:r>
                      <a:r>
                        <a:rPr lang="nl-BE" sz="900" dirty="0"/>
                        <a:t> rangcorrelatietoets</a:t>
                      </a:r>
                    </a:p>
                    <a:p>
                      <a:pPr marL="171450" indent="-171450">
                        <a:buFont typeface="Arial" panose="020B0604020202020204" pitchFamily="34" charset="0"/>
                        <a:buChar char="•"/>
                      </a:pPr>
                      <a:r>
                        <a:rPr lang="nl-BE" sz="900" dirty="0" err="1"/>
                        <a:t>Kendall’s</a:t>
                      </a:r>
                      <a:r>
                        <a:rPr lang="nl-BE" sz="900" dirty="0"/>
                        <a:t> </a:t>
                      </a:r>
                      <a:r>
                        <a:rPr lang="nl-BE" sz="900" dirty="0" err="1"/>
                        <a:t>Tau</a:t>
                      </a:r>
                      <a:r>
                        <a:rPr lang="nl-BE" sz="900" dirty="0"/>
                        <a:t> correlatietoets</a:t>
                      </a:r>
                    </a:p>
                  </a:txBody>
                  <a:tcPr marL="95484" marR="95484" marT="47743" marB="47743"/>
                </a:tc>
                <a:extLst>
                  <a:ext uri="{0D108BD9-81ED-4DB2-BD59-A6C34878D82A}">
                    <a16:rowId xmlns:a16="http://schemas.microsoft.com/office/drawing/2014/main" val="2977589819"/>
                  </a:ext>
                </a:extLst>
              </a:tr>
              <a:tr h="388340">
                <a:tc>
                  <a:txBody>
                    <a:bodyPr/>
                    <a:lstStyle/>
                    <a:p>
                      <a:pPr marL="171450" indent="-171450">
                        <a:buFont typeface="Arial" panose="020B0604020202020204" pitchFamily="34" charset="0"/>
                        <a:buChar char="•"/>
                      </a:pPr>
                      <a:r>
                        <a:rPr lang="nl-BE" sz="900" dirty="0"/>
                        <a:t>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Wilcoxon rangtekentoets</a:t>
                      </a:r>
                    </a:p>
                  </a:txBody>
                  <a:tcPr marL="95484" marR="95484" marT="47743" marB="47743"/>
                </a:tc>
                <a:extLst>
                  <a:ext uri="{0D108BD9-81ED-4DB2-BD59-A6C34878D82A}">
                    <a16:rowId xmlns:a16="http://schemas.microsoft.com/office/drawing/2014/main" val="1954769090"/>
                  </a:ext>
                </a:extLst>
              </a:tr>
              <a:tr h="388340">
                <a:tc>
                  <a:txBody>
                    <a:bodyPr/>
                    <a:lstStyle/>
                    <a:p>
                      <a:pPr marL="171450" indent="-171450">
                        <a:buFont typeface="Arial" panose="020B0604020202020204" pitchFamily="34" charset="0"/>
                        <a:buChar char="•"/>
                      </a:pPr>
                      <a:r>
                        <a:rPr lang="nl-BE" sz="900" dirty="0"/>
                        <a:t>Onafhankelijke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Mann-</a:t>
                      </a:r>
                      <a:r>
                        <a:rPr lang="nl-BE" sz="900" dirty="0" err="1"/>
                        <a:t>Whitney</a:t>
                      </a:r>
                      <a:r>
                        <a:rPr lang="nl-BE" sz="900" dirty="0"/>
                        <a:t> toets</a:t>
                      </a:r>
                    </a:p>
                  </a:txBody>
                  <a:tcPr marL="95484" marR="95484" marT="47743" marB="47743"/>
                </a:tc>
                <a:extLst>
                  <a:ext uri="{0D108BD9-81ED-4DB2-BD59-A6C34878D82A}">
                    <a16:rowId xmlns:a16="http://schemas.microsoft.com/office/drawing/2014/main" val="2173673390"/>
                  </a:ext>
                </a:extLst>
              </a:tr>
              <a:tr h="388340">
                <a:tc>
                  <a:txBody>
                    <a:bodyPr/>
                    <a:lstStyle/>
                    <a:p>
                      <a:pPr marL="171450" indent="-171450">
                        <a:buFont typeface="Arial" panose="020B0604020202020204" pitchFamily="34" charset="0"/>
                        <a:buChar char="•"/>
                      </a:pPr>
                      <a:r>
                        <a:rPr lang="nl-BE" sz="900" dirty="0"/>
                        <a:t>One-way repeated measures ANOVA</a:t>
                      </a:r>
                    </a:p>
                  </a:txBody>
                  <a:tcPr marL="95484" marR="95484" marT="47743" marB="47743"/>
                </a:tc>
                <a:tc>
                  <a:txBody>
                    <a:bodyPr/>
                    <a:lstStyle/>
                    <a:p>
                      <a:pPr marL="171450" indent="-171450">
                        <a:buFont typeface="Arial" panose="020B0604020202020204" pitchFamily="34" charset="0"/>
                        <a:buChar char="•"/>
                      </a:pPr>
                      <a:r>
                        <a:rPr lang="nl-BE" sz="900" dirty="0"/>
                        <a:t>Friedman toets</a:t>
                      </a:r>
                    </a:p>
                  </a:txBody>
                  <a:tcPr marL="95484" marR="95484" marT="47743" marB="47743"/>
                </a:tc>
                <a:extLst>
                  <a:ext uri="{0D108BD9-81ED-4DB2-BD59-A6C34878D82A}">
                    <a16:rowId xmlns:a16="http://schemas.microsoft.com/office/drawing/2014/main" val="130149893"/>
                  </a:ext>
                </a:extLst>
              </a:tr>
              <a:tr h="388340">
                <a:tc>
                  <a:txBody>
                    <a:bodyPr/>
                    <a:lstStyle/>
                    <a:p>
                      <a:pPr marL="171450" indent="-171450">
                        <a:buFont typeface="Arial" panose="020B0604020202020204" pitchFamily="34" charset="0"/>
                        <a:buChar char="•"/>
                      </a:pPr>
                      <a:r>
                        <a:rPr lang="nl-BE" sz="900" dirty="0"/>
                        <a:t>One-way independent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Kruskal</a:t>
                      </a:r>
                      <a:r>
                        <a:rPr lang="nl-BE" sz="900" dirty="0"/>
                        <a:t>-Wallis toets</a:t>
                      </a:r>
                    </a:p>
                  </a:txBody>
                  <a:tcPr marL="95484" marR="95484" marT="47743" marB="47743"/>
                </a:tc>
                <a:extLst>
                  <a:ext uri="{0D108BD9-81ED-4DB2-BD59-A6C34878D82A}">
                    <a16:rowId xmlns:a16="http://schemas.microsoft.com/office/drawing/2014/main" val="2117315973"/>
                  </a:ext>
                </a:extLst>
              </a:tr>
              <a:tr h="386671">
                <a:tc>
                  <a:txBody>
                    <a:bodyPr/>
                    <a:lstStyle/>
                    <a:p>
                      <a:pPr marL="171450" indent="-171450">
                        <a:buFont typeface="Arial" panose="020B0604020202020204" pitchFamily="34" charset="0"/>
                        <a:buChar char="•"/>
                      </a:pPr>
                      <a:r>
                        <a:rPr lang="nl-BE" sz="900" dirty="0"/>
                        <a:t>Meervoudige lineaire regressie</a:t>
                      </a:r>
                    </a:p>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Partiële correlatietoets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2174757889"/>
                  </a:ext>
                </a:extLst>
              </a:tr>
              <a:tr h="388340">
                <a:tc>
                  <a:txBody>
                    <a:bodyPr/>
                    <a:lstStyle/>
                    <a:p>
                      <a:pPr marL="171450" indent="-171450">
                        <a:buFont typeface="Arial" panose="020B0604020202020204" pitchFamily="34" charset="0"/>
                        <a:buChar char="•"/>
                      </a:pPr>
                      <a:r>
                        <a:rPr lang="nl-BE" sz="900" dirty="0"/>
                        <a:t>Factorial repeated measures ANOVA</a:t>
                      </a:r>
                      <a:endParaRPr lang="nl-BE" sz="900" dirty="0">
                        <a:solidFill>
                          <a:schemeClr val="tx1"/>
                        </a:solidFill>
                      </a:endParaRPr>
                    </a:p>
                  </a:txBody>
                  <a:tcPr marL="95484" marR="95484" marT="47743" marB="47743"/>
                </a:tc>
                <a:tc>
                  <a:txBody>
                    <a:bodyPr/>
                    <a:lstStyle/>
                    <a:p>
                      <a:pPr marL="0" indent="0">
                        <a:buFont typeface="Arial" panose="020B0604020202020204" pitchFamily="34" charset="0"/>
                        <a:buNone/>
                      </a:pPr>
                      <a:endParaRPr lang="nl-BE" sz="900" dirty="0"/>
                    </a:p>
                  </a:txBody>
                  <a:tcPr marL="95484" marR="95484" marT="47743" marB="47743"/>
                </a:tc>
                <a:extLst>
                  <a:ext uri="{0D108BD9-81ED-4DB2-BD59-A6C34878D82A}">
                    <a16:rowId xmlns:a16="http://schemas.microsoft.com/office/drawing/2014/main" val="1728751502"/>
                  </a:ext>
                </a:extLst>
              </a:tr>
              <a:tr h="397423">
                <a:tc>
                  <a:txBody>
                    <a:bodyPr/>
                    <a:lstStyle/>
                    <a:p>
                      <a:pPr marL="171450" indent="-171450">
                        <a:buFont typeface="Arial" panose="020B0604020202020204" pitchFamily="34" charset="0"/>
                        <a:buChar char="•"/>
                      </a:pPr>
                      <a:r>
                        <a:rPr lang="nl-BE" sz="900" dirty="0" err="1"/>
                        <a:t>Two</a:t>
                      </a:r>
                      <a:r>
                        <a:rPr lang="nl-BE" sz="900" dirty="0"/>
                        <a:t>-way mixed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942875459"/>
                  </a:ext>
                </a:extLst>
              </a:tr>
              <a:tr h="460435">
                <a:tc>
                  <a:txBody>
                    <a:bodyPr/>
                    <a:lstStyle/>
                    <a:p>
                      <a:pPr marL="171450" indent="-171450">
                        <a:buFont typeface="Arial" panose="020B0604020202020204" pitchFamily="34" charset="0"/>
                        <a:buChar char="•"/>
                      </a:pPr>
                      <a:r>
                        <a:rPr lang="nl-BE" sz="900" dirty="0"/>
                        <a:t>Factorial independent ANOVA</a:t>
                      </a:r>
                    </a:p>
                    <a:p>
                      <a:pPr marL="171450" indent="-171450">
                        <a:buFont typeface="Arial" panose="020B0604020202020204" pitchFamily="34" charset="0"/>
                        <a:buChar char="•"/>
                      </a:pPr>
                      <a:r>
                        <a:rPr lang="nl-BE" sz="900" dirty="0"/>
                        <a:t>Meervoudige lineaire regressie</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1610346840"/>
                  </a:ext>
                </a:extLst>
              </a:tr>
              <a:tr h="388340">
                <a:tc>
                  <a:txBody>
                    <a:bodyPr/>
                    <a:lstStyle/>
                    <a:p>
                      <a:pPr marL="171450" indent="-171450">
                        <a:buFont typeface="Arial" panose="020B0604020202020204" pitchFamily="34" charset="0"/>
                        <a:buChar char="•"/>
                      </a:pPr>
                      <a:r>
                        <a:rPr lang="nl-BE" sz="900" dirty="0"/>
                        <a:t>Meervoudige lineaire regressie</a:t>
                      </a:r>
                    </a:p>
                    <a:p>
                      <a:pPr marL="171450" indent="-171450">
                        <a:buFont typeface="Arial" panose="020B0604020202020204" pitchFamily="34" charset="0"/>
                        <a:buChar char="•"/>
                      </a:pPr>
                      <a:r>
                        <a:rPr lang="nl-BE" sz="900" dirty="0"/>
                        <a:t>ANCOVA</a:t>
                      </a:r>
                      <a:endParaRPr lang="nl-BE" sz="900" dirty="0">
                        <a:solidFill>
                          <a:schemeClr val="tx1"/>
                        </a:solidFill>
                      </a:endParaRPr>
                    </a:p>
                  </a:txBody>
                  <a:tcPr marL="95484" marR="95484" marT="47743" marB="47743"/>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Bootstrapped</a:t>
                      </a:r>
                      <a:r>
                        <a:rPr lang="nl-BE" sz="900" dirty="0"/>
                        <a:t> regressie</a:t>
                      </a:r>
                    </a:p>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849837734"/>
                  </a:ext>
                </a:extLst>
              </a:tr>
              <a:tr h="383583">
                <a:tc>
                  <a:txBody>
                    <a:bodyPr/>
                    <a:lstStyle/>
                    <a:p>
                      <a:pPr marL="171450" indent="-171450">
                        <a:buFont typeface="Arial" panose="020B0604020202020204" pitchFamily="34" charset="0"/>
                        <a:buChar char="•"/>
                      </a:pPr>
                      <a:r>
                        <a:rPr lang="nl-BE" sz="900" dirty="0"/>
                        <a:t>Logistische regressie</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Kendall’s</a:t>
                      </a:r>
                      <a:r>
                        <a:rPr lang="nl-BE" sz="900" dirty="0"/>
                        <a:t> </a:t>
                      </a:r>
                      <a:r>
                        <a:rPr lang="nl-BE" sz="900" dirty="0" err="1"/>
                        <a:t>Tau</a:t>
                      </a:r>
                      <a:r>
                        <a:rPr lang="nl-BE" sz="900" dirty="0"/>
                        <a:t> correlatietoets</a:t>
                      </a:r>
                    </a:p>
                    <a:p>
                      <a:endParaRPr lang="nl-BE" sz="900" dirty="0"/>
                    </a:p>
                  </a:txBody>
                  <a:tcPr marL="95484" marR="95484" marT="47743" marB="47743"/>
                </a:tc>
                <a:extLst>
                  <a:ext uri="{0D108BD9-81ED-4DB2-BD59-A6C34878D82A}">
                    <a16:rowId xmlns:a16="http://schemas.microsoft.com/office/drawing/2014/main" val="669987252"/>
                  </a:ext>
                </a:extLst>
              </a:tr>
              <a:tr h="388340">
                <a:tc>
                  <a:txBody>
                    <a:bodyPr/>
                    <a:lstStyle/>
                    <a:p>
                      <a:pPr marL="171450" indent="-171450">
                        <a:buFont typeface="Arial" panose="020B0604020202020204" pitchFamily="34" charset="0"/>
                        <a:buChar char="•"/>
                      </a:pPr>
                      <a:r>
                        <a:rPr lang="nl-BE" sz="900" dirty="0"/>
                        <a:t>Mc </a:t>
                      </a:r>
                      <a:r>
                        <a:rPr lang="nl-BE" sz="900" dirty="0" err="1"/>
                        <a:t>Nemar‘s</a:t>
                      </a:r>
                      <a:r>
                        <a:rPr lang="nl-BE" sz="900" dirty="0"/>
                        <a:t> toets (2 = groepen)</a:t>
                      </a:r>
                    </a:p>
                    <a:p>
                      <a:pPr marL="171450" indent="-171450">
                        <a:buFont typeface="Arial" panose="020B0604020202020204" pitchFamily="34" charset="0"/>
                        <a:buChar char="•"/>
                      </a:pPr>
                      <a:r>
                        <a:rPr lang="nl-BE" sz="900" dirty="0" err="1"/>
                        <a:t>Cochran’s</a:t>
                      </a:r>
                      <a:r>
                        <a:rPr lang="nl-BE" sz="900" dirty="0"/>
                        <a:t> Q ( &gt;2 = groepen)</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453719200"/>
                  </a:ext>
                </a:extLst>
              </a:tr>
              <a:tr h="315005">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Chi-kwadraat 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Fisher’s</a:t>
                      </a:r>
                      <a:r>
                        <a:rPr lang="nl-BE" sz="900" dirty="0"/>
                        <a:t> Exact toets</a:t>
                      </a:r>
                    </a:p>
                  </a:txBody>
                  <a:tcPr marL="95484" marR="95484" marT="47743" marB="47743"/>
                </a:tc>
                <a:extLst>
                  <a:ext uri="{0D108BD9-81ED-4DB2-BD59-A6C34878D82A}">
                    <a16:rowId xmlns:a16="http://schemas.microsoft.com/office/drawing/2014/main" val="3143618597"/>
                  </a:ext>
                </a:extLst>
              </a:tr>
              <a:tr h="295752">
                <a:tc>
                  <a:txBody>
                    <a:bodyPr/>
                    <a:lstStyle/>
                    <a:p>
                      <a:pPr marL="171450" indent="-171450">
                        <a:buFont typeface="Arial" panose="020B0604020202020204" pitchFamily="34" charset="0"/>
                        <a:buChar char="•"/>
                      </a:pPr>
                      <a:r>
                        <a:rPr lang="nl-BE" sz="900" dirty="0"/>
                        <a:t>Wilcoxon rangtekentoets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2810806693"/>
                  </a:ext>
                </a:extLst>
              </a:tr>
              <a:tr h="353076">
                <a:tc>
                  <a:txBody>
                    <a:bodyPr/>
                    <a:lstStyle/>
                    <a:p>
                      <a:pPr marL="171450" indent="-171450">
                        <a:buFont typeface="Arial" panose="020B0604020202020204" pitchFamily="34" charset="0"/>
                        <a:buChar char="•"/>
                      </a:pPr>
                      <a:r>
                        <a:rPr lang="nl-BE" sz="900" dirty="0"/>
                        <a:t>Mann-</a:t>
                      </a:r>
                      <a:r>
                        <a:rPr lang="nl-BE" sz="900" dirty="0" err="1"/>
                        <a:t>Whitney</a:t>
                      </a:r>
                      <a:r>
                        <a:rPr lang="nl-BE" sz="900" dirty="0"/>
                        <a:t> toets </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541950377"/>
                  </a:ext>
                </a:extLst>
              </a:tr>
              <a:tr h="295752">
                <a:tc>
                  <a:txBody>
                    <a:bodyPr/>
                    <a:lstStyle/>
                    <a:p>
                      <a:pPr marL="171450" indent="-171450">
                        <a:buFont typeface="Arial" panose="020B0604020202020204" pitchFamily="34" charset="0"/>
                        <a:buChar char="•"/>
                      </a:pPr>
                      <a:r>
                        <a:rPr lang="nl-BE" sz="900" dirty="0"/>
                        <a:t>Friedman 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20669499"/>
                  </a:ext>
                </a:extLst>
              </a:tr>
              <a:tr h="383583">
                <a:tc>
                  <a:txBody>
                    <a:bodyPr/>
                    <a:lstStyle/>
                    <a:p>
                      <a:pPr marL="171450" indent="-171450">
                        <a:buFont typeface="Arial" panose="020B0604020202020204" pitchFamily="34" charset="0"/>
                        <a:buChar char="•"/>
                      </a:pPr>
                      <a:r>
                        <a:rPr lang="nl-BE" sz="900" dirty="0" err="1"/>
                        <a:t>Kruskal</a:t>
                      </a:r>
                      <a:r>
                        <a:rPr lang="nl-BE" sz="900" dirty="0"/>
                        <a:t>-Wallis toets </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503519648"/>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905367483"/>
                  </a:ext>
                </a:extLst>
              </a:tr>
              <a:tr h="295752">
                <a:tc>
                  <a:txBody>
                    <a:bodyPr/>
                    <a:lstStyle/>
                    <a:p>
                      <a:pPr marL="171450" indent="-171450">
                        <a:buFont typeface="Arial" panose="020B0604020202020204" pitchFamily="34" charset="0"/>
                        <a:buChar char="•"/>
                      </a:pPr>
                      <a:r>
                        <a:rPr lang="nl-BE" sz="900" dirty="0"/>
                        <a:t>Loglineaire analyse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08130183"/>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441151215"/>
                  </a:ext>
                </a:extLst>
              </a:tr>
              <a:tr h="388340">
                <a:tc>
                  <a:txBody>
                    <a:bodyPr/>
                    <a:lstStyle/>
                    <a:p>
                      <a:pPr marL="171450" indent="-171450">
                        <a:buFont typeface="Arial" panose="020B0604020202020204" pitchFamily="34" charset="0"/>
                        <a:buChar char="•"/>
                      </a:pPr>
                      <a:r>
                        <a:rPr lang="nl-BE" sz="900" dirty="0"/>
                        <a:t>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3003505826"/>
                  </a:ext>
                </a:extLst>
              </a:tr>
              <a:tr h="388340">
                <a:tc>
                  <a:txBody>
                    <a:bodyPr/>
                    <a:lstStyle/>
                    <a:p>
                      <a:pPr marL="171450" indent="-171450">
                        <a:buFont typeface="Arial" panose="020B0604020202020204" pitchFamily="34" charset="0"/>
                        <a:buChar char="•"/>
                      </a:pPr>
                      <a:r>
                        <a:rPr lang="nl-BE" sz="900" dirty="0"/>
                        <a:t>Factorial 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1426545209"/>
                  </a:ext>
                </a:extLst>
              </a:tr>
              <a:tr h="388340">
                <a:tc>
                  <a:txBody>
                    <a:bodyPr/>
                    <a:lstStyle/>
                    <a:p>
                      <a:pPr marL="171450" indent="-171450">
                        <a:buFont typeface="Arial" panose="020B0604020202020204" pitchFamily="34" charset="0"/>
                        <a:buChar char="•"/>
                      </a:pPr>
                      <a:r>
                        <a:rPr lang="nl-BE" sz="900" dirty="0"/>
                        <a:t>MANCOVA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24420842"/>
                  </a:ext>
                </a:extLst>
              </a:tr>
            </a:tbl>
          </a:graphicData>
        </a:graphic>
      </p:graphicFrame>
      <p:sp>
        <p:nvSpPr>
          <p:cNvPr id="92" name="Rectangle 91">
            <a:extLst>
              <a:ext uri="{FF2B5EF4-FFF2-40B4-BE49-F238E27FC236}">
                <a16:creationId xmlns:a16="http://schemas.microsoft.com/office/drawing/2014/main" id="{838DDEF0-43B8-4A92-A651-844BAF4F6F44}"/>
              </a:ext>
            </a:extLst>
          </p:cNvPr>
          <p:cNvSpPr/>
          <p:nvPr/>
        </p:nvSpPr>
        <p:spPr>
          <a:xfrm>
            <a:off x="5992862" y="430598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cxnSp>
        <p:nvCxnSpPr>
          <p:cNvPr id="93" name="Straight Arrow Connector 92">
            <a:extLst>
              <a:ext uri="{FF2B5EF4-FFF2-40B4-BE49-F238E27FC236}">
                <a16:creationId xmlns:a16="http://schemas.microsoft.com/office/drawing/2014/main" id="{D87290EF-50FC-4CE6-BABA-BF2AEC1D09AD}"/>
              </a:ext>
            </a:extLst>
          </p:cNvPr>
          <p:cNvCxnSpPr>
            <a:cxnSpLocks/>
            <a:stCxn id="23" idx="3"/>
            <a:endCxn id="92" idx="1"/>
          </p:cNvCxnSpPr>
          <p:nvPr/>
        </p:nvCxnSpPr>
        <p:spPr>
          <a:xfrm>
            <a:off x="5455978" y="3625021"/>
            <a:ext cx="536883" cy="8082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94" name="Straight Arrow Connector 93">
            <a:extLst>
              <a:ext uri="{FF2B5EF4-FFF2-40B4-BE49-F238E27FC236}">
                <a16:creationId xmlns:a16="http://schemas.microsoft.com/office/drawing/2014/main" id="{32A7FE00-92F1-42F4-9CA6-2D7D54210A65}"/>
              </a:ext>
            </a:extLst>
          </p:cNvPr>
          <p:cNvCxnSpPr>
            <a:cxnSpLocks/>
            <a:stCxn id="52" idx="3"/>
          </p:cNvCxnSpPr>
          <p:nvPr/>
        </p:nvCxnSpPr>
        <p:spPr>
          <a:xfrm>
            <a:off x="6953694" y="4812564"/>
            <a:ext cx="5069406"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95" name="TextBox 94">
            <a:extLst>
              <a:ext uri="{FF2B5EF4-FFF2-40B4-BE49-F238E27FC236}">
                <a16:creationId xmlns:a16="http://schemas.microsoft.com/office/drawing/2014/main" id="{9D1263EB-098B-4F10-98A9-2D8F062F9BC0}"/>
              </a:ext>
            </a:extLst>
          </p:cNvPr>
          <p:cNvSpPr txBox="1"/>
          <p:nvPr/>
        </p:nvSpPr>
        <p:spPr>
          <a:xfrm>
            <a:off x="7412579" y="427984"/>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AV: nominaal of ordinaal?</a:t>
            </a:r>
          </a:p>
        </p:txBody>
      </p:sp>
      <p:sp>
        <p:nvSpPr>
          <p:cNvPr id="96" name="Rectangle 95">
            <a:extLst>
              <a:ext uri="{FF2B5EF4-FFF2-40B4-BE49-F238E27FC236}">
                <a16:creationId xmlns:a16="http://schemas.microsoft.com/office/drawing/2014/main" id="{D02737FE-3FD5-464C-BB3F-55B5B4DB6A72}"/>
              </a:ext>
            </a:extLst>
          </p:cNvPr>
          <p:cNvSpPr/>
          <p:nvPr/>
        </p:nvSpPr>
        <p:spPr>
          <a:xfrm>
            <a:off x="8988868" y="5930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a:t>
            </a:r>
          </a:p>
        </p:txBody>
      </p:sp>
      <p:sp>
        <p:nvSpPr>
          <p:cNvPr id="97" name="Rectangle 96">
            <a:extLst>
              <a:ext uri="{FF2B5EF4-FFF2-40B4-BE49-F238E27FC236}">
                <a16:creationId xmlns:a16="http://schemas.microsoft.com/office/drawing/2014/main" id="{381A3B0D-05E4-4495-90AB-1889489EB642}"/>
              </a:ext>
            </a:extLst>
          </p:cNvPr>
          <p:cNvSpPr/>
          <p:nvPr/>
        </p:nvSpPr>
        <p:spPr>
          <a:xfrm>
            <a:off x="8996465" y="65744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Meer dan 2</a:t>
            </a:r>
          </a:p>
        </p:txBody>
      </p:sp>
      <p:sp>
        <p:nvSpPr>
          <p:cNvPr id="98" name="Rectangle 97">
            <a:extLst>
              <a:ext uri="{FF2B5EF4-FFF2-40B4-BE49-F238E27FC236}">
                <a16:creationId xmlns:a16="http://schemas.microsoft.com/office/drawing/2014/main" id="{32A75EBA-D1CB-451D-85AE-E6E9C62FF447}"/>
              </a:ext>
            </a:extLst>
          </p:cNvPr>
          <p:cNvSpPr/>
          <p:nvPr/>
        </p:nvSpPr>
        <p:spPr>
          <a:xfrm>
            <a:off x="10656602" y="576406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99" name="Rectangle 98">
            <a:extLst>
              <a:ext uri="{FF2B5EF4-FFF2-40B4-BE49-F238E27FC236}">
                <a16:creationId xmlns:a16="http://schemas.microsoft.com/office/drawing/2014/main" id="{6C5A23B2-C377-4688-A096-FFAB11DD4FAA}"/>
              </a:ext>
            </a:extLst>
          </p:cNvPr>
          <p:cNvSpPr/>
          <p:nvPr/>
        </p:nvSpPr>
        <p:spPr>
          <a:xfrm>
            <a:off x="10656602" y="608957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100" name="Rectangle 99">
            <a:extLst>
              <a:ext uri="{FF2B5EF4-FFF2-40B4-BE49-F238E27FC236}">
                <a16:creationId xmlns:a16="http://schemas.microsoft.com/office/drawing/2014/main" id="{4C9A50EC-A00D-474D-A161-D9DB6AEAD1D1}"/>
              </a:ext>
            </a:extLst>
          </p:cNvPr>
          <p:cNvSpPr/>
          <p:nvPr/>
        </p:nvSpPr>
        <p:spPr>
          <a:xfrm>
            <a:off x="10659426" y="64219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101" name="Rectangle 100">
            <a:extLst>
              <a:ext uri="{FF2B5EF4-FFF2-40B4-BE49-F238E27FC236}">
                <a16:creationId xmlns:a16="http://schemas.microsoft.com/office/drawing/2014/main" id="{F65C5E7C-0172-4DA5-8502-7F770DEE2B7D}"/>
              </a:ext>
            </a:extLst>
          </p:cNvPr>
          <p:cNvSpPr/>
          <p:nvPr/>
        </p:nvSpPr>
        <p:spPr>
          <a:xfrm>
            <a:off x="10649287" y="672875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102" name="Straight Arrow Connector 101">
            <a:extLst>
              <a:ext uri="{FF2B5EF4-FFF2-40B4-BE49-F238E27FC236}">
                <a16:creationId xmlns:a16="http://schemas.microsoft.com/office/drawing/2014/main" id="{591D1ACD-1AB5-408A-A603-BFACEE53FBEE}"/>
              </a:ext>
            </a:extLst>
          </p:cNvPr>
          <p:cNvCxnSpPr>
            <a:cxnSpLocks/>
            <a:stCxn id="96" idx="3"/>
            <a:endCxn id="98" idx="1"/>
          </p:cNvCxnSpPr>
          <p:nvPr/>
        </p:nvCxnSpPr>
        <p:spPr>
          <a:xfrm flipV="1">
            <a:off x="9941649" y="5891374"/>
            <a:ext cx="714953" cy="16615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3" name="Straight Arrow Connector 102">
            <a:extLst>
              <a:ext uri="{FF2B5EF4-FFF2-40B4-BE49-F238E27FC236}">
                <a16:creationId xmlns:a16="http://schemas.microsoft.com/office/drawing/2014/main" id="{BF882E85-60E5-4AE3-A75B-1E7840A0F402}"/>
              </a:ext>
            </a:extLst>
          </p:cNvPr>
          <p:cNvCxnSpPr>
            <a:cxnSpLocks/>
            <a:stCxn id="96" idx="3"/>
            <a:endCxn id="99" idx="1"/>
          </p:cNvCxnSpPr>
          <p:nvPr/>
        </p:nvCxnSpPr>
        <p:spPr>
          <a:xfrm>
            <a:off x="9941649" y="6057533"/>
            <a:ext cx="714953" cy="15935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4" name="Straight Arrow Connector 103">
            <a:extLst>
              <a:ext uri="{FF2B5EF4-FFF2-40B4-BE49-F238E27FC236}">
                <a16:creationId xmlns:a16="http://schemas.microsoft.com/office/drawing/2014/main" id="{CBAA9CD0-EFE9-4867-8E95-EABC30B398E8}"/>
              </a:ext>
            </a:extLst>
          </p:cNvPr>
          <p:cNvCxnSpPr>
            <a:cxnSpLocks/>
            <a:stCxn id="97" idx="3"/>
            <a:endCxn id="100" idx="1"/>
          </p:cNvCxnSpPr>
          <p:nvPr/>
        </p:nvCxnSpPr>
        <p:spPr>
          <a:xfrm flipV="1">
            <a:off x="9949246" y="6549244"/>
            <a:ext cx="710180" cy="15252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5" name="Straight Arrow Connector 104">
            <a:extLst>
              <a:ext uri="{FF2B5EF4-FFF2-40B4-BE49-F238E27FC236}">
                <a16:creationId xmlns:a16="http://schemas.microsoft.com/office/drawing/2014/main" id="{D7B02C01-3CC8-4D08-BC82-93586A324D82}"/>
              </a:ext>
            </a:extLst>
          </p:cNvPr>
          <p:cNvCxnSpPr>
            <a:cxnSpLocks/>
            <a:stCxn id="97" idx="3"/>
            <a:endCxn id="101" idx="1"/>
          </p:cNvCxnSpPr>
          <p:nvPr/>
        </p:nvCxnSpPr>
        <p:spPr>
          <a:xfrm>
            <a:off x="9949246" y="6701772"/>
            <a:ext cx="700041" cy="15429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6" name="Straight Arrow Connector 105">
            <a:extLst>
              <a:ext uri="{FF2B5EF4-FFF2-40B4-BE49-F238E27FC236}">
                <a16:creationId xmlns:a16="http://schemas.microsoft.com/office/drawing/2014/main" id="{1FD3AA2F-5E77-4ADC-8CBA-296B56C6A5F3}"/>
              </a:ext>
            </a:extLst>
          </p:cNvPr>
          <p:cNvCxnSpPr>
            <a:cxnSpLocks/>
            <a:stCxn id="98" idx="3"/>
          </p:cNvCxnSpPr>
          <p:nvPr/>
        </p:nvCxnSpPr>
        <p:spPr>
          <a:xfrm>
            <a:off x="11609385" y="5891374"/>
            <a:ext cx="567191"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7" name="Straight Arrow Connector 106">
            <a:extLst>
              <a:ext uri="{FF2B5EF4-FFF2-40B4-BE49-F238E27FC236}">
                <a16:creationId xmlns:a16="http://schemas.microsoft.com/office/drawing/2014/main" id="{8937E4BE-E114-401B-B906-91B001D7D680}"/>
              </a:ext>
            </a:extLst>
          </p:cNvPr>
          <p:cNvCxnSpPr>
            <a:cxnSpLocks/>
            <a:stCxn id="99" idx="3"/>
          </p:cNvCxnSpPr>
          <p:nvPr/>
        </p:nvCxnSpPr>
        <p:spPr>
          <a:xfrm flipV="1">
            <a:off x="11609384" y="6215662"/>
            <a:ext cx="566381" cy="122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8" name="Straight Arrow Connector 107">
            <a:extLst>
              <a:ext uri="{FF2B5EF4-FFF2-40B4-BE49-F238E27FC236}">
                <a16:creationId xmlns:a16="http://schemas.microsoft.com/office/drawing/2014/main" id="{0929AD6F-73C6-4174-91CB-489055F92111}"/>
              </a:ext>
            </a:extLst>
          </p:cNvPr>
          <p:cNvCxnSpPr>
            <a:cxnSpLocks/>
            <a:stCxn id="100" idx="3"/>
          </p:cNvCxnSpPr>
          <p:nvPr/>
        </p:nvCxnSpPr>
        <p:spPr>
          <a:xfrm>
            <a:off x="11612208" y="6549245"/>
            <a:ext cx="575563"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9" name="Straight Arrow Connector 108">
            <a:extLst>
              <a:ext uri="{FF2B5EF4-FFF2-40B4-BE49-F238E27FC236}">
                <a16:creationId xmlns:a16="http://schemas.microsoft.com/office/drawing/2014/main" id="{17EDA111-5521-4B20-8B2C-C0AA4D7727B4}"/>
              </a:ext>
            </a:extLst>
          </p:cNvPr>
          <p:cNvCxnSpPr>
            <a:cxnSpLocks/>
            <a:stCxn id="101" idx="3"/>
          </p:cNvCxnSpPr>
          <p:nvPr/>
        </p:nvCxnSpPr>
        <p:spPr>
          <a:xfrm flipV="1">
            <a:off x="11602068" y="6856068"/>
            <a:ext cx="579464"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10" name="Rectangle 109">
            <a:extLst>
              <a:ext uri="{FF2B5EF4-FFF2-40B4-BE49-F238E27FC236}">
                <a16:creationId xmlns:a16="http://schemas.microsoft.com/office/drawing/2014/main" id="{ACE68A54-568D-4B4F-BA14-D3767B116102}"/>
              </a:ext>
            </a:extLst>
          </p:cNvPr>
          <p:cNvSpPr/>
          <p:nvPr/>
        </p:nvSpPr>
        <p:spPr>
          <a:xfrm>
            <a:off x="7507507" y="523642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Nominaal</a:t>
            </a:r>
          </a:p>
        </p:txBody>
      </p:sp>
      <p:sp>
        <p:nvSpPr>
          <p:cNvPr id="111" name="Rectangle 110">
            <a:extLst>
              <a:ext uri="{FF2B5EF4-FFF2-40B4-BE49-F238E27FC236}">
                <a16:creationId xmlns:a16="http://schemas.microsoft.com/office/drawing/2014/main" id="{646262F7-32A7-4363-8867-A13C455DB1D1}"/>
              </a:ext>
            </a:extLst>
          </p:cNvPr>
          <p:cNvSpPr/>
          <p:nvPr/>
        </p:nvSpPr>
        <p:spPr>
          <a:xfrm>
            <a:off x="7520143" y="62691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Ordinaal</a:t>
            </a:r>
          </a:p>
        </p:txBody>
      </p:sp>
      <p:cxnSp>
        <p:nvCxnSpPr>
          <p:cNvPr id="112" name="Straight Arrow Connector 111">
            <a:extLst>
              <a:ext uri="{FF2B5EF4-FFF2-40B4-BE49-F238E27FC236}">
                <a16:creationId xmlns:a16="http://schemas.microsoft.com/office/drawing/2014/main" id="{B9C206CA-E8BA-4BA8-9B14-782B792B3105}"/>
              </a:ext>
            </a:extLst>
          </p:cNvPr>
          <p:cNvCxnSpPr>
            <a:cxnSpLocks/>
            <a:stCxn id="53" idx="3"/>
            <a:endCxn id="110" idx="1"/>
          </p:cNvCxnSpPr>
          <p:nvPr/>
        </p:nvCxnSpPr>
        <p:spPr>
          <a:xfrm flipV="1">
            <a:off x="6945643" y="5363735"/>
            <a:ext cx="561863" cy="522607"/>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113" name="Straight Arrow Connector 112">
            <a:extLst>
              <a:ext uri="{FF2B5EF4-FFF2-40B4-BE49-F238E27FC236}">
                <a16:creationId xmlns:a16="http://schemas.microsoft.com/office/drawing/2014/main" id="{1DEB3FDA-3EAA-43F5-86BA-2EF5345CE4EE}"/>
              </a:ext>
            </a:extLst>
          </p:cNvPr>
          <p:cNvCxnSpPr>
            <a:cxnSpLocks/>
            <a:stCxn id="53" idx="3"/>
            <a:endCxn id="111" idx="1"/>
          </p:cNvCxnSpPr>
          <p:nvPr/>
        </p:nvCxnSpPr>
        <p:spPr>
          <a:xfrm>
            <a:off x="6945643" y="5886342"/>
            <a:ext cx="574499" cy="51014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4" name="Straight Arrow Connector 113">
            <a:extLst>
              <a:ext uri="{FF2B5EF4-FFF2-40B4-BE49-F238E27FC236}">
                <a16:creationId xmlns:a16="http://schemas.microsoft.com/office/drawing/2014/main" id="{F7BC28EB-7802-4243-984E-D9BA15170706}"/>
              </a:ext>
            </a:extLst>
          </p:cNvPr>
          <p:cNvCxnSpPr>
            <a:cxnSpLocks/>
            <a:stCxn id="110" idx="3"/>
            <a:endCxn id="133" idx="1"/>
          </p:cNvCxnSpPr>
          <p:nvPr/>
        </p:nvCxnSpPr>
        <p:spPr>
          <a:xfrm flipV="1">
            <a:off x="8460288" y="5198176"/>
            <a:ext cx="2204364" cy="16556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5" name="Straight Arrow Connector 114">
            <a:extLst>
              <a:ext uri="{FF2B5EF4-FFF2-40B4-BE49-F238E27FC236}">
                <a16:creationId xmlns:a16="http://schemas.microsoft.com/office/drawing/2014/main" id="{EFDAB80B-EC43-4EE1-A264-67B7A4426992}"/>
              </a:ext>
            </a:extLst>
          </p:cNvPr>
          <p:cNvCxnSpPr>
            <a:cxnSpLocks/>
            <a:stCxn id="111" idx="3"/>
            <a:endCxn id="96" idx="1"/>
          </p:cNvCxnSpPr>
          <p:nvPr/>
        </p:nvCxnSpPr>
        <p:spPr>
          <a:xfrm flipV="1">
            <a:off x="8472924" y="6057533"/>
            <a:ext cx="515944" cy="3389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6" name="Straight Arrow Connector 115">
            <a:extLst>
              <a:ext uri="{FF2B5EF4-FFF2-40B4-BE49-F238E27FC236}">
                <a16:creationId xmlns:a16="http://schemas.microsoft.com/office/drawing/2014/main" id="{A8DAAF80-0101-45A1-BD8D-93742278F755}"/>
              </a:ext>
            </a:extLst>
          </p:cNvPr>
          <p:cNvCxnSpPr>
            <a:cxnSpLocks/>
            <a:stCxn id="111" idx="3"/>
            <a:endCxn id="97" idx="1"/>
          </p:cNvCxnSpPr>
          <p:nvPr/>
        </p:nvCxnSpPr>
        <p:spPr>
          <a:xfrm>
            <a:off x="8472924" y="6396488"/>
            <a:ext cx="523540" cy="30528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3" name="Rectangle 132">
            <a:extLst>
              <a:ext uri="{FF2B5EF4-FFF2-40B4-BE49-F238E27FC236}">
                <a16:creationId xmlns:a16="http://schemas.microsoft.com/office/drawing/2014/main" id="{ABDFDD3A-FD55-4AD8-A07C-D32031676684}"/>
              </a:ext>
            </a:extLst>
          </p:cNvPr>
          <p:cNvSpPr/>
          <p:nvPr/>
        </p:nvSpPr>
        <p:spPr>
          <a:xfrm>
            <a:off x="10664652" y="507086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144" name="Rectangle 143">
            <a:extLst>
              <a:ext uri="{FF2B5EF4-FFF2-40B4-BE49-F238E27FC236}">
                <a16:creationId xmlns:a16="http://schemas.microsoft.com/office/drawing/2014/main" id="{D9AEFC00-DD16-44CB-810A-689CF89D2CBA}"/>
              </a:ext>
            </a:extLst>
          </p:cNvPr>
          <p:cNvSpPr/>
          <p:nvPr/>
        </p:nvSpPr>
        <p:spPr>
          <a:xfrm>
            <a:off x="10646580" y="543728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150" name="Straight Arrow Connector 149">
            <a:extLst>
              <a:ext uri="{FF2B5EF4-FFF2-40B4-BE49-F238E27FC236}">
                <a16:creationId xmlns:a16="http://schemas.microsoft.com/office/drawing/2014/main" id="{1FAD0767-08F7-4619-96F5-AEFCCF0988BA}"/>
              </a:ext>
            </a:extLst>
          </p:cNvPr>
          <p:cNvCxnSpPr>
            <a:cxnSpLocks/>
            <a:stCxn id="110" idx="3"/>
            <a:endCxn id="144" idx="1"/>
          </p:cNvCxnSpPr>
          <p:nvPr/>
        </p:nvCxnSpPr>
        <p:spPr>
          <a:xfrm>
            <a:off x="8460288" y="5363735"/>
            <a:ext cx="2186292" cy="200858"/>
          </a:xfrm>
          <a:prstGeom prst="straightConnector1">
            <a:avLst/>
          </a:prstGeom>
          <a:ln w="28575">
            <a:solidFill>
              <a:srgbClr val="5B84CB"/>
            </a:solidFill>
            <a:tailEnd type="triangle"/>
          </a:ln>
        </p:spPr>
        <p:style>
          <a:lnRef idx="3">
            <a:schemeClr val="accent1"/>
          </a:lnRef>
          <a:fillRef idx="0">
            <a:schemeClr val="accent1"/>
          </a:fillRef>
          <a:effectRef idx="2">
            <a:schemeClr val="accent1"/>
          </a:effectRef>
          <a:fontRef idx="minor">
            <a:schemeClr val="tx1"/>
          </a:fontRef>
        </p:style>
      </p:cxnSp>
      <p:cxnSp>
        <p:nvCxnSpPr>
          <p:cNvPr id="153" name="Straight Arrow Connector 152">
            <a:extLst>
              <a:ext uri="{FF2B5EF4-FFF2-40B4-BE49-F238E27FC236}">
                <a16:creationId xmlns:a16="http://schemas.microsoft.com/office/drawing/2014/main" id="{810DD2B1-AC05-4C3C-94F2-1CEB7949146F}"/>
              </a:ext>
            </a:extLst>
          </p:cNvPr>
          <p:cNvCxnSpPr>
            <a:cxnSpLocks/>
            <a:stCxn id="133" idx="3"/>
          </p:cNvCxnSpPr>
          <p:nvPr/>
        </p:nvCxnSpPr>
        <p:spPr>
          <a:xfrm>
            <a:off x="11617434" y="5198175"/>
            <a:ext cx="543249"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56" name="Straight Arrow Connector 155">
            <a:extLst>
              <a:ext uri="{FF2B5EF4-FFF2-40B4-BE49-F238E27FC236}">
                <a16:creationId xmlns:a16="http://schemas.microsoft.com/office/drawing/2014/main" id="{C310CB75-1EA4-428A-8AED-E7B290126272}"/>
              </a:ext>
            </a:extLst>
          </p:cNvPr>
          <p:cNvCxnSpPr>
            <a:cxnSpLocks/>
            <a:stCxn id="144" idx="3"/>
          </p:cNvCxnSpPr>
          <p:nvPr/>
        </p:nvCxnSpPr>
        <p:spPr>
          <a:xfrm>
            <a:off x="11599362" y="5564592"/>
            <a:ext cx="577214" cy="0"/>
          </a:xfrm>
          <a:prstGeom prst="straightConnector1">
            <a:avLst/>
          </a:prstGeom>
          <a:ln w="28575">
            <a:solidFill>
              <a:srgbClr val="5B84CB"/>
            </a:solidFill>
            <a:tailEnd type="triangle"/>
          </a:ln>
        </p:spPr>
        <p:style>
          <a:lnRef idx="3">
            <a:schemeClr val="accent1"/>
          </a:lnRef>
          <a:fillRef idx="0">
            <a:schemeClr val="accent1"/>
          </a:fillRef>
          <a:effectRef idx="2">
            <a:schemeClr val="accent1"/>
          </a:effectRef>
          <a:fontRef idx="minor">
            <a:schemeClr val="tx1"/>
          </a:fontRef>
        </p:style>
      </p:cxnSp>
      <p:sp>
        <p:nvSpPr>
          <p:cNvPr id="125" name="Rectangle 124">
            <a:extLst>
              <a:ext uri="{FF2B5EF4-FFF2-40B4-BE49-F238E27FC236}">
                <a16:creationId xmlns:a16="http://schemas.microsoft.com/office/drawing/2014/main" id="{103C826C-28D0-4687-9030-226058BFCD03}"/>
              </a:ext>
            </a:extLst>
          </p:cNvPr>
          <p:cNvSpPr/>
          <p:nvPr/>
        </p:nvSpPr>
        <p:spPr>
          <a:xfrm>
            <a:off x="10674607" y="3479537"/>
            <a:ext cx="952427" cy="2743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 en verschillende</a:t>
            </a:r>
          </a:p>
        </p:txBody>
      </p:sp>
      <p:cxnSp>
        <p:nvCxnSpPr>
          <p:cNvPr id="126" name="Straight Arrow Connector 125">
            <a:extLst>
              <a:ext uri="{FF2B5EF4-FFF2-40B4-BE49-F238E27FC236}">
                <a16:creationId xmlns:a16="http://schemas.microsoft.com/office/drawing/2014/main" id="{6FDDEAB3-17CF-46FC-9AF5-4203B6CC8159}"/>
              </a:ext>
            </a:extLst>
          </p:cNvPr>
          <p:cNvCxnSpPr>
            <a:cxnSpLocks/>
            <a:stCxn id="25" idx="3"/>
            <a:endCxn id="125" idx="1"/>
          </p:cNvCxnSpPr>
          <p:nvPr/>
        </p:nvCxnSpPr>
        <p:spPr>
          <a:xfrm flipV="1">
            <a:off x="6965612" y="3616700"/>
            <a:ext cx="3708994" cy="469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30" name="Straight Arrow Connector 129">
            <a:extLst>
              <a:ext uri="{FF2B5EF4-FFF2-40B4-BE49-F238E27FC236}">
                <a16:creationId xmlns:a16="http://schemas.microsoft.com/office/drawing/2014/main" id="{ABF727C3-614D-4F30-B279-42182219A65E}"/>
              </a:ext>
            </a:extLst>
          </p:cNvPr>
          <p:cNvCxnSpPr>
            <a:cxnSpLocks/>
            <a:stCxn id="125" idx="3"/>
          </p:cNvCxnSpPr>
          <p:nvPr/>
        </p:nvCxnSpPr>
        <p:spPr>
          <a:xfrm>
            <a:off x="11627034" y="3616700"/>
            <a:ext cx="56673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24" name="Tijdelijke aanduiding voor dianummer 3">
            <a:extLst>
              <a:ext uri="{FF2B5EF4-FFF2-40B4-BE49-F238E27FC236}">
                <a16:creationId xmlns:a16="http://schemas.microsoft.com/office/drawing/2014/main" id="{427DE994-F074-4C0D-8953-B2E6B5E2818D}"/>
              </a:ext>
            </a:extLst>
          </p:cNvPr>
          <p:cNvSpPr txBox="1">
            <a:spLocks/>
          </p:cNvSpPr>
          <p:nvPr/>
        </p:nvSpPr>
        <p:spPr>
          <a:xfrm>
            <a:off x="16263830" y="8959510"/>
            <a:ext cx="921880" cy="519289"/>
          </a:xfrm>
          <a:prstGeom prst="rect">
            <a:avLst/>
          </a:prstGeom>
        </p:spPr>
        <p:txBody>
          <a:bodyPr vert="horz" lIns="91440" tIns="45720" rIns="91440" bIns="45720" rtlCol="0" anchor="ctr"/>
          <a:lstStyle>
            <a:defPPr>
              <a:defRPr lang="en-US"/>
            </a:defPPr>
            <a:lvl1pPr marL="0" algn="r" defTabSz="1300368" rtl="0" eaLnBrk="1" latinLnBrk="0" hangingPunct="1">
              <a:defRPr sz="1707" kern="1200">
                <a:solidFill>
                  <a:schemeClr val="tx1">
                    <a:tint val="75000"/>
                  </a:schemeClr>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marL="0" marR="0" lvl="0" indent="0" algn="r" defTabSz="1300368" rtl="0" eaLnBrk="1" fontAlgn="auto" latinLnBrk="0" hangingPunct="1">
              <a:lnSpc>
                <a:spcPct val="100000"/>
              </a:lnSpc>
              <a:spcBef>
                <a:spcPts val="0"/>
              </a:spcBef>
              <a:spcAft>
                <a:spcPts val="0"/>
              </a:spcAft>
              <a:buClrTx/>
              <a:buSzTx/>
              <a:buFontTx/>
              <a:buNone/>
              <a:tabLst/>
              <a:defRPr/>
            </a:pPr>
            <a:fld id="{7AE184E0-0BD4-4705-A12B-9B71DDE63301}" type="slidenum">
              <a:rPr kumimoji="0" lang="en-GB" sz="1707"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1300368" rtl="0" eaLnBrk="1" fontAlgn="auto" latinLnBrk="0" hangingPunct="1">
                <a:lnSpc>
                  <a:spcPct val="100000"/>
                </a:lnSpc>
                <a:spcBef>
                  <a:spcPts val="0"/>
                </a:spcBef>
                <a:spcAft>
                  <a:spcPts val="0"/>
                </a:spcAft>
                <a:buClrTx/>
                <a:buSzTx/>
                <a:buFontTx/>
                <a:buNone/>
                <a:tabLst/>
                <a:defRPr/>
              </a:pPr>
              <a:t>59</a:t>
            </a:fld>
            <a:endParaRPr kumimoji="0" lang="en-GB" sz="1707"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36179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Box 89">
            <a:extLst>
              <a:ext uri="{FF2B5EF4-FFF2-40B4-BE49-F238E27FC236}">
                <a16:creationId xmlns:a16="http://schemas.microsoft.com/office/drawing/2014/main" id="{8F08DB32-3106-4977-857B-5BD70495575B}"/>
              </a:ext>
            </a:extLst>
          </p:cNvPr>
          <p:cNvSpPr txBox="1"/>
          <p:nvPr/>
        </p:nvSpPr>
        <p:spPr>
          <a:xfrm>
            <a:off x="10371171" y="195357"/>
            <a:ext cx="1651930" cy="67095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OV: gelijkaardige of verschillende respondenten in verschillende categorieën??</a:t>
            </a:r>
          </a:p>
        </p:txBody>
      </p:sp>
      <p:sp>
        <p:nvSpPr>
          <p:cNvPr id="245" name="Title 1">
            <a:extLst>
              <a:ext uri="{FF2B5EF4-FFF2-40B4-BE49-F238E27FC236}">
                <a16:creationId xmlns:a16="http://schemas.microsoft.com/office/drawing/2014/main" id="{18FC5625-A36C-4539-B58D-A6C810CAD8CC}"/>
              </a:ext>
            </a:extLst>
          </p:cNvPr>
          <p:cNvSpPr>
            <a:spLocks noGrp="1"/>
          </p:cNvSpPr>
          <p:nvPr>
            <p:ph type="title"/>
          </p:nvPr>
        </p:nvSpPr>
        <p:spPr>
          <a:xfrm>
            <a:off x="2656227" y="9026885"/>
            <a:ext cx="12026222" cy="747445"/>
          </a:xfrm>
        </p:spPr>
        <p:txBody>
          <a:bodyPr/>
          <a:lstStyle/>
          <a:p>
            <a:pPr algn="ctr"/>
            <a:r>
              <a:rPr lang="nl-BE" dirty="0">
                <a:solidFill>
                  <a:srgbClr val="002060"/>
                </a:solidFill>
              </a:rPr>
              <a:t>Welke analysetechniek gebruik ik?</a:t>
            </a:r>
          </a:p>
        </p:txBody>
      </p:sp>
      <p:sp>
        <p:nvSpPr>
          <p:cNvPr id="4" name="Slide Number Placeholder 3">
            <a:extLst>
              <a:ext uri="{FF2B5EF4-FFF2-40B4-BE49-F238E27FC236}">
                <a16:creationId xmlns:a16="http://schemas.microsoft.com/office/drawing/2014/main" id="{4B964762-09BF-4771-95D5-61DE9B768E24}"/>
              </a:ext>
            </a:extLst>
          </p:cNvPr>
          <p:cNvSpPr>
            <a:spLocks noGrp="1"/>
          </p:cNvSpPr>
          <p:nvPr>
            <p:ph type="sldNum" sz="quarter" idx="12"/>
          </p:nvPr>
        </p:nvSpPr>
        <p:spPr>
          <a:xfrm>
            <a:off x="14669331" y="8161967"/>
            <a:ext cx="797801" cy="449396"/>
          </a:xfrm>
        </p:spPr>
        <p:txBody>
          <a:bodyPr/>
          <a:lstStyle/>
          <a:p>
            <a:pPr marL="0" marR="0" lvl="0" indent="0" algn="r" defTabSz="476448" rtl="0" eaLnBrk="1" fontAlgn="auto" latinLnBrk="0" hangingPunct="1">
              <a:lnSpc>
                <a:spcPct val="100000"/>
              </a:lnSpc>
              <a:spcBef>
                <a:spcPts val="0"/>
              </a:spcBef>
              <a:spcAft>
                <a:spcPts val="0"/>
              </a:spcAft>
              <a:buClrTx/>
              <a:buSzTx/>
              <a:buFontTx/>
              <a:buNone/>
              <a:tabLst/>
              <a:defRPr/>
            </a:pPr>
            <a:fld id="{7AE184E0-0BD4-4705-A12B-9B71DDE63301}" type="slidenum">
              <a:rPr kumimoji="0" lang="en-GB" sz="1707"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476448" rtl="0" eaLnBrk="1" fontAlgn="auto" latinLnBrk="0" hangingPunct="1">
                <a:lnSpc>
                  <a:spcPct val="100000"/>
                </a:lnSpc>
                <a:spcBef>
                  <a:spcPts val="0"/>
                </a:spcBef>
                <a:spcAft>
                  <a:spcPts val="0"/>
                </a:spcAft>
                <a:buClrTx/>
                <a:buSzTx/>
                <a:buFontTx/>
                <a:buNone/>
                <a:tabLst/>
                <a:defRPr/>
              </a:pPr>
              <a:t>60</a:t>
            </a:fld>
            <a:endParaRPr kumimoji="0" lang="en-GB" sz="1707"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5081C82A-D336-47CA-AEFF-D561E49493D1}"/>
              </a:ext>
            </a:extLst>
          </p:cNvPr>
          <p:cNvSpPr txBox="1"/>
          <p:nvPr/>
        </p:nvSpPr>
        <p:spPr>
          <a:xfrm>
            <a:off x="1342991" y="435145"/>
            <a:ext cx="1347127"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Aantal </a:t>
            </a:r>
          </a:p>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afhankelijke variabelen</a:t>
            </a:r>
          </a:p>
        </p:txBody>
      </p:sp>
      <p:sp>
        <p:nvSpPr>
          <p:cNvPr id="7" name="TextBox 6">
            <a:extLst>
              <a:ext uri="{FF2B5EF4-FFF2-40B4-BE49-F238E27FC236}">
                <a16:creationId xmlns:a16="http://schemas.microsoft.com/office/drawing/2014/main" id="{5265D672-A626-415A-8295-202B4868868B}"/>
              </a:ext>
            </a:extLst>
          </p:cNvPr>
          <p:cNvSpPr txBox="1"/>
          <p:nvPr/>
        </p:nvSpPr>
        <p:spPr>
          <a:xfrm>
            <a:off x="2844203" y="433107"/>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Meetniveau afhankelijke variabele</a:t>
            </a:r>
          </a:p>
        </p:txBody>
      </p:sp>
      <p:sp>
        <p:nvSpPr>
          <p:cNvPr id="8" name="TextBox 7">
            <a:extLst>
              <a:ext uri="{FF2B5EF4-FFF2-40B4-BE49-F238E27FC236}">
                <a16:creationId xmlns:a16="http://schemas.microsoft.com/office/drawing/2014/main" id="{8F4600DD-4393-466B-BEEB-882B3DA6D4B5}"/>
              </a:ext>
            </a:extLst>
          </p:cNvPr>
          <p:cNvSpPr txBox="1"/>
          <p:nvPr/>
        </p:nvSpPr>
        <p:spPr>
          <a:xfrm>
            <a:off x="4189920" y="435623"/>
            <a:ext cx="1610372"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Aantal</a:t>
            </a:r>
          </a:p>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 onafhankelijke variabelen</a:t>
            </a:r>
          </a:p>
        </p:txBody>
      </p:sp>
      <p:sp>
        <p:nvSpPr>
          <p:cNvPr id="9" name="TextBox 8">
            <a:extLst>
              <a:ext uri="{FF2B5EF4-FFF2-40B4-BE49-F238E27FC236}">
                <a16:creationId xmlns:a16="http://schemas.microsoft.com/office/drawing/2014/main" id="{5F1F5C02-EFE6-49F0-A75F-AE1104AC7DEC}"/>
              </a:ext>
            </a:extLst>
          </p:cNvPr>
          <p:cNvSpPr txBox="1"/>
          <p:nvPr/>
        </p:nvSpPr>
        <p:spPr>
          <a:xfrm>
            <a:off x="5848391" y="433657"/>
            <a:ext cx="1483674"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Meetniveau onafhankelijke variabelen</a:t>
            </a:r>
          </a:p>
        </p:txBody>
      </p:sp>
      <p:sp>
        <p:nvSpPr>
          <p:cNvPr id="10" name="TextBox 9">
            <a:extLst>
              <a:ext uri="{FF2B5EF4-FFF2-40B4-BE49-F238E27FC236}">
                <a16:creationId xmlns:a16="http://schemas.microsoft.com/office/drawing/2014/main" id="{0CB43338-9162-4955-AC30-7E12E11A5188}"/>
              </a:ext>
            </a:extLst>
          </p:cNvPr>
          <p:cNvSpPr txBox="1"/>
          <p:nvPr/>
        </p:nvSpPr>
        <p:spPr>
          <a:xfrm>
            <a:off x="8860409" y="437468"/>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OV: hoeveel categorieën?</a:t>
            </a:r>
          </a:p>
        </p:txBody>
      </p:sp>
      <p:sp>
        <p:nvSpPr>
          <p:cNvPr id="11" name="Rectangle 10">
            <a:extLst>
              <a:ext uri="{FF2B5EF4-FFF2-40B4-BE49-F238E27FC236}">
                <a16:creationId xmlns:a16="http://schemas.microsoft.com/office/drawing/2014/main" id="{21C2167C-EB1A-40E1-A7AB-BDA76FE6C4E3}"/>
              </a:ext>
            </a:extLst>
          </p:cNvPr>
          <p:cNvSpPr/>
          <p:nvPr/>
        </p:nvSpPr>
        <p:spPr>
          <a:xfrm>
            <a:off x="2995293" y="222448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12" name="Rectangle 11">
            <a:extLst>
              <a:ext uri="{FF2B5EF4-FFF2-40B4-BE49-F238E27FC236}">
                <a16:creationId xmlns:a16="http://schemas.microsoft.com/office/drawing/2014/main" id="{9FE4E87F-DA61-4418-8711-7A2A8629B501}"/>
              </a:ext>
            </a:extLst>
          </p:cNvPr>
          <p:cNvSpPr/>
          <p:nvPr/>
        </p:nvSpPr>
        <p:spPr>
          <a:xfrm>
            <a:off x="1494078" y="400666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cxnSp>
        <p:nvCxnSpPr>
          <p:cNvPr id="13" name="Straight Arrow Connector 12">
            <a:extLst>
              <a:ext uri="{FF2B5EF4-FFF2-40B4-BE49-F238E27FC236}">
                <a16:creationId xmlns:a16="http://schemas.microsoft.com/office/drawing/2014/main" id="{B1FF0BF9-6799-4152-99E5-A549EC4FA225}"/>
              </a:ext>
            </a:extLst>
          </p:cNvPr>
          <p:cNvCxnSpPr>
            <a:cxnSpLocks/>
            <a:stCxn id="12" idx="0"/>
            <a:endCxn id="11" idx="2"/>
          </p:cNvCxnSpPr>
          <p:nvPr/>
        </p:nvCxnSpPr>
        <p:spPr>
          <a:xfrm flipV="1">
            <a:off x="1970469" y="2479100"/>
            <a:ext cx="1501215" cy="15275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4" name="Rectangle 13">
            <a:extLst>
              <a:ext uri="{FF2B5EF4-FFF2-40B4-BE49-F238E27FC236}">
                <a16:creationId xmlns:a16="http://schemas.microsoft.com/office/drawing/2014/main" id="{E7869E0C-9730-4D00-8A96-446A9BDE609B}"/>
              </a:ext>
            </a:extLst>
          </p:cNvPr>
          <p:cNvSpPr/>
          <p:nvPr/>
        </p:nvSpPr>
        <p:spPr>
          <a:xfrm>
            <a:off x="4498263" y="128896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15" name="Rectangle 14">
            <a:extLst>
              <a:ext uri="{FF2B5EF4-FFF2-40B4-BE49-F238E27FC236}">
                <a16:creationId xmlns:a16="http://schemas.microsoft.com/office/drawing/2014/main" id="{C7DCBE10-8C56-4C40-978C-5BDC51E24E38}"/>
              </a:ext>
            </a:extLst>
          </p:cNvPr>
          <p:cNvSpPr/>
          <p:nvPr/>
        </p:nvSpPr>
        <p:spPr>
          <a:xfrm>
            <a:off x="6010934" y="87570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16" name="Rectangle 15">
            <a:extLst>
              <a:ext uri="{FF2B5EF4-FFF2-40B4-BE49-F238E27FC236}">
                <a16:creationId xmlns:a16="http://schemas.microsoft.com/office/drawing/2014/main" id="{5F750A0F-ABD9-4088-803D-8CBD899DC78A}"/>
              </a:ext>
            </a:extLst>
          </p:cNvPr>
          <p:cNvSpPr/>
          <p:nvPr/>
        </p:nvSpPr>
        <p:spPr>
          <a:xfrm>
            <a:off x="6007897" y="167460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17" name="Rectangle 16">
            <a:extLst>
              <a:ext uri="{FF2B5EF4-FFF2-40B4-BE49-F238E27FC236}">
                <a16:creationId xmlns:a16="http://schemas.microsoft.com/office/drawing/2014/main" id="{6CA60F3F-5936-4C21-A14E-DA2A5BFE407A}"/>
              </a:ext>
            </a:extLst>
          </p:cNvPr>
          <p:cNvSpPr/>
          <p:nvPr/>
        </p:nvSpPr>
        <p:spPr>
          <a:xfrm>
            <a:off x="9011496" y="136268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a:t>
            </a:r>
          </a:p>
        </p:txBody>
      </p:sp>
      <p:sp>
        <p:nvSpPr>
          <p:cNvPr id="18" name="Rectangle 17">
            <a:extLst>
              <a:ext uri="{FF2B5EF4-FFF2-40B4-BE49-F238E27FC236}">
                <a16:creationId xmlns:a16="http://schemas.microsoft.com/office/drawing/2014/main" id="{FBEC190E-C820-4FFB-9E78-A5F4E73A160A}"/>
              </a:ext>
            </a:extLst>
          </p:cNvPr>
          <p:cNvSpPr/>
          <p:nvPr/>
        </p:nvSpPr>
        <p:spPr>
          <a:xfrm>
            <a:off x="9013959" y="21213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Meer dan 2</a:t>
            </a:r>
          </a:p>
        </p:txBody>
      </p:sp>
      <p:sp>
        <p:nvSpPr>
          <p:cNvPr id="19" name="Rectangle 18">
            <a:extLst>
              <a:ext uri="{FF2B5EF4-FFF2-40B4-BE49-F238E27FC236}">
                <a16:creationId xmlns:a16="http://schemas.microsoft.com/office/drawing/2014/main" id="{B2BD1D95-F21A-46CF-A9AE-4A875C58E751}"/>
              </a:ext>
            </a:extLst>
          </p:cNvPr>
          <p:cNvSpPr/>
          <p:nvPr/>
        </p:nvSpPr>
        <p:spPr>
          <a:xfrm>
            <a:off x="10673563" y="118201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20" name="Rectangle 19">
            <a:extLst>
              <a:ext uri="{FF2B5EF4-FFF2-40B4-BE49-F238E27FC236}">
                <a16:creationId xmlns:a16="http://schemas.microsoft.com/office/drawing/2014/main" id="{E66F50B3-4367-436E-9098-123479F8703E}"/>
              </a:ext>
            </a:extLst>
          </p:cNvPr>
          <p:cNvSpPr/>
          <p:nvPr/>
        </p:nvSpPr>
        <p:spPr>
          <a:xfrm>
            <a:off x="10675444" y="156259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21" name="Rectangle 20">
            <a:extLst>
              <a:ext uri="{FF2B5EF4-FFF2-40B4-BE49-F238E27FC236}">
                <a16:creationId xmlns:a16="http://schemas.microsoft.com/office/drawing/2014/main" id="{9BFA3EFB-3D41-49A0-A600-D64D792FC957}"/>
              </a:ext>
            </a:extLst>
          </p:cNvPr>
          <p:cNvSpPr/>
          <p:nvPr/>
        </p:nvSpPr>
        <p:spPr>
          <a:xfrm>
            <a:off x="10673563" y="193774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22" name="Rectangle 21">
            <a:extLst>
              <a:ext uri="{FF2B5EF4-FFF2-40B4-BE49-F238E27FC236}">
                <a16:creationId xmlns:a16="http://schemas.microsoft.com/office/drawing/2014/main" id="{CC6625A1-59D8-4F00-8D49-9ACAE95D6E79}"/>
              </a:ext>
            </a:extLst>
          </p:cNvPr>
          <p:cNvSpPr/>
          <p:nvPr/>
        </p:nvSpPr>
        <p:spPr>
          <a:xfrm>
            <a:off x="10673563" y="23076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23" name="Rectangle 22">
            <a:extLst>
              <a:ext uri="{FF2B5EF4-FFF2-40B4-BE49-F238E27FC236}">
                <a16:creationId xmlns:a16="http://schemas.microsoft.com/office/drawing/2014/main" id="{3CEBAE4C-E952-4701-A588-0E506E9495CA}"/>
              </a:ext>
            </a:extLst>
          </p:cNvPr>
          <p:cNvSpPr/>
          <p:nvPr/>
        </p:nvSpPr>
        <p:spPr>
          <a:xfrm>
            <a:off x="4503197" y="349771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24" name="Rectangle 23">
            <a:extLst>
              <a:ext uri="{FF2B5EF4-FFF2-40B4-BE49-F238E27FC236}">
                <a16:creationId xmlns:a16="http://schemas.microsoft.com/office/drawing/2014/main" id="{93BFC2C9-0AC0-4CB1-8AC9-84CC4C9E8B05}"/>
              </a:ext>
            </a:extLst>
          </p:cNvPr>
          <p:cNvSpPr/>
          <p:nvPr/>
        </p:nvSpPr>
        <p:spPr>
          <a:xfrm>
            <a:off x="6013185" y="2733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25" name="Rectangle 24">
            <a:extLst>
              <a:ext uri="{FF2B5EF4-FFF2-40B4-BE49-F238E27FC236}">
                <a16:creationId xmlns:a16="http://schemas.microsoft.com/office/drawing/2014/main" id="{9146049E-5A0F-4129-980C-EAD1E577B984}"/>
              </a:ext>
            </a:extLst>
          </p:cNvPr>
          <p:cNvSpPr/>
          <p:nvPr/>
        </p:nvSpPr>
        <p:spPr>
          <a:xfrm>
            <a:off x="6012831" y="349408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cxnSp>
        <p:nvCxnSpPr>
          <p:cNvPr id="26" name="Straight Arrow Connector 25">
            <a:extLst>
              <a:ext uri="{FF2B5EF4-FFF2-40B4-BE49-F238E27FC236}">
                <a16:creationId xmlns:a16="http://schemas.microsoft.com/office/drawing/2014/main" id="{C2E40CDE-0509-4980-8ABC-D5E13B4D63EC}"/>
              </a:ext>
            </a:extLst>
          </p:cNvPr>
          <p:cNvCxnSpPr>
            <a:cxnSpLocks/>
            <a:stCxn id="11" idx="3"/>
            <a:endCxn id="14" idx="1"/>
          </p:cNvCxnSpPr>
          <p:nvPr/>
        </p:nvCxnSpPr>
        <p:spPr>
          <a:xfrm flipV="1">
            <a:off x="3948075" y="1416278"/>
            <a:ext cx="550189" cy="93551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63ED7FAA-3E92-40CF-B548-DAEC25B4DEE5}"/>
              </a:ext>
            </a:extLst>
          </p:cNvPr>
          <p:cNvCxnSpPr>
            <a:cxnSpLocks/>
            <a:stCxn id="11" idx="3"/>
            <a:endCxn id="23" idx="1"/>
          </p:cNvCxnSpPr>
          <p:nvPr/>
        </p:nvCxnSpPr>
        <p:spPr>
          <a:xfrm>
            <a:off x="3948075" y="2351790"/>
            <a:ext cx="555122" cy="127323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C049D1A6-52D5-421E-ADBC-D406D68A1E03}"/>
              </a:ext>
            </a:extLst>
          </p:cNvPr>
          <p:cNvCxnSpPr>
            <a:cxnSpLocks/>
            <a:stCxn id="14" idx="3"/>
            <a:endCxn id="15" idx="1"/>
          </p:cNvCxnSpPr>
          <p:nvPr/>
        </p:nvCxnSpPr>
        <p:spPr>
          <a:xfrm flipV="1">
            <a:off x="5451044" y="1003011"/>
            <a:ext cx="559890" cy="41326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B48BBA74-0B02-4E1C-916A-3BF2D95B892A}"/>
              </a:ext>
            </a:extLst>
          </p:cNvPr>
          <p:cNvCxnSpPr>
            <a:cxnSpLocks/>
            <a:stCxn id="14" idx="3"/>
            <a:endCxn id="16" idx="1"/>
          </p:cNvCxnSpPr>
          <p:nvPr/>
        </p:nvCxnSpPr>
        <p:spPr>
          <a:xfrm>
            <a:off x="5451044" y="1416279"/>
            <a:ext cx="556853" cy="38563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5F95BA9C-6341-4AF6-8E4E-20D71A502B91}"/>
              </a:ext>
            </a:extLst>
          </p:cNvPr>
          <p:cNvCxnSpPr>
            <a:cxnSpLocks/>
            <a:stCxn id="15" idx="3"/>
          </p:cNvCxnSpPr>
          <p:nvPr/>
        </p:nvCxnSpPr>
        <p:spPr>
          <a:xfrm flipV="1">
            <a:off x="6963715" y="991078"/>
            <a:ext cx="5230053"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7F2DA6E5-A9D3-4BA4-B370-C8B749981BCA}"/>
              </a:ext>
            </a:extLst>
          </p:cNvPr>
          <p:cNvCxnSpPr>
            <a:cxnSpLocks/>
            <a:stCxn id="16" idx="3"/>
            <a:endCxn id="17" idx="1"/>
          </p:cNvCxnSpPr>
          <p:nvPr/>
        </p:nvCxnSpPr>
        <p:spPr>
          <a:xfrm flipV="1">
            <a:off x="6960679" y="1489995"/>
            <a:ext cx="2050817" cy="3119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2AC0B029-CC19-4668-8F88-D219AD5CA9D4}"/>
              </a:ext>
            </a:extLst>
          </p:cNvPr>
          <p:cNvCxnSpPr>
            <a:cxnSpLocks/>
            <a:stCxn id="16" idx="3"/>
            <a:endCxn id="18" idx="1"/>
          </p:cNvCxnSpPr>
          <p:nvPr/>
        </p:nvCxnSpPr>
        <p:spPr>
          <a:xfrm>
            <a:off x="6960678" y="1801916"/>
            <a:ext cx="2053281" cy="4467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47D6A7D7-9301-4822-B0D1-672E58693E6C}"/>
              </a:ext>
            </a:extLst>
          </p:cNvPr>
          <p:cNvCxnSpPr>
            <a:cxnSpLocks/>
            <a:stCxn id="17" idx="3"/>
            <a:endCxn id="19" idx="1"/>
          </p:cNvCxnSpPr>
          <p:nvPr/>
        </p:nvCxnSpPr>
        <p:spPr>
          <a:xfrm flipV="1">
            <a:off x="9964277" y="1309324"/>
            <a:ext cx="709286" cy="1806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57E46F4F-9CE9-4193-A0A3-AC0BFB0153E3}"/>
              </a:ext>
            </a:extLst>
          </p:cNvPr>
          <p:cNvCxnSpPr>
            <a:cxnSpLocks/>
            <a:stCxn id="17" idx="3"/>
            <a:endCxn id="20" idx="1"/>
          </p:cNvCxnSpPr>
          <p:nvPr/>
        </p:nvCxnSpPr>
        <p:spPr>
          <a:xfrm>
            <a:off x="9964277" y="1489995"/>
            <a:ext cx="711166" cy="19991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8C4F753A-C967-474B-B16D-3D797DCA47BC}"/>
              </a:ext>
            </a:extLst>
          </p:cNvPr>
          <p:cNvCxnSpPr>
            <a:cxnSpLocks/>
            <a:stCxn id="18" idx="3"/>
            <a:endCxn id="21" idx="1"/>
          </p:cNvCxnSpPr>
          <p:nvPr/>
        </p:nvCxnSpPr>
        <p:spPr>
          <a:xfrm flipV="1">
            <a:off x="9966740" y="2065057"/>
            <a:ext cx="706823" cy="1836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95271780-69D1-4B9A-AB0A-50671DFB34D0}"/>
              </a:ext>
            </a:extLst>
          </p:cNvPr>
          <p:cNvCxnSpPr>
            <a:cxnSpLocks/>
            <a:stCxn id="18" idx="3"/>
            <a:endCxn id="22" idx="1"/>
          </p:cNvCxnSpPr>
          <p:nvPr/>
        </p:nvCxnSpPr>
        <p:spPr>
          <a:xfrm>
            <a:off x="9966740" y="2248670"/>
            <a:ext cx="706823" cy="18631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7" name="Straight Arrow Connector 36">
            <a:extLst>
              <a:ext uri="{FF2B5EF4-FFF2-40B4-BE49-F238E27FC236}">
                <a16:creationId xmlns:a16="http://schemas.microsoft.com/office/drawing/2014/main" id="{482698B3-52BB-489E-ACCD-55314AC2B672}"/>
              </a:ext>
            </a:extLst>
          </p:cNvPr>
          <p:cNvCxnSpPr>
            <a:cxnSpLocks/>
            <a:stCxn id="19" idx="3"/>
          </p:cNvCxnSpPr>
          <p:nvPr/>
        </p:nvCxnSpPr>
        <p:spPr>
          <a:xfrm>
            <a:off x="11626344" y="1309323"/>
            <a:ext cx="567424"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8" name="Straight Arrow Connector 37">
            <a:extLst>
              <a:ext uri="{FF2B5EF4-FFF2-40B4-BE49-F238E27FC236}">
                <a16:creationId xmlns:a16="http://schemas.microsoft.com/office/drawing/2014/main" id="{520539FF-C4AB-47F7-B74A-E8BEA15B37DD}"/>
              </a:ext>
            </a:extLst>
          </p:cNvPr>
          <p:cNvCxnSpPr>
            <a:cxnSpLocks/>
            <a:stCxn id="20" idx="3"/>
          </p:cNvCxnSpPr>
          <p:nvPr/>
        </p:nvCxnSpPr>
        <p:spPr>
          <a:xfrm flipV="1">
            <a:off x="11628225" y="1684592"/>
            <a:ext cx="555334" cy="531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881E4FBB-500B-4A48-A435-26A60401AA8A}"/>
              </a:ext>
            </a:extLst>
          </p:cNvPr>
          <p:cNvCxnSpPr>
            <a:cxnSpLocks/>
            <a:stCxn id="21" idx="3"/>
          </p:cNvCxnSpPr>
          <p:nvPr/>
        </p:nvCxnSpPr>
        <p:spPr>
          <a:xfrm>
            <a:off x="11626345" y="2065057"/>
            <a:ext cx="549420"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9A5D1B40-1C0C-4650-98DC-E845DD7F7FCA}"/>
              </a:ext>
            </a:extLst>
          </p:cNvPr>
          <p:cNvCxnSpPr>
            <a:cxnSpLocks/>
            <a:stCxn id="22" idx="3"/>
          </p:cNvCxnSpPr>
          <p:nvPr/>
        </p:nvCxnSpPr>
        <p:spPr>
          <a:xfrm>
            <a:off x="11626345" y="2434989"/>
            <a:ext cx="55721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DAFDF9B0-1199-451D-A3A8-280B50010582}"/>
              </a:ext>
            </a:extLst>
          </p:cNvPr>
          <p:cNvCxnSpPr>
            <a:cxnSpLocks/>
            <a:stCxn id="23" idx="3"/>
            <a:endCxn id="24" idx="1"/>
          </p:cNvCxnSpPr>
          <p:nvPr/>
        </p:nvCxnSpPr>
        <p:spPr>
          <a:xfrm flipV="1">
            <a:off x="5455979" y="2860533"/>
            <a:ext cx="557206" cy="76448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815DC919-FC68-4AC6-9C2D-F1F424E8B5D1}"/>
              </a:ext>
            </a:extLst>
          </p:cNvPr>
          <p:cNvCxnSpPr>
            <a:cxnSpLocks/>
            <a:stCxn id="23" idx="3"/>
            <a:endCxn id="25" idx="1"/>
          </p:cNvCxnSpPr>
          <p:nvPr/>
        </p:nvCxnSpPr>
        <p:spPr>
          <a:xfrm flipV="1">
            <a:off x="5455979" y="3621399"/>
            <a:ext cx="556852" cy="362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1944AF4B-AFB3-47F3-AA7E-B48BB0E4812C}"/>
              </a:ext>
            </a:extLst>
          </p:cNvPr>
          <p:cNvCxnSpPr>
            <a:cxnSpLocks/>
            <a:stCxn id="24" idx="3"/>
          </p:cNvCxnSpPr>
          <p:nvPr/>
        </p:nvCxnSpPr>
        <p:spPr>
          <a:xfrm flipV="1">
            <a:off x="6965966" y="2848601"/>
            <a:ext cx="5188593" cy="1193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44" name="Rectangle 43">
            <a:extLst>
              <a:ext uri="{FF2B5EF4-FFF2-40B4-BE49-F238E27FC236}">
                <a16:creationId xmlns:a16="http://schemas.microsoft.com/office/drawing/2014/main" id="{B38A2F61-0C6E-438B-A660-1DF73E421A5E}"/>
              </a:ext>
            </a:extLst>
          </p:cNvPr>
          <p:cNvSpPr/>
          <p:nvPr/>
        </p:nvSpPr>
        <p:spPr>
          <a:xfrm>
            <a:off x="10676570" y="312457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45" name="Rectangle 44">
            <a:extLst>
              <a:ext uri="{FF2B5EF4-FFF2-40B4-BE49-F238E27FC236}">
                <a16:creationId xmlns:a16="http://schemas.microsoft.com/office/drawing/2014/main" id="{38465FAD-3157-4A4E-BC35-645C9EFF3FDA}"/>
              </a:ext>
            </a:extLst>
          </p:cNvPr>
          <p:cNvSpPr/>
          <p:nvPr/>
        </p:nvSpPr>
        <p:spPr>
          <a:xfrm>
            <a:off x="10674606" y="388471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46" name="Straight Arrow Connector 45">
            <a:extLst>
              <a:ext uri="{FF2B5EF4-FFF2-40B4-BE49-F238E27FC236}">
                <a16:creationId xmlns:a16="http://schemas.microsoft.com/office/drawing/2014/main" id="{B4169F39-ADC8-41DE-9507-5F0F4D0FC769}"/>
              </a:ext>
            </a:extLst>
          </p:cNvPr>
          <p:cNvCxnSpPr>
            <a:cxnSpLocks/>
            <a:stCxn id="25" idx="3"/>
            <a:endCxn id="44" idx="1"/>
          </p:cNvCxnSpPr>
          <p:nvPr/>
        </p:nvCxnSpPr>
        <p:spPr>
          <a:xfrm flipV="1">
            <a:off x="6965613" y="3251883"/>
            <a:ext cx="3710958" cy="36951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7" name="Straight Arrow Connector 46">
            <a:extLst>
              <a:ext uri="{FF2B5EF4-FFF2-40B4-BE49-F238E27FC236}">
                <a16:creationId xmlns:a16="http://schemas.microsoft.com/office/drawing/2014/main" id="{D23A0FE4-A792-4EAA-AE89-2284D5597B64}"/>
              </a:ext>
            </a:extLst>
          </p:cNvPr>
          <p:cNvCxnSpPr>
            <a:cxnSpLocks/>
            <a:stCxn id="25" idx="3"/>
            <a:endCxn id="45" idx="1"/>
          </p:cNvCxnSpPr>
          <p:nvPr/>
        </p:nvCxnSpPr>
        <p:spPr>
          <a:xfrm>
            <a:off x="6965612" y="3621399"/>
            <a:ext cx="3708994" cy="39062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47105FBF-E393-4EF6-8B39-CA9B43410538}"/>
              </a:ext>
            </a:extLst>
          </p:cNvPr>
          <p:cNvCxnSpPr>
            <a:cxnSpLocks/>
            <a:stCxn id="44" idx="3"/>
          </p:cNvCxnSpPr>
          <p:nvPr/>
        </p:nvCxnSpPr>
        <p:spPr>
          <a:xfrm>
            <a:off x="11629352" y="3251883"/>
            <a:ext cx="525208"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49" name="Straight Arrow Connector 48">
            <a:extLst>
              <a:ext uri="{FF2B5EF4-FFF2-40B4-BE49-F238E27FC236}">
                <a16:creationId xmlns:a16="http://schemas.microsoft.com/office/drawing/2014/main" id="{622DC63D-5E25-4303-8371-36871A070E51}"/>
              </a:ext>
            </a:extLst>
          </p:cNvPr>
          <p:cNvCxnSpPr>
            <a:cxnSpLocks/>
            <a:stCxn id="45" idx="3"/>
          </p:cNvCxnSpPr>
          <p:nvPr/>
        </p:nvCxnSpPr>
        <p:spPr>
          <a:xfrm>
            <a:off x="11627388" y="4012025"/>
            <a:ext cx="527172"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50" name="Rectangle 49">
            <a:extLst>
              <a:ext uri="{FF2B5EF4-FFF2-40B4-BE49-F238E27FC236}">
                <a16:creationId xmlns:a16="http://schemas.microsoft.com/office/drawing/2014/main" id="{B644422B-4DE1-4B41-83C5-420D4616A5F3}"/>
              </a:ext>
            </a:extLst>
          </p:cNvPr>
          <p:cNvSpPr/>
          <p:nvPr/>
        </p:nvSpPr>
        <p:spPr>
          <a:xfrm>
            <a:off x="2995292" y="631984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1" name="Rectangle 50">
            <a:extLst>
              <a:ext uri="{FF2B5EF4-FFF2-40B4-BE49-F238E27FC236}">
                <a16:creationId xmlns:a16="http://schemas.microsoft.com/office/drawing/2014/main" id="{901CED4F-99BB-48F7-B1B8-061CD3A87A9E}"/>
              </a:ext>
            </a:extLst>
          </p:cNvPr>
          <p:cNvSpPr/>
          <p:nvPr/>
        </p:nvSpPr>
        <p:spPr>
          <a:xfrm>
            <a:off x="4496504" y="5147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52" name="Rectangle 51">
            <a:extLst>
              <a:ext uri="{FF2B5EF4-FFF2-40B4-BE49-F238E27FC236}">
                <a16:creationId xmlns:a16="http://schemas.microsoft.com/office/drawing/2014/main" id="{56304230-45D0-421F-9D4B-125749E06719}"/>
              </a:ext>
            </a:extLst>
          </p:cNvPr>
          <p:cNvSpPr/>
          <p:nvPr/>
        </p:nvSpPr>
        <p:spPr>
          <a:xfrm>
            <a:off x="6000912" y="468525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53" name="Rectangle 52">
            <a:extLst>
              <a:ext uri="{FF2B5EF4-FFF2-40B4-BE49-F238E27FC236}">
                <a16:creationId xmlns:a16="http://schemas.microsoft.com/office/drawing/2014/main" id="{D9E503AC-43D0-43DB-81DE-2DEC6400219D}"/>
              </a:ext>
            </a:extLst>
          </p:cNvPr>
          <p:cNvSpPr/>
          <p:nvPr/>
        </p:nvSpPr>
        <p:spPr>
          <a:xfrm>
            <a:off x="5992862" y="57590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4" name="Rectangle 53">
            <a:extLst>
              <a:ext uri="{FF2B5EF4-FFF2-40B4-BE49-F238E27FC236}">
                <a16:creationId xmlns:a16="http://schemas.microsoft.com/office/drawing/2014/main" id="{E6E67EF0-09FA-4683-874C-9A78D0025965}"/>
              </a:ext>
            </a:extLst>
          </p:cNvPr>
          <p:cNvSpPr/>
          <p:nvPr/>
        </p:nvSpPr>
        <p:spPr>
          <a:xfrm>
            <a:off x="4486481" y="727584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55" name="Rectangle 54">
            <a:extLst>
              <a:ext uri="{FF2B5EF4-FFF2-40B4-BE49-F238E27FC236}">
                <a16:creationId xmlns:a16="http://schemas.microsoft.com/office/drawing/2014/main" id="{4B758496-3250-4ED5-9199-621003513B5E}"/>
              </a:ext>
            </a:extLst>
          </p:cNvPr>
          <p:cNvSpPr/>
          <p:nvPr/>
        </p:nvSpPr>
        <p:spPr>
          <a:xfrm>
            <a:off x="5996762" y="707097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56" name="Rectangle 55">
            <a:extLst>
              <a:ext uri="{FF2B5EF4-FFF2-40B4-BE49-F238E27FC236}">
                <a16:creationId xmlns:a16="http://schemas.microsoft.com/office/drawing/2014/main" id="{AD0DAF08-6CB0-4C8A-97D6-820FB378F2E4}"/>
              </a:ext>
            </a:extLst>
          </p:cNvPr>
          <p:cNvSpPr/>
          <p:nvPr/>
        </p:nvSpPr>
        <p:spPr>
          <a:xfrm>
            <a:off x="5997833" y="736926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57" name="Rectangle 56">
            <a:extLst>
              <a:ext uri="{FF2B5EF4-FFF2-40B4-BE49-F238E27FC236}">
                <a16:creationId xmlns:a16="http://schemas.microsoft.com/office/drawing/2014/main" id="{065975F4-B9A8-4F22-8575-2878AAD11B96}"/>
              </a:ext>
            </a:extLst>
          </p:cNvPr>
          <p:cNvSpPr/>
          <p:nvPr/>
        </p:nvSpPr>
        <p:spPr>
          <a:xfrm>
            <a:off x="5996761" y="768366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sp>
        <p:nvSpPr>
          <p:cNvPr id="58" name="Rectangle 57">
            <a:extLst>
              <a:ext uri="{FF2B5EF4-FFF2-40B4-BE49-F238E27FC236}">
                <a16:creationId xmlns:a16="http://schemas.microsoft.com/office/drawing/2014/main" id="{308AF8A7-B7E9-4105-AA81-0F6A34F30C78}"/>
              </a:ext>
            </a:extLst>
          </p:cNvPr>
          <p:cNvSpPr/>
          <p:nvPr/>
        </p:nvSpPr>
        <p:spPr>
          <a:xfrm>
            <a:off x="10660503" y="736853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59" name="Rectangle 58">
            <a:extLst>
              <a:ext uri="{FF2B5EF4-FFF2-40B4-BE49-F238E27FC236}">
                <a16:creationId xmlns:a16="http://schemas.microsoft.com/office/drawing/2014/main" id="{6A53D3EF-F6D7-40F1-B395-AE09718ED3DA}"/>
              </a:ext>
            </a:extLst>
          </p:cNvPr>
          <p:cNvSpPr/>
          <p:nvPr/>
        </p:nvSpPr>
        <p:spPr>
          <a:xfrm>
            <a:off x="10663542" y="7676090"/>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60" name="Rectangle 59">
            <a:extLst>
              <a:ext uri="{FF2B5EF4-FFF2-40B4-BE49-F238E27FC236}">
                <a16:creationId xmlns:a16="http://schemas.microsoft.com/office/drawing/2014/main" id="{A5DEC92C-B0F5-4D8D-AA66-814F25F1631E}"/>
              </a:ext>
            </a:extLst>
          </p:cNvPr>
          <p:cNvSpPr/>
          <p:nvPr/>
        </p:nvSpPr>
        <p:spPr>
          <a:xfrm>
            <a:off x="1490180" y="828353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61" name="Rectangle 60">
            <a:extLst>
              <a:ext uri="{FF2B5EF4-FFF2-40B4-BE49-F238E27FC236}">
                <a16:creationId xmlns:a16="http://schemas.microsoft.com/office/drawing/2014/main" id="{71888385-8094-4CE8-8F15-3ED83454D2E5}"/>
              </a:ext>
            </a:extLst>
          </p:cNvPr>
          <p:cNvSpPr/>
          <p:nvPr/>
        </p:nvSpPr>
        <p:spPr>
          <a:xfrm>
            <a:off x="2991394" y="82835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Metrisch</a:t>
            </a:r>
          </a:p>
        </p:txBody>
      </p:sp>
      <p:sp>
        <p:nvSpPr>
          <p:cNvPr id="62" name="Rectangle 61">
            <a:extLst>
              <a:ext uri="{FF2B5EF4-FFF2-40B4-BE49-F238E27FC236}">
                <a16:creationId xmlns:a16="http://schemas.microsoft.com/office/drawing/2014/main" id="{985B99EB-9C58-4B0B-A6FB-4E3192809F01}"/>
              </a:ext>
            </a:extLst>
          </p:cNvPr>
          <p:cNvSpPr/>
          <p:nvPr/>
        </p:nvSpPr>
        <p:spPr>
          <a:xfrm>
            <a:off x="4495648" y="8039877"/>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Eén</a:t>
            </a:r>
          </a:p>
        </p:txBody>
      </p:sp>
      <p:sp>
        <p:nvSpPr>
          <p:cNvPr id="63" name="Rectangle 62">
            <a:extLst>
              <a:ext uri="{FF2B5EF4-FFF2-40B4-BE49-F238E27FC236}">
                <a16:creationId xmlns:a16="http://schemas.microsoft.com/office/drawing/2014/main" id="{AECB4626-384A-48FE-BE16-CD494A0DBF98}"/>
              </a:ext>
            </a:extLst>
          </p:cNvPr>
          <p:cNvSpPr/>
          <p:nvPr/>
        </p:nvSpPr>
        <p:spPr>
          <a:xfrm>
            <a:off x="4492605" y="854981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 of meer</a:t>
            </a:r>
          </a:p>
        </p:txBody>
      </p:sp>
      <p:sp>
        <p:nvSpPr>
          <p:cNvPr id="64" name="Rectangle 63">
            <a:extLst>
              <a:ext uri="{FF2B5EF4-FFF2-40B4-BE49-F238E27FC236}">
                <a16:creationId xmlns:a16="http://schemas.microsoft.com/office/drawing/2014/main" id="{B32DF11A-4006-4748-A297-404DE1F9CDA1}"/>
              </a:ext>
            </a:extLst>
          </p:cNvPr>
          <p:cNvSpPr/>
          <p:nvPr/>
        </p:nvSpPr>
        <p:spPr>
          <a:xfrm>
            <a:off x="6007036" y="8033416"/>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65" name="Rectangle 64">
            <a:extLst>
              <a:ext uri="{FF2B5EF4-FFF2-40B4-BE49-F238E27FC236}">
                <a16:creationId xmlns:a16="http://schemas.microsoft.com/office/drawing/2014/main" id="{D459D32C-AD1F-45CD-A89F-3695050BCFA1}"/>
              </a:ext>
            </a:extLst>
          </p:cNvPr>
          <p:cNvSpPr/>
          <p:nvPr/>
        </p:nvSpPr>
        <p:spPr>
          <a:xfrm>
            <a:off x="6007036" y="840623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Categorisch</a:t>
            </a:r>
          </a:p>
        </p:txBody>
      </p:sp>
      <p:sp>
        <p:nvSpPr>
          <p:cNvPr id="66" name="Rectangle 65">
            <a:extLst>
              <a:ext uri="{FF2B5EF4-FFF2-40B4-BE49-F238E27FC236}">
                <a16:creationId xmlns:a16="http://schemas.microsoft.com/office/drawing/2014/main" id="{22A2FA60-BAA2-4C9E-9976-6276A1F5AF29}"/>
              </a:ext>
            </a:extLst>
          </p:cNvPr>
          <p:cNvSpPr/>
          <p:nvPr/>
        </p:nvSpPr>
        <p:spPr>
          <a:xfrm>
            <a:off x="6000912" y="875555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cxnSp>
        <p:nvCxnSpPr>
          <p:cNvPr id="67" name="Straight Arrow Connector 66">
            <a:extLst>
              <a:ext uri="{FF2B5EF4-FFF2-40B4-BE49-F238E27FC236}">
                <a16:creationId xmlns:a16="http://schemas.microsoft.com/office/drawing/2014/main" id="{F66BC1AC-DE00-4DB4-9FFF-BB24E0FC3388}"/>
              </a:ext>
            </a:extLst>
          </p:cNvPr>
          <p:cNvCxnSpPr>
            <a:cxnSpLocks/>
            <a:stCxn id="50" idx="3"/>
            <a:endCxn id="51" idx="1"/>
          </p:cNvCxnSpPr>
          <p:nvPr/>
        </p:nvCxnSpPr>
        <p:spPr>
          <a:xfrm flipV="1">
            <a:off x="3948074" y="5274727"/>
            <a:ext cx="548430" cy="117242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68" name="Straight Arrow Connector 67">
            <a:extLst>
              <a:ext uri="{FF2B5EF4-FFF2-40B4-BE49-F238E27FC236}">
                <a16:creationId xmlns:a16="http://schemas.microsoft.com/office/drawing/2014/main" id="{A458D58C-EBE9-457B-B5F1-162E5044909D}"/>
              </a:ext>
            </a:extLst>
          </p:cNvPr>
          <p:cNvCxnSpPr>
            <a:cxnSpLocks/>
            <a:stCxn id="50" idx="3"/>
            <a:endCxn id="54" idx="1"/>
          </p:cNvCxnSpPr>
          <p:nvPr/>
        </p:nvCxnSpPr>
        <p:spPr>
          <a:xfrm>
            <a:off x="3948073" y="6447152"/>
            <a:ext cx="538408" cy="95600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69" name="Straight Arrow Connector 68">
            <a:extLst>
              <a:ext uri="{FF2B5EF4-FFF2-40B4-BE49-F238E27FC236}">
                <a16:creationId xmlns:a16="http://schemas.microsoft.com/office/drawing/2014/main" id="{8F7B5D1D-34FD-4376-BFF8-10E79A5F6573}"/>
              </a:ext>
            </a:extLst>
          </p:cNvPr>
          <p:cNvCxnSpPr>
            <a:cxnSpLocks/>
            <a:stCxn id="51" idx="3"/>
            <a:endCxn id="52" idx="1"/>
          </p:cNvCxnSpPr>
          <p:nvPr/>
        </p:nvCxnSpPr>
        <p:spPr>
          <a:xfrm flipV="1">
            <a:off x="5449286" y="4812565"/>
            <a:ext cx="551627" cy="46216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0" name="Straight Arrow Connector 69">
            <a:extLst>
              <a:ext uri="{FF2B5EF4-FFF2-40B4-BE49-F238E27FC236}">
                <a16:creationId xmlns:a16="http://schemas.microsoft.com/office/drawing/2014/main" id="{B46EC9F2-49F3-490B-8BE7-0CA667998221}"/>
              </a:ext>
            </a:extLst>
          </p:cNvPr>
          <p:cNvCxnSpPr>
            <a:cxnSpLocks/>
            <a:stCxn id="51" idx="3"/>
            <a:endCxn id="53" idx="1"/>
          </p:cNvCxnSpPr>
          <p:nvPr/>
        </p:nvCxnSpPr>
        <p:spPr>
          <a:xfrm>
            <a:off x="5449286" y="5274726"/>
            <a:ext cx="543576" cy="611616"/>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71" name="Straight Arrow Connector 70">
            <a:extLst>
              <a:ext uri="{FF2B5EF4-FFF2-40B4-BE49-F238E27FC236}">
                <a16:creationId xmlns:a16="http://schemas.microsoft.com/office/drawing/2014/main" id="{A7C30FC4-B666-447B-807F-F092B3346730}"/>
              </a:ext>
            </a:extLst>
          </p:cNvPr>
          <p:cNvCxnSpPr>
            <a:cxnSpLocks/>
            <a:stCxn id="92" idx="3"/>
          </p:cNvCxnSpPr>
          <p:nvPr/>
        </p:nvCxnSpPr>
        <p:spPr>
          <a:xfrm>
            <a:off x="6945643" y="4433293"/>
            <a:ext cx="5208917"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2" name="Straight Arrow Connector 71">
            <a:extLst>
              <a:ext uri="{FF2B5EF4-FFF2-40B4-BE49-F238E27FC236}">
                <a16:creationId xmlns:a16="http://schemas.microsoft.com/office/drawing/2014/main" id="{054CC0C7-79EC-4399-8768-1A3C0AF1033D}"/>
              </a:ext>
            </a:extLst>
          </p:cNvPr>
          <p:cNvCxnSpPr>
            <a:cxnSpLocks/>
            <a:stCxn id="55" idx="3"/>
          </p:cNvCxnSpPr>
          <p:nvPr/>
        </p:nvCxnSpPr>
        <p:spPr>
          <a:xfrm>
            <a:off x="6949543" y="7198281"/>
            <a:ext cx="5211139"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3" name="Straight Arrow Connector 72">
            <a:extLst>
              <a:ext uri="{FF2B5EF4-FFF2-40B4-BE49-F238E27FC236}">
                <a16:creationId xmlns:a16="http://schemas.microsoft.com/office/drawing/2014/main" id="{CA10B793-566D-4D20-B3EA-0B125063F0EB}"/>
              </a:ext>
            </a:extLst>
          </p:cNvPr>
          <p:cNvCxnSpPr>
            <a:cxnSpLocks/>
            <a:stCxn id="56" idx="3"/>
            <a:endCxn id="58" idx="1"/>
          </p:cNvCxnSpPr>
          <p:nvPr/>
        </p:nvCxnSpPr>
        <p:spPr>
          <a:xfrm flipV="1">
            <a:off x="6950615" y="7495842"/>
            <a:ext cx="3709888" cy="7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4" name="Straight Arrow Connector 73">
            <a:extLst>
              <a:ext uri="{FF2B5EF4-FFF2-40B4-BE49-F238E27FC236}">
                <a16:creationId xmlns:a16="http://schemas.microsoft.com/office/drawing/2014/main" id="{2EE34B8A-C17D-4215-BBCE-9ACB39DD17E1}"/>
              </a:ext>
            </a:extLst>
          </p:cNvPr>
          <p:cNvCxnSpPr>
            <a:cxnSpLocks/>
            <a:stCxn id="57" idx="3"/>
            <a:endCxn id="59" idx="1"/>
          </p:cNvCxnSpPr>
          <p:nvPr/>
        </p:nvCxnSpPr>
        <p:spPr>
          <a:xfrm flipV="1">
            <a:off x="6949543" y="7803400"/>
            <a:ext cx="3713999" cy="757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5" name="Straight Arrow Connector 74">
            <a:extLst>
              <a:ext uri="{FF2B5EF4-FFF2-40B4-BE49-F238E27FC236}">
                <a16:creationId xmlns:a16="http://schemas.microsoft.com/office/drawing/2014/main" id="{6AFBB4FD-D9D9-4DBC-8083-3E76128BDFD0}"/>
              </a:ext>
            </a:extLst>
          </p:cNvPr>
          <p:cNvCxnSpPr>
            <a:cxnSpLocks/>
            <a:stCxn id="64" idx="3"/>
          </p:cNvCxnSpPr>
          <p:nvPr/>
        </p:nvCxnSpPr>
        <p:spPr>
          <a:xfrm>
            <a:off x="6959817" y="8160727"/>
            <a:ext cx="5200866" cy="124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6" name="Straight Arrow Connector 75">
            <a:extLst>
              <a:ext uri="{FF2B5EF4-FFF2-40B4-BE49-F238E27FC236}">
                <a16:creationId xmlns:a16="http://schemas.microsoft.com/office/drawing/2014/main" id="{19327863-622A-4D2D-958A-6A73E65828F5}"/>
              </a:ext>
            </a:extLst>
          </p:cNvPr>
          <p:cNvCxnSpPr>
            <a:cxnSpLocks/>
            <a:stCxn id="65" idx="3"/>
          </p:cNvCxnSpPr>
          <p:nvPr/>
        </p:nvCxnSpPr>
        <p:spPr>
          <a:xfrm flipV="1">
            <a:off x="6959817" y="8521616"/>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7" name="Straight Arrow Connector 76">
            <a:extLst>
              <a:ext uri="{FF2B5EF4-FFF2-40B4-BE49-F238E27FC236}">
                <a16:creationId xmlns:a16="http://schemas.microsoft.com/office/drawing/2014/main" id="{7C4BC1B0-8D09-4AEC-8FF9-2A8D210701B4}"/>
              </a:ext>
            </a:extLst>
          </p:cNvPr>
          <p:cNvCxnSpPr>
            <a:cxnSpLocks/>
            <a:stCxn id="66" idx="3"/>
          </p:cNvCxnSpPr>
          <p:nvPr/>
        </p:nvCxnSpPr>
        <p:spPr>
          <a:xfrm flipV="1">
            <a:off x="6953694" y="8870933"/>
            <a:ext cx="5200866" cy="119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8" name="Straight Arrow Connector 77">
            <a:extLst>
              <a:ext uri="{FF2B5EF4-FFF2-40B4-BE49-F238E27FC236}">
                <a16:creationId xmlns:a16="http://schemas.microsoft.com/office/drawing/2014/main" id="{39999253-11FB-4D85-8E57-6D112A29BC97}"/>
              </a:ext>
            </a:extLst>
          </p:cNvPr>
          <p:cNvCxnSpPr>
            <a:cxnSpLocks/>
            <a:stCxn id="54" idx="3"/>
            <a:endCxn id="55" idx="1"/>
          </p:cNvCxnSpPr>
          <p:nvPr/>
        </p:nvCxnSpPr>
        <p:spPr>
          <a:xfrm flipV="1">
            <a:off x="5439262" y="7198281"/>
            <a:ext cx="557499" cy="20487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79" name="Straight Arrow Connector 78">
            <a:extLst>
              <a:ext uri="{FF2B5EF4-FFF2-40B4-BE49-F238E27FC236}">
                <a16:creationId xmlns:a16="http://schemas.microsoft.com/office/drawing/2014/main" id="{EF3C6B94-58DE-4068-89D5-D62DDBB9AD4B}"/>
              </a:ext>
            </a:extLst>
          </p:cNvPr>
          <p:cNvCxnSpPr>
            <a:cxnSpLocks/>
            <a:stCxn id="54" idx="3"/>
            <a:endCxn id="56" idx="1"/>
          </p:cNvCxnSpPr>
          <p:nvPr/>
        </p:nvCxnSpPr>
        <p:spPr>
          <a:xfrm>
            <a:off x="5439263" y="7403155"/>
            <a:ext cx="558570" cy="9342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0" name="Straight Arrow Connector 79">
            <a:extLst>
              <a:ext uri="{FF2B5EF4-FFF2-40B4-BE49-F238E27FC236}">
                <a16:creationId xmlns:a16="http://schemas.microsoft.com/office/drawing/2014/main" id="{5293EFDC-09C3-4C0C-AAC5-9C73BBD0EBC3}"/>
              </a:ext>
            </a:extLst>
          </p:cNvPr>
          <p:cNvCxnSpPr>
            <a:cxnSpLocks/>
            <a:stCxn id="54" idx="3"/>
            <a:endCxn id="57" idx="1"/>
          </p:cNvCxnSpPr>
          <p:nvPr/>
        </p:nvCxnSpPr>
        <p:spPr>
          <a:xfrm>
            <a:off x="5439263" y="7403155"/>
            <a:ext cx="557498" cy="40782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1" name="Straight Arrow Connector 80">
            <a:extLst>
              <a:ext uri="{FF2B5EF4-FFF2-40B4-BE49-F238E27FC236}">
                <a16:creationId xmlns:a16="http://schemas.microsoft.com/office/drawing/2014/main" id="{25F1D0FF-EB60-4D63-9E7B-3CAADBD2844F}"/>
              </a:ext>
            </a:extLst>
          </p:cNvPr>
          <p:cNvCxnSpPr>
            <a:cxnSpLocks/>
            <a:stCxn id="62" idx="3"/>
            <a:endCxn id="64" idx="1"/>
          </p:cNvCxnSpPr>
          <p:nvPr/>
        </p:nvCxnSpPr>
        <p:spPr>
          <a:xfrm flipV="1">
            <a:off x="5448429" y="8160726"/>
            <a:ext cx="558606" cy="646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2" name="Straight Arrow Connector 81">
            <a:extLst>
              <a:ext uri="{FF2B5EF4-FFF2-40B4-BE49-F238E27FC236}">
                <a16:creationId xmlns:a16="http://schemas.microsoft.com/office/drawing/2014/main" id="{21382894-DCD5-4DB3-A118-700DB7D0450D}"/>
              </a:ext>
            </a:extLst>
          </p:cNvPr>
          <p:cNvCxnSpPr>
            <a:cxnSpLocks/>
            <a:stCxn id="63" idx="3"/>
            <a:endCxn id="65" idx="1"/>
          </p:cNvCxnSpPr>
          <p:nvPr/>
        </p:nvCxnSpPr>
        <p:spPr>
          <a:xfrm flipV="1">
            <a:off x="5445386" y="8533548"/>
            <a:ext cx="561649" cy="14358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3" name="Straight Arrow Connector 82">
            <a:extLst>
              <a:ext uri="{FF2B5EF4-FFF2-40B4-BE49-F238E27FC236}">
                <a16:creationId xmlns:a16="http://schemas.microsoft.com/office/drawing/2014/main" id="{1B7E3A95-B1A7-4652-A777-3F35D04F13D0}"/>
              </a:ext>
            </a:extLst>
          </p:cNvPr>
          <p:cNvCxnSpPr>
            <a:cxnSpLocks/>
            <a:stCxn id="63" idx="3"/>
            <a:endCxn id="66" idx="1"/>
          </p:cNvCxnSpPr>
          <p:nvPr/>
        </p:nvCxnSpPr>
        <p:spPr>
          <a:xfrm>
            <a:off x="5445386" y="8677128"/>
            <a:ext cx="555526" cy="20573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4" name="Straight Arrow Connector 83">
            <a:extLst>
              <a:ext uri="{FF2B5EF4-FFF2-40B4-BE49-F238E27FC236}">
                <a16:creationId xmlns:a16="http://schemas.microsoft.com/office/drawing/2014/main" id="{A7A925A2-C39B-49E6-9B80-A29B717BA1FB}"/>
              </a:ext>
            </a:extLst>
          </p:cNvPr>
          <p:cNvCxnSpPr>
            <a:cxnSpLocks/>
            <a:stCxn id="60" idx="3"/>
            <a:endCxn id="61" idx="1"/>
          </p:cNvCxnSpPr>
          <p:nvPr/>
        </p:nvCxnSpPr>
        <p:spPr>
          <a:xfrm>
            <a:off x="2442962" y="8410845"/>
            <a:ext cx="548432"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5" name="Straight Arrow Connector 84">
            <a:extLst>
              <a:ext uri="{FF2B5EF4-FFF2-40B4-BE49-F238E27FC236}">
                <a16:creationId xmlns:a16="http://schemas.microsoft.com/office/drawing/2014/main" id="{91233978-DD2F-48D1-B891-1EDE2E6AB672}"/>
              </a:ext>
            </a:extLst>
          </p:cNvPr>
          <p:cNvCxnSpPr>
            <a:cxnSpLocks/>
            <a:stCxn id="61" idx="3"/>
            <a:endCxn id="62" idx="1"/>
          </p:cNvCxnSpPr>
          <p:nvPr/>
        </p:nvCxnSpPr>
        <p:spPr>
          <a:xfrm flipV="1">
            <a:off x="3944175" y="8167188"/>
            <a:ext cx="551473" cy="243658"/>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6" name="Straight Arrow Connector 85">
            <a:extLst>
              <a:ext uri="{FF2B5EF4-FFF2-40B4-BE49-F238E27FC236}">
                <a16:creationId xmlns:a16="http://schemas.microsoft.com/office/drawing/2014/main" id="{EBBCAC1D-EDA6-4562-977E-E49B134496BD}"/>
              </a:ext>
            </a:extLst>
          </p:cNvPr>
          <p:cNvCxnSpPr>
            <a:cxnSpLocks/>
            <a:stCxn id="61" idx="3"/>
            <a:endCxn id="63" idx="1"/>
          </p:cNvCxnSpPr>
          <p:nvPr/>
        </p:nvCxnSpPr>
        <p:spPr>
          <a:xfrm>
            <a:off x="3944175" y="8410845"/>
            <a:ext cx="548430" cy="26628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7" name="Straight Arrow Connector 86">
            <a:extLst>
              <a:ext uri="{FF2B5EF4-FFF2-40B4-BE49-F238E27FC236}">
                <a16:creationId xmlns:a16="http://schemas.microsoft.com/office/drawing/2014/main" id="{C5D190C3-81A3-4077-B335-B3E487EFA780}"/>
              </a:ext>
            </a:extLst>
          </p:cNvPr>
          <p:cNvCxnSpPr>
            <a:cxnSpLocks/>
            <a:stCxn id="58" idx="3"/>
          </p:cNvCxnSpPr>
          <p:nvPr/>
        </p:nvCxnSpPr>
        <p:spPr>
          <a:xfrm flipV="1">
            <a:off x="11613284" y="7494078"/>
            <a:ext cx="547399" cy="176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8" name="Straight Arrow Connector 87">
            <a:extLst>
              <a:ext uri="{FF2B5EF4-FFF2-40B4-BE49-F238E27FC236}">
                <a16:creationId xmlns:a16="http://schemas.microsoft.com/office/drawing/2014/main" id="{AFFBD7B7-BBFD-49D2-BBDF-0F75A5180039}"/>
              </a:ext>
            </a:extLst>
          </p:cNvPr>
          <p:cNvCxnSpPr>
            <a:cxnSpLocks/>
            <a:stCxn id="59" idx="3"/>
          </p:cNvCxnSpPr>
          <p:nvPr/>
        </p:nvCxnSpPr>
        <p:spPr>
          <a:xfrm>
            <a:off x="11616323" y="7803400"/>
            <a:ext cx="544360"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89" name="Straight Arrow Connector 88">
            <a:extLst>
              <a:ext uri="{FF2B5EF4-FFF2-40B4-BE49-F238E27FC236}">
                <a16:creationId xmlns:a16="http://schemas.microsoft.com/office/drawing/2014/main" id="{DB1E8405-EC5F-434A-9FBC-362021D762FA}"/>
              </a:ext>
            </a:extLst>
          </p:cNvPr>
          <p:cNvCxnSpPr>
            <a:cxnSpLocks/>
            <a:stCxn id="12" idx="2"/>
            <a:endCxn id="50" idx="0"/>
          </p:cNvCxnSpPr>
          <p:nvPr/>
        </p:nvCxnSpPr>
        <p:spPr>
          <a:xfrm>
            <a:off x="1970469" y="4261287"/>
            <a:ext cx="1501214" cy="2058555"/>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graphicFrame>
        <p:nvGraphicFramePr>
          <p:cNvPr id="91" name="Table 90">
            <a:extLst>
              <a:ext uri="{FF2B5EF4-FFF2-40B4-BE49-F238E27FC236}">
                <a16:creationId xmlns:a16="http://schemas.microsoft.com/office/drawing/2014/main" id="{3CFB8AB4-FEFB-4A84-B384-AEC2F695BE45}"/>
              </a:ext>
            </a:extLst>
          </p:cNvPr>
          <p:cNvGraphicFramePr>
            <a:graphicFrameLocks noGrp="1"/>
          </p:cNvGraphicFramePr>
          <p:nvPr/>
        </p:nvGraphicFramePr>
        <p:xfrm>
          <a:off x="12188847" y="252569"/>
          <a:ext cx="3865996" cy="8887401"/>
        </p:xfrm>
        <a:graphic>
          <a:graphicData uri="http://schemas.openxmlformats.org/drawingml/2006/table">
            <a:tbl>
              <a:tblPr firstRow="1" bandRow="1">
                <a:tableStyleId>{5C22544A-7EE6-4342-B048-85BDC9FD1C3A}</a:tableStyleId>
              </a:tblPr>
              <a:tblGrid>
                <a:gridCol w="1996829">
                  <a:extLst>
                    <a:ext uri="{9D8B030D-6E8A-4147-A177-3AD203B41FA5}">
                      <a16:colId xmlns:a16="http://schemas.microsoft.com/office/drawing/2014/main" val="330647270"/>
                    </a:ext>
                  </a:extLst>
                </a:gridCol>
                <a:gridCol w="1869167">
                  <a:extLst>
                    <a:ext uri="{9D8B030D-6E8A-4147-A177-3AD203B41FA5}">
                      <a16:colId xmlns:a16="http://schemas.microsoft.com/office/drawing/2014/main" val="1448204881"/>
                    </a:ext>
                  </a:extLst>
                </a:gridCol>
              </a:tblGrid>
              <a:tr h="284958">
                <a:tc>
                  <a:txBody>
                    <a:bodyPr/>
                    <a:lstStyle/>
                    <a:p>
                      <a:r>
                        <a:rPr lang="nl-BE" sz="900" dirty="0"/>
                        <a:t>Assumpties voldaan</a:t>
                      </a:r>
                    </a:p>
                  </a:txBody>
                  <a:tcPr marL="95484" marR="95484" marT="47743" marB="47743"/>
                </a:tc>
                <a:tc>
                  <a:txBody>
                    <a:bodyPr/>
                    <a:lstStyle/>
                    <a:p>
                      <a:r>
                        <a:rPr lang="nl-BE" sz="900" dirty="0"/>
                        <a:t>Assumpties niet voldaan</a:t>
                      </a:r>
                    </a:p>
                  </a:txBody>
                  <a:tcPr marL="95484" marR="95484" marT="47743" marB="47743"/>
                </a:tc>
                <a:extLst>
                  <a:ext uri="{0D108BD9-81ED-4DB2-BD59-A6C34878D82A}">
                    <a16:rowId xmlns:a16="http://schemas.microsoft.com/office/drawing/2014/main" val="888959899"/>
                  </a:ext>
                </a:extLst>
              </a:tr>
              <a:tr h="560507">
                <a:tc>
                  <a:txBody>
                    <a:bodyPr/>
                    <a:lstStyle/>
                    <a:p>
                      <a:pPr marL="171450" indent="-171450">
                        <a:buFont typeface="Arial" panose="020B0604020202020204" pitchFamily="34" charset="0"/>
                        <a:buChar char="•"/>
                      </a:pPr>
                      <a:r>
                        <a:rPr lang="nl-BE" sz="900" dirty="0"/>
                        <a:t>Enkelvoudige lineaire regressie</a:t>
                      </a:r>
                    </a:p>
                    <a:p>
                      <a:pPr marL="171450" indent="-171450">
                        <a:buFont typeface="Arial" panose="020B0604020202020204" pitchFamily="34" charset="0"/>
                        <a:buChar char="•"/>
                      </a:pPr>
                      <a:r>
                        <a:rPr lang="nl-BE" sz="900" dirty="0"/>
                        <a:t>Pearson correlatietoets</a:t>
                      </a:r>
                    </a:p>
                  </a:txBody>
                  <a:tcPr marL="95484" marR="95484" marT="47743" marB="47743"/>
                </a:tc>
                <a:tc>
                  <a:txBody>
                    <a:bodyPr/>
                    <a:lstStyle/>
                    <a:p>
                      <a:pPr marL="171450" indent="-171450">
                        <a:buFont typeface="Arial" panose="020B0604020202020204" pitchFamily="34" charset="0"/>
                        <a:buChar char="•"/>
                      </a:pPr>
                      <a:r>
                        <a:rPr lang="nl-BE" sz="900" dirty="0"/>
                        <a:t>Bootstrap regressie</a:t>
                      </a:r>
                    </a:p>
                    <a:p>
                      <a:pPr marL="171450" indent="-171450">
                        <a:buFont typeface="Arial" panose="020B0604020202020204" pitchFamily="34" charset="0"/>
                        <a:buChar char="•"/>
                      </a:pPr>
                      <a:r>
                        <a:rPr lang="nl-BE" sz="900" dirty="0" err="1"/>
                        <a:t>Spearman</a:t>
                      </a:r>
                      <a:r>
                        <a:rPr lang="nl-BE" sz="900" dirty="0"/>
                        <a:t> rangcorrelatietoets</a:t>
                      </a:r>
                    </a:p>
                    <a:p>
                      <a:pPr marL="171450" indent="-171450">
                        <a:buFont typeface="Arial" panose="020B0604020202020204" pitchFamily="34" charset="0"/>
                        <a:buChar char="•"/>
                      </a:pPr>
                      <a:r>
                        <a:rPr lang="nl-BE" sz="900" dirty="0" err="1"/>
                        <a:t>Kendall’s</a:t>
                      </a:r>
                      <a:r>
                        <a:rPr lang="nl-BE" sz="900" dirty="0"/>
                        <a:t> </a:t>
                      </a:r>
                      <a:r>
                        <a:rPr lang="nl-BE" sz="900" dirty="0" err="1"/>
                        <a:t>Tau</a:t>
                      </a:r>
                      <a:r>
                        <a:rPr lang="nl-BE" sz="900" dirty="0"/>
                        <a:t> correlatietoets</a:t>
                      </a:r>
                    </a:p>
                  </a:txBody>
                  <a:tcPr marL="95484" marR="95484" marT="47743" marB="47743"/>
                </a:tc>
                <a:extLst>
                  <a:ext uri="{0D108BD9-81ED-4DB2-BD59-A6C34878D82A}">
                    <a16:rowId xmlns:a16="http://schemas.microsoft.com/office/drawing/2014/main" val="2977589819"/>
                  </a:ext>
                </a:extLst>
              </a:tr>
              <a:tr h="388340">
                <a:tc>
                  <a:txBody>
                    <a:bodyPr/>
                    <a:lstStyle/>
                    <a:p>
                      <a:pPr marL="171450" indent="-171450">
                        <a:buFont typeface="Arial" panose="020B0604020202020204" pitchFamily="34" charset="0"/>
                        <a:buChar char="•"/>
                      </a:pPr>
                      <a:r>
                        <a:rPr lang="nl-BE" sz="900" dirty="0"/>
                        <a:t>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Wilcoxon rangtekentoets</a:t>
                      </a:r>
                    </a:p>
                  </a:txBody>
                  <a:tcPr marL="95484" marR="95484" marT="47743" marB="47743"/>
                </a:tc>
                <a:extLst>
                  <a:ext uri="{0D108BD9-81ED-4DB2-BD59-A6C34878D82A}">
                    <a16:rowId xmlns:a16="http://schemas.microsoft.com/office/drawing/2014/main" val="1954769090"/>
                  </a:ext>
                </a:extLst>
              </a:tr>
              <a:tr h="388340">
                <a:tc>
                  <a:txBody>
                    <a:bodyPr/>
                    <a:lstStyle/>
                    <a:p>
                      <a:pPr marL="171450" indent="-171450">
                        <a:buFont typeface="Arial" panose="020B0604020202020204" pitchFamily="34" charset="0"/>
                        <a:buChar char="•"/>
                      </a:pPr>
                      <a:r>
                        <a:rPr lang="nl-BE" sz="900" dirty="0"/>
                        <a:t>Onafhankelijke t-toets</a:t>
                      </a: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t-toets</a:t>
                      </a:r>
                    </a:p>
                    <a:p>
                      <a:pPr marL="171450" indent="-171450">
                        <a:buFont typeface="Arial" panose="020B0604020202020204" pitchFamily="34" charset="0"/>
                        <a:buChar char="•"/>
                      </a:pPr>
                      <a:r>
                        <a:rPr lang="nl-BE" sz="900" dirty="0"/>
                        <a:t>Mann-</a:t>
                      </a:r>
                      <a:r>
                        <a:rPr lang="nl-BE" sz="900" dirty="0" err="1"/>
                        <a:t>Whitney</a:t>
                      </a:r>
                      <a:r>
                        <a:rPr lang="nl-BE" sz="900" dirty="0"/>
                        <a:t> toets</a:t>
                      </a:r>
                    </a:p>
                  </a:txBody>
                  <a:tcPr marL="95484" marR="95484" marT="47743" marB="47743"/>
                </a:tc>
                <a:extLst>
                  <a:ext uri="{0D108BD9-81ED-4DB2-BD59-A6C34878D82A}">
                    <a16:rowId xmlns:a16="http://schemas.microsoft.com/office/drawing/2014/main" val="2173673390"/>
                  </a:ext>
                </a:extLst>
              </a:tr>
              <a:tr h="388340">
                <a:tc>
                  <a:txBody>
                    <a:bodyPr/>
                    <a:lstStyle/>
                    <a:p>
                      <a:pPr marL="171450" indent="-171450">
                        <a:buFont typeface="Arial" panose="020B0604020202020204" pitchFamily="34" charset="0"/>
                        <a:buChar char="•"/>
                      </a:pPr>
                      <a:r>
                        <a:rPr lang="nl-BE" sz="900" dirty="0"/>
                        <a:t>One-way repeated measures ANOVA</a:t>
                      </a:r>
                    </a:p>
                  </a:txBody>
                  <a:tcPr marL="95484" marR="95484" marT="47743" marB="47743"/>
                </a:tc>
                <a:tc>
                  <a:txBody>
                    <a:bodyPr/>
                    <a:lstStyle/>
                    <a:p>
                      <a:pPr marL="171450" indent="-171450">
                        <a:buFont typeface="Arial" panose="020B0604020202020204" pitchFamily="34" charset="0"/>
                        <a:buChar char="•"/>
                      </a:pPr>
                      <a:r>
                        <a:rPr lang="nl-BE" sz="900" dirty="0"/>
                        <a:t>Friedman toets</a:t>
                      </a:r>
                    </a:p>
                  </a:txBody>
                  <a:tcPr marL="95484" marR="95484" marT="47743" marB="47743"/>
                </a:tc>
                <a:extLst>
                  <a:ext uri="{0D108BD9-81ED-4DB2-BD59-A6C34878D82A}">
                    <a16:rowId xmlns:a16="http://schemas.microsoft.com/office/drawing/2014/main" val="130149893"/>
                  </a:ext>
                </a:extLst>
              </a:tr>
              <a:tr h="388340">
                <a:tc>
                  <a:txBody>
                    <a:bodyPr/>
                    <a:lstStyle/>
                    <a:p>
                      <a:pPr marL="171450" indent="-171450">
                        <a:buFont typeface="Arial" panose="020B0604020202020204" pitchFamily="34" charset="0"/>
                        <a:buChar char="•"/>
                      </a:pPr>
                      <a:r>
                        <a:rPr lang="nl-BE" sz="900" dirty="0"/>
                        <a:t>One-way independent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Kruskal</a:t>
                      </a:r>
                      <a:r>
                        <a:rPr lang="nl-BE" sz="900" dirty="0"/>
                        <a:t>-Wallis toets</a:t>
                      </a:r>
                    </a:p>
                  </a:txBody>
                  <a:tcPr marL="95484" marR="95484" marT="47743" marB="47743"/>
                </a:tc>
                <a:extLst>
                  <a:ext uri="{0D108BD9-81ED-4DB2-BD59-A6C34878D82A}">
                    <a16:rowId xmlns:a16="http://schemas.microsoft.com/office/drawing/2014/main" val="2117315973"/>
                  </a:ext>
                </a:extLst>
              </a:tr>
              <a:tr h="386671">
                <a:tc>
                  <a:txBody>
                    <a:bodyPr/>
                    <a:lstStyle/>
                    <a:p>
                      <a:pPr marL="171450" indent="-171450">
                        <a:buFont typeface="Arial" panose="020B0604020202020204" pitchFamily="34" charset="0"/>
                        <a:buChar char="•"/>
                      </a:pPr>
                      <a:r>
                        <a:rPr lang="nl-BE" sz="900" dirty="0"/>
                        <a:t>Meervoudige lineaire regressie</a:t>
                      </a:r>
                    </a:p>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Partiële correlatietoets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2174757889"/>
                  </a:ext>
                </a:extLst>
              </a:tr>
              <a:tr h="388340">
                <a:tc>
                  <a:txBody>
                    <a:bodyPr/>
                    <a:lstStyle/>
                    <a:p>
                      <a:pPr marL="171450" indent="-171450">
                        <a:buFont typeface="Arial" panose="020B0604020202020204" pitchFamily="34" charset="0"/>
                        <a:buChar char="•"/>
                      </a:pPr>
                      <a:r>
                        <a:rPr lang="nl-BE" sz="900" dirty="0"/>
                        <a:t>Factorial repeated measures ANOVA</a:t>
                      </a:r>
                      <a:endParaRPr lang="nl-BE" sz="900" dirty="0">
                        <a:solidFill>
                          <a:schemeClr val="tx1"/>
                        </a:solidFill>
                      </a:endParaRPr>
                    </a:p>
                  </a:txBody>
                  <a:tcPr marL="95484" marR="95484" marT="47743" marB="47743"/>
                </a:tc>
                <a:tc>
                  <a:txBody>
                    <a:bodyPr/>
                    <a:lstStyle/>
                    <a:p>
                      <a:pPr marL="0" indent="0">
                        <a:buFont typeface="Arial" panose="020B0604020202020204" pitchFamily="34" charset="0"/>
                        <a:buNone/>
                      </a:pPr>
                      <a:endParaRPr lang="nl-BE" sz="900" dirty="0"/>
                    </a:p>
                  </a:txBody>
                  <a:tcPr marL="95484" marR="95484" marT="47743" marB="47743"/>
                </a:tc>
                <a:extLst>
                  <a:ext uri="{0D108BD9-81ED-4DB2-BD59-A6C34878D82A}">
                    <a16:rowId xmlns:a16="http://schemas.microsoft.com/office/drawing/2014/main" val="1728751502"/>
                  </a:ext>
                </a:extLst>
              </a:tr>
              <a:tr h="397423">
                <a:tc>
                  <a:txBody>
                    <a:bodyPr/>
                    <a:lstStyle/>
                    <a:p>
                      <a:pPr marL="171450" indent="-171450">
                        <a:buFont typeface="Arial" panose="020B0604020202020204" pitchFamily="34" charset="0"/>
                        <a:buChar char="•"/>
                      </a:pPr>
                      <a:r>
                        <a:rPr lang="nl-BE" sz="900" dirty="0" err="1"/>
                        <a:t>Two</a:t>
                      </a:r>
                      <a:r>
                        <a:rPr lang="nl-BE" sz="900" dirty="0"/>
                        <a:t>-way mixed ANOVA</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942875459"/>
                  </a:ext>
                </a:extLst>
              </a:tr>
              <a:tr h="460435">
                <a:tc>
                  <a:txBody>
                    <a:bodyPr/>
                    <a:lstStyle/>
                    <a:p>
                      <a:pPr marL="171450" indent="-171450">
                        <a:buFont typeface="Arial" panose="020B0604020202020204" pitchFamily="34" charset="0"/>
                        <a:buChar char="•"/>
                      </a:pPr>
                      <a:r>
                        <a:rPr lang="nl-BE" sz="900" dirty="0"/>
                        <a:t>Factorial independent ANOVA</a:t>
                      </a:r>
                    </a:p>
                    <a:p>
                      <a:pPr marL="171450" indent="-171450">
                        <a:buFont typeface="Arial" panose="020B0604020202020204" pitchFamily="34" charset="0"/>
                        <a:buChar char="•"/>
                      </a:pPr>
                      <a:r>
                        <a:rPr lang="nl-BE" sz="900" dirty="0"/>
                        <a:t>Meervoudige lineaire regressie</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Bootstrapped</a:t>
                      </a:r>
                      <a:r>
                        <a:rPr lang="nl-BE" sz="900" dirty="0"/>
                        <a:t> regressie</a:t>
                      </a:r>
                    </a:p>
                  </a:txBody>
                  <a:tcPr marL="95484" marR="95484" marT="47743" marB="47743"/>
                </a:tc>
                <a:extLst>
                  <a:ext uri="{0D108BD9-81ED-4DB2-BD59-A6C34878D82A}">
                    <a16:rowId xmlns:a16="http://schemas.microsoft.com/office/drawing/2014/main" val="1610346840"/>
                  </a:ext>
                </a:extLst>
              </a:tr>
              <a:tr h="388340">
                <a:tc>
                  <a:txBody>
                    <a:bodyPr/>
                    <a:lstStyle/>
                    <a:p>
                      <a:pPr marL="171450" indent="-171450">
                        <a:buFont typeface="Arial" panose="020B0604020202020204" pitchFamily="34" charset="0"/>
                        <a:buChar char="•"/>
                      </a:pPr>
                      <a:r>
                        <a:rPr lang="nl-BE" sz="900" dirty="0"/>
                        <a:t>Meervoudige lineaire regressie</a:t>
                      </a:r>
                    </a:p>
                    <a:p>
                      <a:pPr marL="171450" indent="-171450">
                        <a:buFont typeface="Arial" panose="020B0604020202020204" pitchFamily="34" charset="0"/>
                        <a:buChar char="•"/>
                      </a:pPr>
                      <a:r>
                        <a:rPr lang="nl-BE" sz="900" dirty="0"/>
                        <a:t>ANCOVA</a:t>
                      </a:r>
                      <a:endParaRPr lang="nl-BE" sz="900" dirty="0">
                        <a:solidFill>
                          <a:schemeClr val="tx1"/>
                        </a:solidFill>
                      </a:endParaRPr>
                    </a:p>
                  </a:txBody>
                  <a:tcPr marL="95484" marR="95484" marT="47743" marB="47743"/>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Bootstrapped</a:t>
                      </a:r>
                      <a:r>
                        <a:rPr lang="nl-BE" sz="900" dirty="0"/>
                        <a:t> regressie</a:t>
                      </a:r>
                    </a:p>
                    <a:p>
                      <a:pPr marL="171450" indent="-171450">
                        <a:buFont typeface="Arial" panose="020B0604020202020204" pitchFamily="34" charset="0"/>
                        <a:buChar char="•"/>
                      </a:pPr>
                      <a:endParaRPr lang="nl-BE" sz="900" dirty="0"/>
                    </a:p>
                  </a:txBody>
                  <a:tcPr marL="95484" marR="95484" marT="47743" marB="47743"/>
                </a:tc>
                <a:extLst>
                  <a:ext uri="{0D108BD9-81ED-4DB2-BD59-A6C34878D82A}">
                    <a16:rowId xmlns:a16="http://schemas.microsoft.com/office/drawing/2014/main" val="2849837734"/>
                  </a:ext>
                </a:extLst>
              </a:tr>
              <a:tr h="383583">
                <a:tc>
                  <a:txBody>
                    <a:bodyPr/>
                    <a:lstStyle/>
                    <a:p>
                      <a:pPr marL="171450" indent="-171450">
                        <a:buFont typeface="Arial" panose="020B0604020202020204" pitchFamily="34" charset="0"/>
                        <a:buChar char="•"/>
                      </a:pPr>
                      <a:r>
                        <a:rPr lang="nl-BE" sz="900" dirty="0"/>
                        <a:t>Logistische regressie</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pPr marL="171450" marR="0" lvl="0" indent="-171450" algn="l" defTabSz="1247973"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err="1"/>
                        <a:t>Kendall’s</a:t>
                      </a:r>
                      <a:r>
                        <a:rPr lang="nl-BE" sz="900" dirty="0"/>
                        <a:t> </a:t>
                      </a:r>
                      <a:r>
                        <a:rPr lang="nl-BE" sz="900" dirty="0" err="1"/>
                        <a:t>Tau</a:t>
                      </a:r>
                      <a:r>
                        <a:rPr lang="nl-BE" sz="900" dirty="0"/>
                        <a:t> correlatietoets</a:t>
                      </a:r>
                    </a:p>
                    <a:p>
                      <a:endParaRPr lang="nl-BE" sz="900" dirty="0"/>
                    </a:p>
                  </a:txBody>
                  <a:tcPr marL="95484" marR="95484" marT="47743" marB="47743"/>
                </a:tc>
                <a:extLst>
                  <a:ext uri="{0D108BD9-81ED-4DB2-BD59-A6C34878D82A}">
                    <a16:rowId xmlns:a16="http://schemas.microsoft.com/office/drawing/2014/main" val="669987252"/>
                  </a:ext>
                </a:extLst>
              </a:tr>
              <a:tr h="388340">
                <a:tc>
                  <a:txBody>
                    <a:bodyPr/>
                    <a:lstStyle/>
                    <a:p>
                      <a:pPr marL="171450" indent="-171450">
                        <a:buFont typeface="Arial" panose="020B0604020202020204" pitchFamily="34" charset="0"/>
                        <a:buChar char="•"/>
                      </a:pPr>
                      <a:r>
                        <a:rPr lang="nl-BE" sz="900" dirty="0"/>
                        <a:t>Mc </a:t>
                      </a:r>
                      <a:r>
                        <a:rPr lang="nl-BE" sz="900" dirty="0" err="1"/>
                        <a:t>Nemar‘s</a:t>
                      </a:r>
                      <a:r>
                        <a:rPr lang="nl-BE" sz="900" dirty="0"/>
                        <a:t> toets (2 = groepen)</a:t>
                      </a:r>
                    </a:p>
                    <a:p>
                      <a:pPr marL="171450" indent="-171450">
                        <a:buFont typeface="Arial" panose="020B0604020202020204" pitchFamily="34" charset="0"/>
                        <a:buChar char="•"/>
                      </a:pPr>
                      <a:r>
                        <a:rPr lang="nl-BE" sz="900" dirty="0" err="1"/>
                        <a:t>Cochran’s</a:t>
                      </a:r>
                      <a:r>
                        <a:rPr lang="nl-BE" sz="900" dirty="0"/>
                        <a:t> Q ( &gt;2 = groepen)</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453719200"/>
                  </a:ext>
                </a:extLst>
              </a:tr>
              <a:tr h="315005">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BE" sz="900" dirty="0"/>
                        <a:t>Chi-kwadraat toets</a:t>
                      </a:r>
                      <a:endParaRPr lang="nl-BE" sz="900" dirty="0">
                        <a:solidFill>
                          <a:schemeClr val="tx1"/>
                        </a:solidFill>
                      </a:endParaRPr>
                    </a:p>
                  </a:txBody>
                  <a:tcPr marL="95484" marR="95484" marT="47743" marB="47743"/>
                </a:tc>
                <a:tc>
                  <a:txBody>
                    <a:bodyPr/>
                    <a:lstStyle/>
                    <a:p>
                      <a:pPr marL="171450" indent="-171450">
                        <a:buFont typeface="Arial" panose="020B0604020202020204" pitchFamily="34" charset="0"/>
                        <a:buChar char="•"/>
                      </a:pPr>
                      <a:r>
                        <a:rPr lang="nl-BE" sz="900" dirty="0" err="1"/>
                        <a:t>Fisher’s</a:t>
                      </a:r>
                      <a:r>
                        <a:rPr lang="nl-BE" sz="900" dirty="0"/>
                        <a:t> Exact toets</a:t>
                      </a:r>
                    </a:p>
                  </a:txBody>
                  <a:tcPr marL="95484" marR="95484" marT="47743" marB="47743"/>
                </a:tc>
                <a:extLst>
                  <a:ext uri="{0D108BD9-81ED-4DB2-BD59-A6C34878D82A}">
                    <a16:rowId xmlns:a16="http://schemas.microsoft.com/office/drawing/2014/main" val="3143618597"/>
                  </a:ext>
                </a:extLst>
              </a:tr>
              <a:tr h="295752">
                <a:tc>
                  <a:txBody>
                    <a:bodyPr/>
                    <a:lstStyle/>
                    <a:p>
                      <a:pPr marL="171450" indent="-171450">
                        <a:buFont typeface="Arial" panose="020B0604020202020204" pitchFamily="34" charset="0"/>
                        <a:buChar char="•"/>
                      </a:pPr>
                      <a:r>
                        <a:rPr lang="nl-BE" sz="900" dirty="0"/>
                        <a:t>Wilcoxon rangtekentoets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2810806693"/>
                  </a:ext>
                </a:extLst>
              </a:tr>
              <a:tr h="353076">
                <a:tc>
                  <a:txBody>
                    <a:bodyPr/>
                    <a:lstStyle/>
                    <a:p>
                      <a:pPr marL="171450" indent="-171450">
                        <a:buFont typeface="Arial" panose="020B0604020202020204" pitchFamily="34" charset="0"/>
                        <a:buChar char="•"/>
                      </a:pPr>
                      <a:r>
                        <a:rPr lang="nl-BE" sz="900" dirty="0"/>
                        <a:t>Mann-</a:t>
                      </a:r>
                      <a:r>
                        <a:rPr lang="nl-BE" sz="900" dirty="0" err="1"/>
                        <a:t>Whitney</a:t>
                      </a:r>
                      <a:r>
                        <a:rPr lang="nl-BE" sz="900" dirty="0"/>
                        <a:t> toets </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541950377"/>
                  </a:ext>
                </a:extLst>
              </a:tr>
              <a:tr h="295752">
                <a:tc>
                  <a:txBody>
                    <a:bodyPr/>
                    <a:lstStyle/>
                    <a:p>
                      <a:pPr marL="171450" indent="-171450">
                        <a:buFont typeface="Arial" panose="020B0604020202020204" pitchFamily="34" charset="0"/>
                        <a:buChar char="•"/>
                      </a:pPr>
                      <a:r>
                        <a:rPr lang="nl-BE" sz="900" dirty="0"/>
                        <a:t>Friedman 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20669499"/>
                  </a:ext>
                </a:extLst>
              </a:tr>
              <a:tr h="383583">
                <a:tc>
                  <a:txBody>
                    <a:bodyPr/>
                    <a:lstStyle/>
                    <a:p>
                      <a:pPr marL="171450" indent="-171450">
                        <a:buFont typeface="Arial" panose="020B0604020202020204" pitchFamily="34" charset="0"/>
                        <a:buChar char="•"/>
                      </a:pPr>
                      <a:r>
                        <a:rPr lang="nl-BE" sz="900" dirty="0" err="1"/>
                        <a:t>Kruskal</a:t>
                      </a:r>
                      <a:r>
                        <a:rPr lang="nl-BE" sz="900" dirty="0"/>
                        <a:t>-Wallis toets </a:t>
                      </a:r>
                    </a:p>
                    <a:p>
                      <a:pPr marL="171450" indent="-171450">
                        <a:buFont typeface="Arial" panose="020B0604020202020204" pitchFamily="34" charset="0"/>
                        <a:buChar char="•"/>
                      </a:pPr>
                      <a:r>
                        <a:rPr lang="nl-BE" sz="900" dirty="0" err="1"/>
                        <a:t>Spearman</a:t>
                      </a:r>
                      <a:r>
                        <a:rPr lang="nl-BE" sz="900" dirty="0"/>
                        <a:t> rangcorrelatietoets</a:t>
                      </a:r>
                      <a:endParaRPr lang="nl-BE" sz="900" dirty="0">
                        <a:solidFill>
                          <a:schemeClr val="tx1"/>
                        </a:solidFill>
                      </a:endParaRP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503519648"/>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1905367483"/>
                  </a:ext>
                </a:extLst>
              </a:tr>
              <a:tr h="295752">
                <a:tc>
                  <a:txBody>
                    <a:bodyPr/>
                    <a:lstStyle/>
                    <a:p>
                      <a:pPr marL="171450" indent="-171450">
                        <a:buFont typeface="Arial" panose="020B0604020202020204" pitchFamily="34" charset="0"/>
                        <a:buChar char="•"/>
                      </a:pPr>
                      <a:r>
                        <a:rPr lang="nl-BE" sz="900" dirty="0"/>
                        <a:t>Loglineaire analyse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3808130183"/>
                  </a:ext>
                </a:extLst>
              </a:tr>
              <a:tr h="295752">
                <a:tc>
                  <a:txBody>
                    <a:bodyPr/>
                    <a:lstStyle/>
                    <a:p>
                      <a:pPr marL="171450" indent="-171450">
                        <a:buFont typeface="Arial" panose="020B0604020202020204" pitchFamily="34" charset="0"/>
                        <a:buChar char="•"/>
                      </a:pPr>
                      <a:r>
                        <a:rPr lang="nl-BE" sz="900" dirty="0"/>
                        <a:t>Logistische regressie</a:t>
                      </a:r>
                    </a:p>
                  </a:txBody>
                  <a:tcPr marL="95484" marR="95484" marT="47743" marB="47743"/>
                </a:tc>
                <a:tc>
                  <a:txBody>
                    <a:bodyPr/>
                    <a:lstStyle/>
                    <a:p>
                      <a:endParaRPr lang="nl-BE" sz="900" dirty="0"/>
                    </a:p>
                  </a:txBody>
                  <a:tcPr marL="95484" marR="95484" marT="47743" marB="47743"/>
                </a:tc>
                <a:extLst>
                  <a:ext uri="{0D108BD9-81ED-4DB2-BD59-A6C34878D82A}">
                    <a16:rowId xmlns:a16="http://schemas.microsoft.com/office/drawing/2014/main" val="441151215"/>
                  </a:ext>
                </a:extLst>
              </a:tr>
              <a:tr h="388340">
                <a:tc>
                  <a:txBody>
                    <a:bodyPr/>
                    <a:lstStyle/>
                    <a:p>
                      <a:pPr marL="171450" indent="-171450">
                        <a:buFont typeface="Arial" panose="020B0604020202020204" pitchFamily="34" charset="0"/>
                        <a:buChar char="•"/>
                      </a:pPr>
                      <a:r>
                        <a:rPr lang="nl-BE" sz="900" dirty="0"/>
                        <a:t>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3003505826"/>
                  </a:ext>
                </a:extLst>
              </a:tr>
              <a:tr h="388340">
                <a:tc>
                  <a:txBody>
                    <a:bodyPr/>
                    <a:lstStyle/>
                    <a:p>
                      <a:pPr marL="171450" indent="-171450">
                        <a:buFont typeface="Arial" panose="020B0604020202020204" pitchFamily="34" charset="0"/>
                        <a:buChar char="•"/>
                      </a:pPr>
                      <a:r>
                        <a:rPr lang="nl-BE" sz="900" dirty="0"/>
                        <a:t>Factorial MANOVA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1426545209"/>
                  </a:ext>
                </a:extLst>
              </a:tr>
              <a:tr h="388340">
                <a:tc>
                  <a:txBody>
                    <a:bodyPr/>
                    <a:lstStyle/>
                    <a:p>
                      <a:pPr marL="171450" indent="-171450">
                        <a:buFont typeface="Arial" panose="020B0604020202020204" pitchFamily="34" charset="0"/>
                        <a:buChar char="•"/>
                      </a:pPr>
                      <a:r>
                        <a:rPr lang="nl-BE" sz="900" dirty="0"/>
                        <a:t>MANCOVA</a:t>
                      </a:r>
                    </a:p>
                    <a:p>
                      <a:pPr marL="171450" indent="-171450">
                        <a:buFont typeface="Arial" panose="020B0604020202020204" pitchFamily="34" charset="0"/>
                        <a:buChar char="•"/>
                      </a:pPr>
                      <a:r>
                        <a:rPr lang="nl-BE" sz="900" dirty="0"/>
                        <a:t>SEM</a:t>
                      </a:r>
                    </a:p>
                  </a:txBody>
                  <a:tcPr marL="95484" marR="95484" marT="47743" marB="47743"/>
                </a:tc>
                <a:tc>
                  <a:txBody>
                    <a:bodyPr/>
                    <a:lstStyle/>
                    <a:p>
                      <a:pPr marL="171450" indent="-171450">
                        <a:buFont typeface="Arial" panose="020B0604020202020204" pitchFamily="34" charset="0"/>
                        <a:buChar char="•"/>
                      </a:pPr>
                      <a:r>
                        <a:rPr lang="nl-BE" sz="900" dirty="0"/>
                        <a:t>SEM MLR</a:t>
                      </a:r>
                    </a:p>
                  </a:txBody>
                  <a:tcPr marL="95484" marR="95484" marT="47743" marB="47743"/>
                </a:tc>
                <a:extLst>
                  <a:ext uri="{0D108BD9-81ED-4DB2-BD59-A6C34878D82A}">
                    <a16:rowId xmlns:a16="http://schemas.microsoft.com/office/drawing/2014/main" val="24420842"/>
                  </a:ext>
                </a:extLst>
              </a:tr>
            </a:tbl>
          </a:graphicData>
        </a:graphic>
      </p:graphicFrame>
      <p:sp>
        <p:nvSpPr>
          <p:cNvPr id="92" name="Rectangle 91">
            <a:extLst>
              <a:ext uri="{FF2B5EF4-FFF2-40B4-BE49-F238E27FC236}">
                <a16:creationId xmlns:a16="http://schemas.microsoft.com/office/drawing/2014/main" id="{838DDEF0-43B8-4A92-A651-844BAF4F6F44}"/>
              </a:ext>
            </a:extLst>
          </p:cNvPr>
          <p:cNvSpPr/>
          <p:nvPr/>
        </p:nvSpPr>
        <p:spPr>
          <a:xfrm>
            <a:off x="5992862" y="430598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Beide</a:t>
            </a:r>
          </a:p>
        </p:txBody>
      </p:sp>
      <p:cxnSp>
        <p:nvCxnSpPr>
          <p:cNvPr id="93" name="Straight Arrow Connector 92">
            <a:extLst>
              <a:ext uri="{FF2B5EF4-FFF2-40B4-BE49-F238E27FC236}">
                <a16:creationId xmlns:a16="http://schemas.microsoft.com/office/drawing/2014/main" id="{D87290EF-50FC-4CE6-BABA-BF2AEC1D09AD}"/>
              </a:ext>
            </a:extLst>
          </p:cNvPr>
          <p:cNvCxnSpPr>
            <a:cxnSpLocks/>
            <a:stCxn id="23" idx="3"/>
            <a:endCxn id="92" idx="1"/>
          </p:cNvCxnSpPr>
          <p:nvPr/>
        </p:nvCxnSpPr>
        <p:spPr>
          <a:xfrm>
            <a:off x="5455978" y="3625021"/>
            <a:ext cx="536883" cy="80827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94" name="Straight Arrow Connector 93">
            <a:extLst>
              <a:ext uri="{FF2B5EF4-FFF2-40B4-BE49-F238E27FC236}">
                <a16:creationId xmlns:a16="http://schemas.microsoft.com/office/drawing/2014/main" id="{32A7FE00-92F1-42F4-9CA6-2D7D54210A65}"/>
              </a:ext>
            </a:extLst>
          </p:cNvPr>
          <p:cNvCxnSpPr>
            <a:cxnSpLocks/>
            <a:stCxn id="52" idx="3"/>
          </p:cNvCxnSpPr>
          <p:nvPr/>
        </p:nvCxnSpPr>
        <p:spPr>
          <a:xfrm>
            <a:off x="6953694" y="4812564"/>
            <a:ext cx="5069406"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95" name="TextBox 94">
            <a:extLst>
              <a:ext uri="{FF2B5EF4-FFF2-40B4-BE49-F238E27FC236}">
                <a16:creationId xmlns:a16="http://schemas.microsoft.com/office/drawing/2014/main" id="{9D1263EB-098B-4F10-98A9-2D8F062F9BC0}"/>
              </a:ext>
            </a:extLst>
          </p:cNvPr>
          <p:cNvSpPr txBox="1"/>
          <p:nvPr/>
        </p:nvSpPr>
        <p:spPr>
          <a:xfrm>
            <a:off x="7412579" y="427984"/>
            <a:ext cx="1300119" cy="38164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40" b="0" i="0" u="none" strike="noStrike" kern="1200" cap="none" spc="0" normalizeH="0" baseline="0" noProof="0" dirty="0">
                <a:ln>
                  <a:noFill/>
                </a:ln>
                <a:solidFill>
                  <a:prstClr val="black"/>
                </a:solidFill>
                <a:effectLst/>
                <a:uLnTx/>
                <a:uFillTx/>
                <a:latin typeface="Calibri" panose="020F0502020204030204"/>
                <a:ea typeface="+mn-ea"/>
                <a:cs typeface="+mn-cs"/>
              </a:rPr>
              <a:t>Bij categorische AV: nominaal of ordinaal?</a:t>
            </a:r>
          </a:p>
        </p:txBody>
      </p:sp>
      <p:sp>
        <p:nvSpPr>
          <p:cNvPr id="96" name="Rectangle 95">
            <a:extLst>
              <a:ext uri="{FF2B5EF4-FFF2-40B4-BE49-F238E27FC236}">
                <a16:creationId xmlns:a16="http://schemas.microsoft.com/office/drawing/2014/main" id="{D02737FE-3FD5-464C-BB3F-55B5B4DB6A72}"/>
              </a:ext>
            </a:extLst>
          </p:cNvPr>
          <p:cNvSpPr/>
          <p:nvPr/>
        </p:nvSpPr>
        <p:spPr>
          <a:xfrm>
            <a:off x="8988868" y="5930223"/>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Twee</a:t>
            </a:r>
          </a:p>
        </p:txBody>
      </p:sp>
      <p:sp>
        <p:nvSpPr>
          <p:cNvPr id="97" name="Rectangle 96">
            <a:extLst>
              <a:ext uri="{FF2B5EF4-FFF2-40B4-BE49-F238E27FC236}">
                <a16:creationId xmlns:a16="http://schemas.microsoft.com/office/drawing/2014/main" id="{381A3B0D-05E4-4495-90AB-1889489EB642}"/>
              </a:ext>
            </a:extLst>
          </p:cNvPr>
          <p:cNvSpPr/>
          <p:nvPr/>
        </p:nvSpPr>
        <p:spPr>
          <a:xfrm>
            <a:off x="8996465" y="6574461"/>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Meer dan 2</a:t>
            </a:r>
          </a:p>
        </p:txBody>
      </p:sp>
      <p:sp>
        <p:nvSpPr>
          <p:cNvPr id="98" name="Rectangle 97">
            <a:extLst>
              <a:ext uri="{FF2B5EF4-FFF2-40B4-BE49-F238E27FC236}">
                <a16:creationId xmlns:a16="http://schemas.microsoft.com/office/drawing/2014/main" id="{32A75EBA-D1CB-451D-85AE-E6E9C62FF447}"/>
              </a:ext>
            </a:extLst>
          </p:cNvPr>
          <p:cNvSpPr/>
          <p:nvPr/>
        </p:nvSpPr>
        <p:spPr>
          <a:xfrm>
            <a:off x="10656602" y="576406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99" name="Rectangle 98">
            <a:extLst>
              <a:ext uri="{FF2B5EF4-FFF2-40B4-BE49-F238E27FC236}">
                <a16:creationId xmlns:a16="http://schemas.microsoft.com/office/drawing/2014/main" id="{6C5A23B2-C377-4688-A096-FFAB11DD4FAA}"/>
              </a:ext>
            </a:extLst>
          </p:cNvPr>
          <p:cNvSpPr/>
          <p:nvPr/>
        </p:nvSpPr>
        <p:spPr>
          <a:xfrm>
            <a:off x="10656602" y="6089574"/>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sp>
        <p:nvSpPr>
          <p:cNvPr id="100" name="Rectangle 99">
            <a:extLst>
              <a:ext uri="{FF2B5EF4-FFF2-40B4-BE49-F238E27FC236}">
                <a16:creationId xmlns:a16="http://schemas.microsoft.com/office/drawing/2014/main" id="{4C9A50EC-A00D-474D-A161-D9DB6AEAD1D1}"/>
              </a:ext>
            </a:extLst>
          </p:cNvPr>
          <p:cNvSpPr/>
          <p:nvPr/>
        </p:nvSpPr>
        <p:spPr>
          <a:xfrm>
            <a:off x="10659426" y="642193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101" name="Rectangle 100">
            <a:extLst>
              <a:ext uri="{FF2B5EF4-FFF2-40B4-BE49-F238E27FC236}">
                <a16:creationId xmlns:a16="http://schemas.microsoft.com/office/drawing/2014/main" id="{F65C5E7C-0172-4DA5-8502-7F770DEE2B7D}"/>
              </a:ext>
            </a:extLst>
          </p:cNvPr>
          <p:cNvSpPr/>
          <p:nvPr/>
        </p:nvSpPr>
        <p:spPr>
          <a:xfrm>
            <a:off x="10649287" y="6728758"/>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102" name="Straight Arrow Connector 101">
            <a:extLst>
              <a:ext uri="{FF2B5EF4-FFF2-40B4-BE49-F238E27FC236}">
                <a16:creationId xmlns:a16="http://schemas.microsoft.com/office/drawing/2014/main" id="{591D1ACD-1AB5-408A-A603-BFACEE53FBEE}"/>
              </a:ext>
            </a:extLst>
          </p:cNvPr>
          <p:cNvCxnSpPr>
            <a:cxnSpLocks/>
            <a:stCxn id="96" idx="3"/>
            <a:endCxn id="98" idx="1"/>
          </p:cNvCxnSpPr>
          <p:nvPr/>
        </p:nvCxnSpPr>
        <p:spPr>
          <a:xfrm flipV="1">
            <a:off x="9941649" y="5891374"/>
            <a:ext cx="714953" cy="16615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3" name="Straight Arrow Connector 102">
            <a:extLst>
              <a:ext uri="{FF2B5EF4-FFF2-40B4-BE49-F238E27FC236}">
                <a16:creationId xmlns:a16="http://schemas.microsoft.com/office/drawing/2014/main" id="{BF882E85-60E5-4AE3-A75B-1E7840A0F402}"/>
              </a:ext>
            </a:extLst>
          </p:cNvPr>
          <p:cNvCxnSpPr>
            <a:cxnSpLocks/>
            <a:stCxn id="96" idx="3"/>
            <a:endCxn id="99" idx="1"/>
          </p:cNvCxnSpPr>
          <p:nvPr/>
        </p:nvCxnSpPr>
        <p:spPr>
          <a:xfrm>
            <a:off x="9941649" y="6057533"/>
            <a:ext cx="714953" cy="15935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4" name="Straight Arrow Connector 103">
            <a:extLst>
              <a:ext uri="{FF2B5EF4-FFF2-40B4-BE49-F238E27FC236}">
                <a16:creationId xmlns:a16="http://schemas.microsoft.com/office/drawing/2014/main" id="{CBAA9CD0-EFE9-4867-8E95-EABC30B398E8}"/>
              </a:ext>
            </a:extLst>
          </p:cNvPr>
          <p:cNvCxnSpPr>
            <a:cxnSpLocks/>
            <a:stCxn id="97" idx="3"/>
            <a:endCxn id="100" idx="1"/>
          </p:cNvCxnSpPr>
          <p:nvPr/>
        </p:nvCxnSpPr>
        <p:spPr>
          <a:xfrm flipV="1">
            <a:off x="9949246" y="6549244"/>
            <a:ext cx="710180" cy="15252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5" name="Straight Arrow Connector 104">
            <a:extLst>
              <a:ext uri="{FF2B5EF4-FFF2-40B4-BE49-F238E27FC236}">
                <a16:creationId xmlns:a16="http://schemas.microsoft.com/office/drawing/2014/main" id="{D7B02C01-3CC8-4D08-BC82-93586A324D82}"/>
              </a:ext>
            </a:extLst>
          </p:cNvPr>
          <p:cNvCxnSpPr>
            <a:cxnSpLocks/>
            <a:stCxn id="97" idx="3"/>
            <a:endCxn id="101" idx="1"/>
          </p:cNvCxnSpPr>
          <p:nvPr/>
        </p:nvCxnSpPr>
        <p:spPr>
          <a:xfrm>
            <a:off x="9949246" y="6701772"/>
            <a:ext cx="700041" cy="15429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6" name="Straight Arrow Connector 105">
            <a:extLst>
              <a:ext uri="{FF2B5EF4-FFF2-40B4-BE49-F238E27FC236}">
                <a16:creationId xmlns:a16="http://schemas.microsoft.com/office/drawing/2014/main" id="{1FD3AA2F-5E77-4ADC-8CBA-296B56C6A5F3}"/>
              </a:ext>
            </a:extLst>
          </p:cNvPr>
          <p:cNvCxnSpPr>
            <a:cxnSpLocks/>
            <a:stCxn id="98" idx="3"/>
          </p:cNvCxnSpPr>
          <p:nvPr/>
        </p:nvCxnSpPr>
        <p:spPr>
          <a:xfrm>
            <a:off x="11609385" y="5891374"/>
            <a:ext cx="567191"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7" name="Straight Arrow Connector 106">
            <a:extLst>
              <a:ext uri="{FF2B5EF4-FFF2-40B4-BE49-F238E27FC236}">
                <a16:creationId xmlns:a16="http://schemas.microsoft.com/office/drawing/2014/main" id="{8937E4BE-E114-401B-B906-91B001D7D680}"/>
              </a:ext>
            </a:extLst>
          </p:cNvPr>
          <p:cNvCxnSpPr>
            <a:cxnSpLocks/>
            <a:stCxn id="99" idx="3"/>
          </p:cNvCxnSpPr>
          <p:nvPr/>
        </p:nvCxnSpPr>
        <p:spPr>
          <a:xfrm flipV="1">
            <a:off x="11609384" y="6215662"/>
            <a:ext cx="566381" cy="1222"/>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8" name="Straight Arrow Connector 107">
            <a:extLst>
              <a:ext uri="{FF2B5EF4-FFF2-40B4-BE49-F238E27FC236}">
                <a16:creationId xmlns:a16="http://schemas.microsoft.com/office/drawing/2014/main" id="{0929AD6F-73C6-4174-91CB-489055F92111}"/>
              </a:ext>
            </a:extLst>
          </p:cNvPr>
          <p:cNvCxnSpPr>
            <a:cxnSpLocks/>
            <a:stCxn id="100" idx="3"/>
          </p:cNvCxnSpPr>
          <p:nvPr/>
        </p:nvCxnSpPr>
        <p:spPr>
          <a:xfrm>
            <a:off x="11612208" y="6549245"/>
            <a:ext cx="575563"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09" name="Straight Arrow Connector 108">
            <a:extLst>
              <a:ext uri="{FF2B5EF4-FFF2-40B4-BE49-F238E27FC236}">
                <a16:creationId xmlns:a16="http://schemas.microsoft.com/office/drawing/2014/main" id="{17EDA111-5521-4B20-8B2C-C0AA4D7727B4}"/>
              </a:ext>
            </a:extLst>
          </p:cNvPr>
          <p:cNvCxnSpPr>
            <a:cxnSpLocks/>
            <a:stCxn id="101" idx="3"/>
          </p:cNvCxnSpPr>
          <p:nvPr/>
        </p:nvCxnSpPr>
        <p:spPr>
          <a:xfrm flipV="1">
            <a:off x="11602068" y="6856068"/>
            <a:ext cx="579464" cy="1"/>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10" name="Rectangle 109">
            <a:extLst>
              <a:ext uri="{FF2B5EF4-FFF2-40B4-BE49-F238E27FC236}">
                <a16:creationId xmlns:a16="http://schemas.microsoft.com/office/drawing/2014/main" id="{ACE68A54-568D-4B4F-BA14-D3767B116102}"/>
              </a:ext>
            </a:extLst>
          </p:cNvPr>
          <p:cNvSpPr/>
          <p:nvPr/>
        </p:nvSpPr>
        <p:spPr>
          <a:xfrm>
            <a:off x="7507507" y="523642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Nominaal</a:t>
            </a:r>
          </a:p>
        </p:txBody>
      </p:sp>
      <p:sp>
        <p:nvSpPr>
          <p:cNvPr id="111" name="Rectangle 110">
            <a:extLst>
              <a:ext uri="{FF2B5EF4-FFF2-40B4-BE49-F238E27FC236}">
                <a16:creationId xmlns:a16="http://schemas.microsoft.com/office/drawing/2014/main" id="{646262F7-32A7-4363-8867-A13C455DB1D1}"/>
              </a:ext>
            </a:extLst>
          </p:cNvPr>
          <p:cNvSpPr/>
          <p:nvPr/>
        </p:nvSpPr>
        <p:spPr>
          <a:xfrm>
            <a:off x="7520143" y="6269179"/>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Ordinaal</a:t>
            </a:r>
          </a:p>
        </p:txBody>
      </p:sp>
      <p:cxnSp>
        <p:nvCxnSpPr>
          <p:cNvPr id="112" name="Straight Arrow Connector 111">
            <a:extLst>
              <a:ext uri="{FF2B5EF4-FFF2-40B4-BE49-F238E27FC236}">
                <a16:creationId xmlns:a16="http://schemas.microsoft.com/office/drawing/2014/main" id="{B9C206CA-E8BA-4BA8-9B14-782B792B3105}"/>
              </a:ext>
            </a:extLst>
          </p:cNvPr>
          <p:cNvCxnSpPr>
            <a:cxnSpLocks/>
            <a:stCxn id="53" idx="3"/>
            <a:endCxn id="110" idx="1"/>
          </p:cNvCxnSpPr>
          <p:nvPr/>
        </p:nvCxnSpPr>
        <p:spPr>
          <a:xfrm flipV="1">
            <a:off x="6945643" y="5363735"/>
            <a:ext cx="561863" cy="522607"/>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113" name="Straight Arrow Connector 112">
            <a:extLst>
              <a:ext uri="{FF2B5EF4-FFF2-40B4-BE49-F238E27FC236}">
                <a16:creationId xmlns:a16="http://schemas.microsoft.com/office/drawing/2014/main" id="{1DEB3FDA-3EAA-43F5-86BA-2EF5345CE4EE}"/>
              </a:ext>
            </a:extLst>
          </p:cNvPr>
          <p:cNvCxnSpPr>
            <a:cxnSpLocks/>
            <a:stCxn id="53" idx="3"/>
            <a:endCxn id="111" idx="1"/>
          </p:cNvCxnSpPr>
          <p:nvPr/>
        </p:nvCxnSpPr>
        <p:spPr>
          <a:xfrm>
            <a:off x="6945643" y="5886342"/>
            <a:ext cx="574499" cy="510147"/>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4" name="Straight Arrow Connector 113">
            <a:extLst>
              <a:ext uri="{FF2B5EF4-FFF2-40B4-BE49-F238E27FC236}">
                <a16:creationId xmlns:a16="http://schemas.microsoft.com/office/drawing/2014/main" id="{F7BC28EB-7802-4243-984E-D9BA15170706}"/>
              </a:ext>
            </a:extLst>
          </p:cNvPr>
          <p:cNvCxnSpPr>
            <a:cxnSpLocks/>
            <a:stCxn id="110" idx="3"/>
            <a:endCxn id="133" idx="1"/>
          </p:cNvCxnSpPr>
          <p:nvPr/>
        </p:nvCxnSpPr>
        <p:spPr>
          <a:xfrm flipV="1">
            <a:off x="8460288" y="5198176"/>
            <a:ext cx="2204364" cy="165560"/>
          </a:xfrm>
          <a:prstGeom prst="straightConnector1">
            <a:avLst/>
          </a:prstGeom>
          <a:ln w="28575">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115" name="Straight Arrow Connector 114">
            <a:extLst>
              <a:ext uri="{FF2B5EF4-FFF2-40B4-BE49-F238E27FC236}">
                <a16:creationId xmlns:a16="http://schemas.microsoft.com/office/drawing/2014/main" id="{EFDAB80B-EC43-4EE1-A264-67B7A4426992}"/>
              </a:ext>
            </a:extLst>
          </p:cNvPr>
          <p:cNvCxnSpPr>
            <a:cxnSpLocks/>
            <a:stCxn id="111" idx="3"/>
            <a:endCxn id="96" idx="1"/>
          </p:cNvCxnSpPr>
          <p:nvPr/>
        </p:nvCxnSpPr>
        <p:spPr>
          <a:xfrm flipV="1">
            <a:off x="8472924" y="6057533"/>
            <a:ext cx="515944" cy="338956"/>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16" name="Straight Arrow Connector 115">
            <a:extLst>
              <a:ext uri="{FF2B5EF4-FFF2-40B4-BE49-F238E27FC236}">
                <a16:creationId xmlns:a16="http://schemas.microsoft.com/office/drawing/2014/main" id="{A8DAAF80-0101-45A1-BD8D-93742278F755}"/>
              </a:ext>
            </a:extLst>
          </p:cNvPr>
          <p:cNvCxnSpPr>
            <a:cxnSpLocks/>
            <a:stCxn id="111" idx="3"/>
            <a:endCxn id="97" idx="1"/>
          </p:cNvCxnSpPr>
          <p:nvPr/>
        </p:nvCxnSpPr>
        <p:spPr>
          <a:xfrm>
            <a:off x="8472924" y="6396488"/>
            <a:ext cx="523540" cy="30528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3" name="Rectangle 132">
            <a:extLst>
              <a:ext uri="{FF2B5EF4-FFF2-40B4-BE49-F238E27FC236}">
                <a16:creationId xmlns:a16="http://schemas.microsoft.com/office/drawing/2014/main" id="{ABDFDD3A-FD55-4AD8-A07C-D32031676684}"/>
              </a:ext>
            </a:extLst>
          </p:cNvPr>
          <p:cNvSpPr/>
          <p:nvPr/>
        </p:nvSpPr>
        <p:spPr>
          <a:xfrm>
            <a:off x="10664652" y="5070865"/>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a:t>
            </a:r>
          </a:p>
        </p:txBody>
      </p:sp>
      <p:sp>
        <p:nvSpPr>
          <p:cNvPr id="144" name="Rectangle 143">
            <a:extLst>
              <a:ext uri="{FF2B5EF4-FFF2-40B4-BE49-F238E27FC236}">
                <a16:creationId xmlns:a16="http://schemas.microsoft.com/office/drawing/2014/main" id="{D9AEFC00-DD16-44CB-810A-689CF89D2CBA}"/>
              </a:ext>
            </a:extLst>
          </p:cNvPr>
          <p:cNvSpPr/>
          <p:nvPr/>
        </p:nvSpPr>
        <p:spPr>
          <a:xfrm>
            <a:off x="10646580" y="5437282"/>
            <a:ext cx="952782" cy="25462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Verschillende</a:t>
            </a:r>
          </a:p>
        </p:txBody>
      </p:sp>
      <p:cxnSp>
        <p:nvCxnSpPr>
          <p:cNvPr id="150" name="Straight Arrow Connector 149">
            <a:extLst>
              <a:ext uri="{FF2B5EF4-FFF2-40B4-BE49-F238E27FC236}">
                <a16:creationId xmlns:a16="http://schemas.microsoft.com/office/drawing/2014/main" id="{1FAD0767-08F7-4619-96F5-AEFCCF0988BA}"/>
              </a:ext>
            </a:extLst>
          </p:cNvPr>
          <p:cNvCxnSpPr>
            <a:cxnSpLocks/>
            <a:stCxn id="110" idx="3"/>
            <a:endCxn id="144" idx="1"/>
          </p:cNvCxnSpPr>
          <p:nvPr/>
        </p:nvCxnSpPr>
        <p:spPr>
          <a:xfrm>
            <a:off x="8460288" y="5363735"/>
            <a:ext cx="2186292" cy="200858"/>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cxnSp>
        <p:nvCxnSpPr>
          <p:cNvPr id="153" name="Straight Arrow Connector 152">
            <a:extLst>
              <a:ext uri="{FF2B5EF4-FFF2-40B4-BE49-F238E27FC236}">
                <a16:creationId xmlns:a16="http://schemas.microsoft.com/office/drawing/2014/main" id="{810DD2B1-AC05-4C3C-94F2-1CEB7949146F}"/>
              </a:ext>
            </a:extLst>
          </p:cNvPr>
          <p:cNvCxnSpPr>
            <a:cxnSpLocks/>
            <a:stCxn id="133" idx="3"/>
          </p:cNvCxnSpPr>
          <p:nvPr/>
        </p:nvCxnSpPr>
        <p:spPr>
          <a:xfrm>
            <a:off x="11617434" y="5198175"/>
            <a:ext cx="543249" cy="0"/>
          </a:xfrm>
          <a:prstGeom prst="straightConnector1">
            <a:avLst/>
          </a:prstGeom>
          <a:ln w="28575">
            <a:solidFill>
              <a:schemeClr val="accent1"/>
            </a:solidFill>
            <a:tailEnd type="triangle"/>
          </a:ln>
        </p:spPr>
        <p:style>
          <a:lnRef idx="3">
            <a:schemeClr val="accent1"/>
          </a:lnRef>
          <a:fillRef idx="0">
            <a:schemeClr val="accent1"/>
          </a:fillRef>
          <a:effectRef idx="2">
            <a:schemeClr val="accent1"/>
          </a:effectRef>
          <a:fontRef idx="minor">
            <a:schemeClr val="tx1"/>
          </a:fontRef>
        </p:style>
      </p:cxnSp>
      <p:cxnSp>
        <p:nvCxnSpPr>
          <p:cNvPr id="156" name="Straight Arrow Connector 155">
            <a:extLst>
              <a:ext uri="{FF2B5EF4-FFF2-40B4-BE49-F238E27FC236}">
                <a16:creationId xmlns:a16="http://schemas.microsoft.com/office/drawing/2014/main" id="{C310CB75-1EA4-428A-8AED-E7B290126272}"/>
              </a:ext>
            </a:extLst>
          </p:cNvPr>
          <p:cNvCxnSpPr>
            <a:cxnSpLocks/>
            <a:stCxn id="144" idx="3"/>
          </p:cNvCxnSpPr>
          <p:nvPr/>
        </p:nvCxnSpPr>
        <p:spPr>
          <a:xfrm>
            <a:off x="11599362" y="5564592"/>
            <a:ext cx="577214" cy="0"/>
          </a:xfrm>
          <a:prstGeom prst="straightConnector1">
            <a:avLst/>
          </a:prstGeom>
          <a:ln w="28575">
            <a:solidFill>
              <a:schemeClr val="accent2"/>
            </a:solidFill>
            <a:tailEnd type="triangle"/>
          </a:ln>
        </p:spPr>
        <p:style>
          <a:lnRef idx="3">
            <a:schemeClr val="accent1"/>
          </a:lnRef>
          <a:fillRef idx="0">
            <a:schemeClr val="accent1"/>
          </a:fillRef>
          <a:effectRef idx="2">
            <a:schemeClr val="accent1"/>
          </a:effectRef>
          <a:fontRef idx="minor">
            <a:schemeClr val="tx1"/>
          </a:fontRef>
        </p:style>
      </p:cxnSp>
      <p:sp>
        <p:nvSpPr>
          <p:cNvPr id="125" name="Rectangle 124">
            <a:extLst>
              <a:ext uri="{FF2B5EF4-FFF2-40B4-BE49-F238E27FC236}">
                <a16:creationId xmlns:a16="http://schemas.microsoft.com/office/drawing/2014/main" id="{103C826C-28D0-4687-9030-226058BFCD03}"/>
              </a:ext>
            </a:extLst>
          </p:cNvPr>
          <p:cNvSpPr/>
          <p:nvPr/>
        </p:nvSpPr>
        <p:spPr>
          <a:xfrm>
            <a:off x="10674607" y="3479537"/>
            <a:ext cx="952427" cy="2743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76448" rtl="0" eaLnBrk="1" fontAlgn="auto" latinLnBrk="0" hangingPunct="1">
              <a:lnSpc>
                <a:spcPct val="100000"/>
              </a:lnSpc>
              <a:spcBef>
                <a:spcPts val="0"/>
              </a:spcBef>
              <a:spcAft>
                <a:spcPts val="0"/>
              </a:spcAft>
              <a:buClrTx/>
              <a:buSzTx/>
              <a:buFontTx/>
              <a:buNone/>
              <a:tabLst/>
              <a:defRPr/>
            </a:pPr>
            <a:r>
              <a:rPr kumimoji="0" lang="nl-BE" sz="909" b="0" i="0" u="none" strike="noStrike" kern="1200" cap="none" spc="0" normalizeH="0" baseline="0" noProof="0" dirty="0">
                <a:ln>
                  <a:noFill/>
                </a:ln>
                <a:solidFill>
                  <a:prstClr val="black"/>
                </a:solidFill>
                <a:effectLst/>
                <a:uLnTx/>
                <a:uFillTx/>
                <a:latin typeface="Calibri" panose="020F0502020204030204"/>
                <a:ea typeface="+mn-ea"/>
                <a:cs typeface="+mn-cs"/>
              </a:rPr>
              <a:t>Gelijkaardige en verschillende</a:t>
            </a:r>
          </a:p>
        </p:txBody>
      </p:sp>
      <p:cxnSp>
        <p:nvCxnSpPr>
          <p:cNvPr id="126" name="Straight Arrow Connector 125">
            <a:extLst>
              <a:ext uri="{FF2B5EF4-FFF2-40B4-BE49-F238E27FC236}">
                <a16:creationId xmlns:a16="http://schemas.microsoft.com/office/drawing/2014/main" id="{6FDDEAB3-17CF-46FC-9AF5-4203B6CC8159}"/>
              </a:ext>
            </a:extLst>
          </p:cNvPr>
          <p:cNvCxnSpPr>
            <a:cxnSpLocks/>
            <a:stCxn id="25" idx="3"/>
            <a:endCxn id="125" idx="1"/>
          </p:cNvCxnSpPr>
          <p:nvPr/>
        </p:nvCxnSpPr>
        <p:spPr>
          <a:xfrm flipV="1">
            <a:off x="6965612" y="3616700"/>
            <a:ext cx="3708994" cy="4699"/>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30" name="Straight Arrow Connector 129">
            <a:extLst>
              <a:ext uri="{FF2B5EF4-FFF2-40B4-BE49-F238E27FC236}">
                <a16:creationId xmlns:a16="http://schemas.microsoft.com/office/drawing/2014/main" id="{ABF727C3-614D-4F30-B279-42182219A65E}"/>
              </a:ext>
            </a:extLst>
          </p:cNvPr>
          <p:cNvCxnSpPr>
            <a:cxnSpLocks/>
            <a:stCxn id="125" idx="3"/>
          </p:cNvCxnSpPr>
          <p:nvPr/>
        </p:nvCxnSpPr>
        <p:spPr>
          <a:xfrm>
            <a:off x="11627034" y="3616700"/>
            <a:ext cx="566735" cy="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24" name="Tijdelijke aanduiding voor dianummer 3">
            <a:extLst>
              <a:ext uri="{FF2B5EF4-FFF2-40B4-BE49-F238E27FC236}">
                <a16:creationId xmlns:a16="http://schemas.microsoft.com/office/drawing/2014/main" id="{427DE994-F074-4C0D-8953-B2E6B5E2818D}"/>
              </a:ext>
            </a:extLst>
          </p:cNvPr>
          <p:cNvSpPr txBox="1">
            <a:spLocks/>
          </p:cNvSpPr>
          <p:nvPr/>
        </p:nvSpPr>
        <p:spPr>
          <a:xfrm>
            <a:off x="16263830" y="8959510"/>
            <a:ext cx="921880" cy="519289"/>
          </a:xfrm>
          <a:prstGeom prst="rect">
            <a:avLst/>
          </a:prstGeom>
        </p:spPr>
        <p:txBody>
          <a:bodyPr vert="horz" lIns="91440" tIns="45720" rIns="91440" bIns="45720" rtlCol="0" anchor="ctr"/>
          <a:lstStyle>
            <a:defPPr>
              <a:defRPr lang="en-US"/>
            </a:defPPr>
            <a:lvl1pPr marL="0" algn="r" defTabSz="1300368" rtl="0" eaLnBrk="1" latinLnBrk="0" hangingPunct="1">
              <a:defRPr sz="1707" kern="1200">
                <a:solidFill>
                  <a:schemeClr val="tx1">
                    <a:tint val="75000"/>
                  </a:schemeClr>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marL="0" marR="0" lvl="0" indent="0" algn="r" defTabSz="1300368" rtl="0" eaLnBrk="1" fontAlgn="auto" latinLnBrk="0" hangingPunct="1">
              <a:lnSpc>
                <a:spcPct val="100000"/>
              </a:lnSpc>
              <a:spcBef>
                <a:spcPts val="0"/>
              </a:spcBef>
              <a:spcAft>
                <a:spcPts val="0"/>
              </a:spcAft>
              <a:buClrTx/>
              <a:buSzTx/>
              <a:buFontTx/>
              <a:buNone/>
              <a:tabLst/>
              <a:defRPr/>
            </a:pPr>
            <a:fld id="{7AE184E0-0BD4-4705-A12B-9B71DDE63301}" type="slidenum">
              <a:rPr kumimoji="0" lang="en-GB" sz="1707"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1300368" rtl="0" eaLnBrk="1" fontAlgn="auto" latinLnBrk="0" hangingPunct="1">
                <a:lnSpc>
                  <a:spcPct val="100000"/>
                </a:lnSpc>
                <a:spcBef>
                  <a:spcPts val="0"/>
                </a:spcBef>
                <a:spcAft>
                  <a:spcPts val="0"/>
                </a:spcAft>
                <a:buClrTx/>
                <a:buSzTx/>
                <a:buFontTx/>
                <a:buNone/>
                <a:tabLst/>
                <a:defRPr/>
              </a:pPr>
              <a:t>60</a:t>
            </a:fld>
            <a:endParaRPr kumimoji="0" lang="en-GB" sz="1707"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Rechthoek 1">
            <a:extLst>
              <a:ext uri="{FF2B5EF4-FFF2-40B4-BE49-F238E27FC236}">
                <a16:creationId xmlns:a16="http://schemas.microsoft.com/office/drawing/2014/main" id="{75B1C2F7-321A-01C2-D201-9BB79CB6E296}"/>
              </a:ext>
            </a:extLst>
          </p:cNvPr>
          <p:cNvSpPr/>
          <p:nvPr/>
        </p:nvSpPr>
        <p:spPr>
          <a:xfrm>
            <a:off x="12257091" y="5399006"/>
            <a:ext cx="3805067" cy="360026"/>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5523143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NL" dirty="0"/>
              <a:t>Opgave 3: Verband Vaccin x Coronasymptomen</a:t>
            </a:r>
            <a:endParaRPr lang="nl-BE" dirty="0"/>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578" y="1816461"/>
            <a:ext cx="16857612" cy="7936842"/>
          </a:xfrm>
        </p:spPr>
        <p:txBody>
          <a:bodyPr>
            <a:normAutofit/>
          </a:bodyPr>
          <a:lstStyle/>
          <a:p>
            <a:pPr marL="86390" indent="0">
              <a:buNone/>
            </a:pPr>
            <a:r>
              <a:rPr lang="nl-BE" b="1" dirty="0"/>
              <a:t>Opgave 2</a:t>
            </a:r>
          </a:p>
          <a:p>
            <a:r>
              <a:rPr lang="nl-BE" dirty="0"/>
              <a:t>Open ‘DATA_WAVE2_CenW.sav’. Is er </a:t>
            </a:r>
            <a:r>
              <a:rPr lang="nl-BE" u="sng" dirty="0"/>
              <a:t>onder respondenten die 50 jaar of ouder zijn</a:t>
            </a:r>
            <a:r>
              <a:rPr lang="nl-BE" dirty="0"/>
              <a:t> een significant verband tussen al dan niet gevaccineerd zijn tegen corona (W2_Coronavaccin) en het vertonen van coronasymptomen (W2_Corona)?</a:t>
            </a:r>
          </a:p>
          <a:p>
            <a:r>
              <a:rPr lang="nl-BE" b="1" dirty="0"/>
              <a:t>Analyse uitvoeren op subset van de data </a:t>
            </a:r>
            <a:r>
              <a:rPr lang="nl-BE" dirty="0"/>
              <a:t>(enkel 50 jaar of ouder)</a:t>
            </a:r>
            <a:endParaRPr lang="nl-BE" b="1"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61</a:t>
            </a:fld>
            <a:endParaRPr lang="en-GB" noProof="0" dirty="0"/>
          </a:p>
        </p:txBody>
      </p:sp>
    </p:spTree>
    <p:extLst>
      <p:ext uri="{BB962C8B-B14F-4D97-AF65-F5344CB8AC3E}">
        <p14:creationId xmlns:p14="http://schemas.microsoft.com/office/powerpoint/2010/main" val="164409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p:txBody>
          <a:bodyPr/>
          <a:lstStyle/>
          <a:p>
            <a:r>
              <a:rPr lang="nl-NL" dirty="0"/>
              <a:t>Opgave 3: Verband Vaccin x Coronasymptomen</a:t>
            </a:r>
            <a:endParaRPr lang="nl-BE" dirty="0"/>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578" y="1816461"/>
            <a:ext cx="16857612" cy="7936842"/>
          </a:xfrm>
        </p:spPr>
        <p:txBody>
          <a:bodyPr>
            <a:normAutofit/>
          </a:bodyPr>
          <a:lstStyle/>
          <a:p>
            <a:pPr marL="86390" indent="0">
              <a:buNone/>
            </a:pPr>
            <a:r>
              <a:rPr lang="nl-BE" b="1" dirty="0"/>
              <a:t>Opgave 2</a:t>
            </a:r>
          </a:p>
          <a:p>
            <a:r>
              <a:rPr lang="nl-BE" dirty="0"/>
              <a:t>Open ‘DATA_WAVE2_CenW.sav’. Is er onder respondenten die 50 jaar of ouder zijn een significant verband tussen al dan niet gevaccineerd zijn tegen corona (W2_Coronavaccin) en het vertonen van coronasymptomen (W2_Corona)?</a:t>
            </a:r>
          </a:p>
          <a:p>
            <a:r>
              <a:rPr lang="nl-BE" b="1" dirty="0"/>
              <a:t>Analyse uitvoeren op subset van de data </a:t>
            </a:r>
            <a:r>
              <a:rPr lang="nl-BE" dirty="0"/>
              <a:t>(enkel 50 jaar of ouder)</a:t>
            </a:r>
            <a:endParaRPr lang="nl-BE" b="1"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62</a:t>
            </a:fld>
            <a:endParaRPr lang="en-GB" noProof="0" dirty="0"/>
          </a:p>
        </p:txBody>
      </p:sp>
      <p:pic>
        <p:nvPicPr>
          <p:cNvPr id="6" name="Afbeelding 5">
            <a:extLst>
              <a:ext uri="{FF2B5EF4-FFF2-40B4-BE49-F238E27FC236}">
                <a16:creationId xmlns:a16="http://schemas.microsoft.com/office/drawing/2014/main" id="{A1CD8762-4A63-B97D-CD46-1FFB0CDEAA57}"/>
              </a:ext>
            </a:extLst>
          </p:cNvPr>
          <p:cNvPicPr>
            <a:picLocks noChangeAspect="1"/>
          </p:cNvPicPr>
          <p:nvPr/>
        </p:nvPicPr>
        <p:blipFill>
          <a:blip r:embed="rId2"/>
          <a:stretch>
            <a:fillRect/>
          </a:stretch>
        </p:blipFill>
        <p:spPr>
          <a:xfrm>
            <a:off x="1309492" y="4876800"/>
            <a:ext cx="6985290" cy="4052442"/>
          </a:xfrm>
          <a:prstGeom prst="rect">
            <a:avLst/>
          </a:prstGeom>
        </p:spPr>
      </p:pic>
      <p:sp>
        <p:nvSpPr>
          <p:cNvPr id="7" name="Rechthoek 6">
            <a:extLst>
              <a:ext uri="{FF2B5EF4-FFF2-40B4-BE49-F238E27FC236}">
                <a16:creationId xmlns:a16="http://schemas.microsoft.com/office/drawing/2014/main" id="{769237FF-A4F7-C46E-1580-A04971836B79}"/>
              </a:ext>
            </a:extLst>
          </p:cNvPr>
          <p:cNvSpPr/>
          <p:nvPr/>
        </p:nvSpPr>
        <p:spPr>
          <a:xfrm>
            <a:off x="3263699" y="6087495"/>
            <a:ext cx="2287248" cy="356336"/>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10">
            <a:extLst>
              <a:ext uri="{FF2B5EF4-FFF2-40B4-BE49-F238E27FC236}">
                <a16:creationId xmlns:a16="http://schemas.microsoft.com/office/drawing/2014/main" id="{76AAE1D3-E1DB-5BAE-C288-18726D1ED987}"/>
              </a:ext>
            </a:extLst>
          </p:cNvPr>
          <p:cNvPicPr>
            <a:picLocks noChangeAspect="1"/>
          </p:cNvPicPr>
          <p:nvPr/>
        </p:nvPicPr>
        <p:blipFill rotWithShape="1">
          <a:blip r:embed="rId3"/>
          <a:srcRect b="51739"/>
          <a:stretch/>
        </p:blipFill>
        <p:spPr>
          <a:xfrm>
            <a:off x="7505154" y="5212169"/>
            <a:ext cx="5022229" cy="3747341"/>
          </a:xfrm>
          <a:prstGeom prst="rect">
            <a:avLst/>
          </a:prstGeom>
        </p:spPr>
      </p:pic>
      <p:pic>
        <p:nvPicPr>
          <p:cNvPr id="12" name="Afbeelding 11">
            <a:extLst>
              <a:ext uri="{FF2B5EF4-FFF2-40B4-BE49-F238E27FC236}">
                <a16:creationId xmlns:a16="http://schemas.microsoft.com/office/drawing/2014/main" id="{C1932CC9-C0DF-A0AA-106D-D084AC19B2E3}"/>
              </a:ext>
            </a:extLst>
          </p:cNvPr>
          <p:cNvPicPr>
            <a:picLocks noChangeAspect="1"/>
          </p:cNvPicPr>
          <p:nvPr/>
        </p:nvPicPr>
        <p:blipFill rotWithShape="1">
          <a:blip r:embed="rId3"/>
          <a:srcRect t="48774" b="-209"/>
          <a:stretch/>
        </p:blipFill>
        <p:spPr>
          <a:xfrm>
            <a:off x="12423519" y="5728840"/>
            <a:ext cx="4133850" cy="3287333"/>
          </a:xfrm>
          <a:prstGeom prst="rect">
            <a:avLst/>
          </a:prstGeom>
        </p:spPr>
      </p:pic>
      <p:sp>
        <p:nvSpPr>
          <p:cNvPr id="13" name="Rechthoek 12">
            <a:extLst>
              <a:ext uri="{FF2B5EF4-FFF2-40B4-BE49-F238E27FC236}">
                <a16:creationId xmlns:a16="http://schemas.microsoft.com/office/drawing/2014/main" id="{0093D91D-67A6-A4F3-FFE9-9ED9874B8327}"/>
              </a:ext>
            </a:extLst>
          </p:cNvPr>
          <p:cNvSpPr/>
          <p:nvPr/>
        </p:nvSpPr>
        <p:spPr>
          <a:xfrm>
            <a:off x="12591930" y="8712982"/>
            <a:ext cx="2287248" cy="216260"/>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0720833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p:txBody>
          <a:bodyPr/>
          <a:lstStyle/>
          <a:p>
            <a:r>
              <a:rPr lang="nl-BE" b="1" dirty="0"/>
              <a:t>Stap 2. </a:t>
            </a:r>
            <a:r>
              <a:rPr lang="nl-BE" dirty="0"/>
              <a:t>Datacontrole</a:t>
            </a:r>
          </a:p>
          <a:p>
            <a:pPr lvl="1"/>
            <a:r>
              <a:rPr lang="nl-BE" b="1" dirty="0"/>
              <a:t>Inconsistentiecheck</a:t>
            </a:r>
            <a:endParaRPr lang="nl-BE" dirty="0"/>
          </a:p>
          <a:p>
            <a:endParaRPr lang="nl-BE" dirty="0"/>
          </a:p>
        </p:txBody>
      </p:sp>
      <p:sp>
        <p:nvSpPr>
          <p:cNvPr id="11" name="Tijdelijke aanduiding voor dianummer 3">
            <a:extLst>
              <a:ext uri="{FF2B5EF4-FFF2-40B4-BE49-F238E27FC236}">
                <a16:creationId xmlns:a16="http://schemas.microsoft.com/office/drawing/2014/main" id="{E92B4307-79E9-4424-B212-09EC974E3AE2}"/>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63</a:t>
            </a:fld>
            <a:endParaRPr lang="en-GB" noProof="0" dirty="0"/>
          </a:p>
        </p:txBody>
      </p:sp>
    </p:spTree>
    <p:extLst>
      <p:ext uri="{BB962C8B-B14F-4D97-AF65-F5344CB8AC3E}">
        <p14:creationId xmlns:p14="http://schemas.microsoft.com/office/powerpoint/2010/main" val="25666493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p:txBody>
          <a:bodyPr/>
          <a:lstStyle/>
          <a:p>
            <a:r>
              <a:rPr lang="nl-BE" b="1" dirty="0"/>
              <a:t>Stap 2. </a:t>
            </a:r>
            <a:r>
              <a:rPr lang="nl-BE" dirty="0"/>
              <a:t>Datacontrole</a:t>
            </a:r>
          </a:p>
          <a:p>
            <a:pPr lvl="1"/>
            <a:r>
              <a:rPr lang="nl-BE" b="1" dirty="0"/>
              <a:t>Inconsistentiecheck</a:t>
            </a:r>
            <a:r>
              <a:rPr lang="nl-BE" dirty="0"/>
              <a:t>:</a:t>
            </a:r>
          </a:p>
          <a:p>
            <a:endParaRPr lang="nl-BE" dirty="0"/>
          </a:p>
        </p:txBody>
      </p:sp>
      <p:pic>
        <p:nvPicPr>
          <p:cNvPr id="9" name="Afbeelding 8">
            <a:extLst>
              <a:ext uri="{FF2B5EF4-FFF2-40B4-BE49-F238E27FC236}">
                <a16:creationId xmlns:a16="http://schemas.microsoft.com/office/drawing/2014/main" id="{205DF52F-2EC2-4AB2-B48D-90AAA0FAFF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2428" y="3766184"/>
            <a:ext cx="7587404" cy="4367249"/>
          </a:xfrm>
          <a:prstGeom prst="rect">
            <a:avLst/>
          </a:prstGeom>
        </p:spPr>
      </p:pic>
      <p:pic>
        <p:nvPicPr>
          <p:cNvPr id="10" name="Afbeelding 9">
            <a:extLst>
              <a:ext uri="{FF2B5EF4-FFF2-40B4-BE49-F238E27FC236}">
                <a16:creationId xmlns:a16="http://schemas.microsoft.com/office/drawing/2014/main" id="{9B575996-BAF5-45B2-9901-FB5E4D8B8B4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276493" y="5004851"/>
            <a:ext cx="7638095" cy="2305508"/>
          </a:xfrm>
          <a:prstGeom prst="rect">
            <a:avLst/>
          </a:prstGeom>
        </p:spPr>
      </p:pic>
      <p:sp>
        <p:nvSpPr>
          <p:cNvPr id="11" name="Tijdelijke aanduiding voor dianummer 3">
            <a:extLst>
              <a:ext uri="{FF2B5EF4-FFF2-40B4-BE49-F238E27FC236}">
                <a16:creationId xmlns:a16="http://schemas.microsoft.com/office/drawing/2014/main" id="{E92B4307-79E9-4424-B212-09EC974E3AE2}"/>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64</a:t>
            </a:fld>
            <a:endParaRPr lang="en-GB" noProof="0" dirty="0"/>
          </a:p>
        </p:txBody>
      </p:sp>
      <p:pic>
        <p:nvPicPr>
          <p:cNvPr id="3" name="Afbeelding 2">
            <a:extLst>
              <a:ext uri="{FF2B5EF4-FFF2-40B4-BE49-F238E27FC236}">
                <a16:creationId xmlns:a16="http://schemas.microsoft.com/office/drawing/2014/main" id="{99E9AC3B-C6FA-EEF9-2815-89BD6390236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567723" y="2985319"/>
            <a:ext cx="6535187" cy="818473"/>
          </a:xfrm>
          <a:prstGeom prst="rect">
            <a:avLst/>
          </a:prstGeom>
        </p:spPr>
      </p:pic>
      <p:sp>
        <p:nvSpPr>
          <p:cNvPr id="4" name="Rechthoek 3">
            <a:extLst>
              <a:ext uri="{FF2B5EF4-FFF2-40B4-BE49-F238E27FC236}">
                <a16:creationId xmlns:a16="http://schemas.microsoft.com/office/drawing/2014/main" id="{9418F115-67BE-FFF3-558A-F9BDF87B526D}"/>
              </a:ext>
            </a:extLst>
          </p:cNvPr>
          <p:cNvSpPr/>
          <p:nvPr/>
        </p:nvSpPr>
        <p:spPr>
          <a:xfrm>
            <a:off x="1849978" y="8218872"/>
            <a:ext cx="14204109" cy="461665"/>
          </a:xfrm>
          <a:prstGeom prst="rect">
            <a:avLst/>
          </a:prstGeom>
        </p:spPr>
        <p:txBody>
          <a:bodyPr wrap="square">
            <a:spAutoFit/>
          </a:bodyPr>
          <a:lstStyle/>
          <a:p>
            <a:r>
              <a:rPr lang="nl-NL" sz="2400" dirty="0">
                <a:solidFill>
                  <a:srgbClr val="003366"/>
                </a:solidFill>
                <a:latin typeface="Verdana" panose="020B0604030504040204" pitchFamily="34" charset="0"/>
                <a:ea typeface="Verdana" panose="020B0604030504040204" pitchFamily="34" charset="0"/>
              </a:rPr>
              <a:t>W2_Corona moet </a:t>
            </a:r>
            <a:r>
              <a:rPr lang="nl-NL" sz="2400" dirty="0" err="1">
                <a:solidFill>
                  <a:srgbClr val="003366"/>
                </a:solidFill>
                <a:latin typeface="Verdana" panose="020B0604030504040204" pitchFamily="34" charset="0"/>
                <a:ea typeface="Verdana" panose="020B0604030504040204" pitchFamily="34" charset="0"/>
              </a:rPr>
              <a:t>gehercodeerd</a:t>
            </a:r>
            <a:r>
              <a:rPr lang="nl-NL" sz="2400" dirty="0">
                <a:solidFill>
                  <a:srgbClr val="003366"/>
                </a:solidFill>
                <a:latin typeface="Verdana" panose="020B0604030504040204" pitchFamily="34" charset="0"/>
                <a:ea typeface="Verdana" panose="020B0604030504040204" pitchFamily="34" charset="0"/>
              </a:rPr>
              <a:t> worden naar 0 = Geen symptomen, 1 = Wel symptomen</a:t>
            </a:r>
          </a:p>
        </p:txBody>
      </p:sp>
    </p:spTree>
    <p:extLst>
      <p:ext uri="{BB962C8B-B14F-4D97-AF65-F5344CB8AC3E}">
        <p14:creationId xmlns:p14="http://schemas.microsoft.com/office/powerpoint/2010/main" val="26987054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p:txBody>
          <a:bodyPr/>
          <a:lstStyle/>
          <a:p>
            <a:r>
              <a:rPr lang="nl-BE" b="1" dirty="0"/>
              <a:t>Stap 2. </a:t>
            </a:r>
            <a:r>
              <a:rPr lang="nl-BE" dirty="0"/>
              <a:t>Datacontrole</a:t>
            </a:r>
          </a:p>
          <a:p>
            <a:pPr lvl="1"/>
            <a:r>
              <a:rPr lang="nl-BE" b="1" dirty="0"/>
              <a:t>Inconsistentiecheck</a:t>
            </a:r>
            <a:r>
              <a:rPr lang="nl-BE" dirty="0"/>
              <a:t>:</a:t>
            </a:r>
          </a:p>
          <a:p>
            <a:pPr lvl="1"/>
            <a:r>
              <a:rPr lang="nl-BE" dirty="0" err="1"/>
              <a:t>Recode</a:t>
            </a:r>
            <a:r>
              <a:rPr lang="nl-BE" dirty="0"/>
              <a:t> </a:t>
            </a:r>
            <a:r>
              <a:rPr lang="nl-BE" dirty="0" err="1"/>
              <a:t>into</a:t>
            </a:r>
            <a:r>
              <a:rPr lang="nl-BE" dirty="0"/>
              <a:t> different variables (zie H5)</a:t>
            </a:r>
          </a:p>
          <a:p>
            <a:endParaRPr lang="nl-BE" dirty="0"/>
          </a:p>
        </p:txBody>
      </p:sp>
      <p:sp>
        <p:nvSpPr>
          <p:cNvPr id="11" name="Tijdelijke aanduiding voor dianummer 3">
            <a:extLst>
              <a:ext uri="{FF2B5EF4-FFF2-40B4-BE49-F238E27FC236}">
                <a16:creationId xmlns:a16="http://schemas.microsoft.com/office/drawing/2014/main" id="{E92B4307-79E9-4424-B212-09EC974E3AE2}"/>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65</a:t>
            </a:fld>
            <a:endParaRPr lang="en-GB" noProof="0" dirty="0"/>
          </a:p>
        </p:txBody>
      </p:sp>
      <p:pic>
        <p:nvPicPr>
          <p:cNvPr id="3" name="Afbeelding 2">
            <a:extLst>
              <a:ext uri="{FF2B5EF4-FFF2-40B4-BE49-F238E27FC236}">
                <a16:creationId xmlns:a16="http://schemas.microsoft.com/office/drawing/2014/main" id="{08AE197D-8807-9CFB-29D3-6880ADF0501F}"/>
              </a:ext>
            </a:extLst>
          </p:cNvPr>
          <p:cNvPicPr>
            <a:picLocks noChangeAspect="1"/>
          </p:cNvPicPr>
          <p:nvPr/>
        </p:nvPicPr>
        <p:blipFill>
          <a:blip r:embed="rId2"/>
          <a:stretch>
            <a:fillRect/>
          </a:stretch>
        </p:blipFill>
        <p:spPr>
          <a:xfrm>
            <a:off x="1825537" y="6081893"/>
            <a:ext cx="7109559" cy="2145973"/>
          </a:xfrm>
          <a:prstGeom prst="rect">
            <a:avLst/>
          </a:prstGeom>
        </p:spPr>
      </p:pic>
      <p:sp>
        <p:nvSpPr>
          <p:cNvPr id="9" name="Tijdelijke aanduiding voor inhoud 8">
            <a:extLst>
              <a:ext uri="{FF2B5EF4-FFF2-40B4-BE49-F238E27FC236}">
                <a16:creationId xmlns:a16="http://schemas.microsoft.com/office/drawing/2014/main" id="{45DE064C-2FB2-662F-7135-1D4F087FFA48}"/>
              </a:ext>
            </a:extLst>
          </p:cNvPr>
          <p:cNvSpPr>
            <a:spLocks noGrp="1"/>
          </p:cNvSpPr>
          <p:nvPr>
            <p:ph idx="13"/>
          </p:nvPr>
        </p:nvSpPr>
        <p:spPr/>
        <p:txBody>
          <a:bodyPr/>
          <a:lstStyle/>
          <a:p>
            <a:r>
              <a:rPr lang="nl-NL" dirty="0"/>
              <a:t>Benoem ook je nieuwe categorieën (door ‘Value labels’ in te vullen bij nieuwe variabele in de ‘</a:t>
            </a:r>
            <a:r>
              <a:rPr lang="nl-NL" dirty="0" err="1"/>
              <a:t>Variable</a:t>
            </a:r>
            <a:r>
              <a:rPr lang="nl-NL" dirty="0"/>
              <a:t> view’)</a:t>
            </a:r>
          </a:p>
        </p:txBody>
      </p:sp>
      <p:pic>
        <p:nvPicPr>
          <p:cNvPr id="12" name="Afbeelding 11">
            <a:extLst>
              <a:ext uri="{FF2B5EF4-FFF2-40B4-BE49-F238E27FC236}">
                <a16:creationId xmlns:a16="http://schemas.microsoft.com/office/drawing/2014/main" id="{8805E7AD-5101-9E1E-B994-55E9E9FFD6A3}"/>
              </a:ext>
            </a:extLst>
          </p:cNvPr>
          <p:cNvPicPr>
            <a:picLocks noChangeAspect="1"/>
          </p:cNvPicPr>
          <p:nvPr/>
        </p:nvPicPr>
        <p:blipFill>
          <a:blip r:embed="rId3"/>
          <a:stretch>
            <a:fillRect/>
          </a:stretch>
        </p:blipFill>
        <p:spPr>
          <a:xfrm>
            <a:off x="1436539" y="3705646"/>
            <a:ext cx="7887557" cy="1736397"/>
          </a:xfrm>
          <a:prstGeom prst="rect">
            <a:avLst/>
          </a:prstGeom>
        </p:spPr>
      </p:pic>
      <p:pic>
        <p:nvPicPr>
          <p:cNvPr id="14" name="Afbeelding 13">
            <a:extLst>
              <a:ext uri="{FF2B5EF4-FFF2-40B4-BE49-F238E27FC236}">
                <a16:creationId xmlns:a16="http://schemas.microsoft.com/office/drawing/2014/main" id="{304C8FBD-0066-0510-1863-755BE312B8D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35951" y="1627361"/>
            <a:ext cx="7587404" cy="4367249"/>
          </a:xfrm>
          <a:prstGeom prst="rect">
            <a:avLst/>
          </a:prstGeom>
        </p:spPr>
      </p:pic>
      <p:pic>
        <p:nvPicPr>
          <p:cNvPr id="16" name="Afbeelding 15">
            <a:extLst>
              <a:ext uri="{FF2B5EF4-FFF2-40B4-BE49-F238E27FC236}">
                <a16:creationId xmlns:a16="http://schemas.microsoft.com/office/drawing/2014/main" id="{56955ACA-AA4F-A165-826F-3242ABC01D22}"/>
              </a:ext>
            </a:extLst>
          </p:cNvPr>
          <p:cNvPicPr>
            <a:picLocks noChangeAspect="1"/>
          </p:cNvPicPr>
          <p:nvPr/>
        </p:nvPicPr>
        <p:blipFill>
          <a:blip r:embed="rId5"/>
          <a:stretch>
            <a:fillRect/>
          </a:stretch>
        </p:blipFill>
        <p:spPr>
          <a:xfrm>
            <a:off x="9087428" y="6295234"/>
            <a:ext cx="7518760" cy="1942717"/>
          </a:xfrm>
          <a:prstGeom prst="rect">
            <a:avLst/>
          </a:prstGeom>
        </p:spPr>
      </p:pic>
      <p:sp>
        <p:nvSpPr>
          <p:cNvPr id="17" name="Pijl: gekromd omhoog 16">
            <a:extLst>
              <a:ext uri="{FF2B5EF4-FFF2-40B4-BE49-F238E27FC236}">
                <a16:creationId xmlns:a16="http://schemas.microsoft.com/office/drawing/2014/main" id="{DA35666F-CBDD-EB8F-FC00-4AF620F53B16}"/>
              </a:ext>
            </a:extLst>
          </p:cNvPr>
          <p:cNvSpPr/>
          <p:nvPr/>
        </p:nvSpPr>
        <p:spPr>
          <a:xfrm>
            <a:off x="7885355" y="8326419"/>
            <a:ext cx="1893346" cy="541297"/>
          </a:xfrm>
          <a:prstGeom prst="curvedUpArrow">
            <a:avLst/>
          </a:prstGeom>
          <a:noFill/>
          <a:ln w="31750">
            <a:solidFill>
              <a:srgbClr val="1E6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chemeClr val="tx1"/>
              </a:solidFill>
            </a:endParaRPr>
          </a:p>
        </p:txBody>
      </p:sp>
    </p:spTree>
    <p:extLst>
      <p:ext uri="{BB962C8B-B14F-4D97-AF65-F5344CB8AC3E}">
        <p14:creationId xmlns:p14="http://schemas.microsoft.com/office/powerpoint/2010/main" val="12027782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2. </a:t>
            </a:r>
            <a:r>
              <a:rPr lang="nl-BE" dirty="0"/>
              <a:t>Datacontrole</a:t>
            </a:r>
          </a:p>
          <a:p>
            <a:pPr lvl="1"/>
            <a:r>
              <a:rPr lang="nl-BE" b="1" dirty="0"/>
              <a:t>Assumptiecheck</a:t>
            </a:r>
            <a:r>
              <a:rPr lang="nl-BE" dirty="0"/>
              <a:t>:</a:t>
            </a:r>
          </a:p>
          <a:p>
            <a:pPr marL="1821150" lvl="2" indent="-514350">
              <a:buFont typeface="+mj-lt"/>
              <a:buAutoNum type="arabicPeriod"/>
            </a:pPr>
            <a:r>
              <a:rPr lang="nl-BE" dirty="0"/>
              <a:t>Data = absolute frequenties, geen percentages</a:t>
            </a:r>
          </a:p>
          <a:p>
            <a:pPr marL="1821150" lvl="2" indent="-514350">
              <a:buFont typeface="+mj-lt"/>
              <a:buAutoNum type="arabicPeriod"/>
            </a:pPr>
            <a:r>
              <a:rPr lang="nl-BE" dirty="0"/>
              <a:t>Elke variabele minimum twee mutueel exclusieve categorieën</a:t>
            </a:r>
          </a:p>
          <a:p>
            <a:pPr marL="1821150" lvl="2" indent="-514350">
              <a:buFont typeface="+mj-lt"/>
              <a:buAutoNum type="arabicPeriod"/>
            </a:pPr>
            <a:r>
              <a:rPr lang="nl-BE" dirty="0"/>
              <a:t>Onafhankelijke groepen onderzoekseenheden</a:t>
            </a:r>
          </a:p>
          <a:p>
            <a:pPr marL="1821150" lvl="2" indent="-514350">
              <a:buFont typeface="+mj-lt"/>
              <a:buAutoNum type="arabicPeriod"/>
            </a:pPr>
            <a:r>
              <a:rPr lang="nl-BE" dirty="0"/>
              <a:t>f(e) van elke cel &gt; 5</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66</a:t>
            </a:fld>
            <a:endParaRPr lang="en-GB" noProof="0" dirty="0"/>
          </a:p>
        </p:txBody>
      </p:sp>
    </p:spTree>
    <p:extLst>
      <p:ext uri="{BB962C8B-B14F-4D97-AF65-F5344CB8AC3E}">
        <p14:creationId xmlns:p14="http://schemas.microsoft.com/office/powerpoint/2010/main" val="38711016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2. </a:t>
            </a:r>
            <a:r>
              <a:rPr lang="nl-BE" dirty="0"/>
              <a:t>Datacontrole</a:t>
            </a:r>
          </a:p>
          <a:p>
            <a:pPr lvl="1"/>
            <a:r>
              <a:rPr lang="nl-BE" b="1" dirty="0"/>
              <a:t>Assumptiecheck</a:t>
            </a:r>
            <a:r>
              <a:rPr lang="nl-BE" dirty="0"/>
              <a:t>:</a:t>
            </a:r>
          </a:p>
          <a:p>
            <a:pPr marL="1821150" lvl="2" indent="-514350">
              <a:buFont typeface="+mj-lt"/>
              <a:buAutoNum type="arabicPeriod"/>
            </a:pPr>
            <a:r>
              <a:rPr lang="nl-BE" dirty="0"/>
              <a:t>Data = absolute frequenties, geen percentages</a:t>
            </a:r>
          </a:p>
          <a:p>
            <a:pPr marL="2393550" lvl="3" indent="-514350"/>
            <a:r>
              <a:rPr lang="nl-BE" dirty="0"/>
              <a:t>Gebeurt automatisch door SPSS</a:t>
            </a:r>
          </a:p>
          <a:p>
            <a:pPr marL="1821150" lvl="2" indent="-514350">
              <a:buFont typeface="+mj-lt"/>
              <a:buAutoNum type="arabicPeriod"/>
            </a:pPr>
            <a:r>
              <a:rPr lang="nl-BE" dirty="0"/>
              <a:t>Elke variabele minimum twee mutueel exclusieve categorieën</a:t>
            </a:r>
          </a:p>
          <a:p>
            <a:pPr marL="2393550" lvl="3" indent="-514350"/>
            <a:r>
              <a:rPr lang="nl-BE" dirty="0"/>
              <a:t>Elke respondent kan maar tot 1 categorie behoren, geen meerdere tegelijk</a:t>
            </a:r>
          </a:p>
          <a:p>
            <a:pPr marL="1821150" lvl="2" indent="-514350">
              <a:buFont typeface="+mj-lt"/>
              <a:buAutoNum type="arabicPeriod"/>
            </a:pPr>
            <a:r>
              <a:rPr lang="nl-BE" dirty="0"/>
              <a:t>Onafhankelijke groepen onderzoekseenheden</a:t>
            </a:r>
          </a:p>
          <a:p>
            <a:pPr marL="2393550" lvl="3" indent="-514350"/>
            <a:r>
              <a:rPr lang="nl-BE" dirty="0" err="1"/>
              <a:t>Gevaccineerden</a:t>
            </a:r>
            <a:r>
              <a:rPr lang="nl-BE" dirty="0"/>
              <a:t> </a:t>
            </a:r>
            <a:r>
              <a:rPr lang="nl-BE" dirty="0" err="1"/>
              <a:t>vs</a:t>
            </a:r>
            <a:r>
              <a:rPr lang="nl-BE" dirty="0"/>
              <a:t> niet-</a:t>
            </a:r>
            <a:r>
              <a:rPr lang="nl-BE" dirty="0" err="1"/>
              <a:t>gevaccineerden</a:t>
            </a:r>
            <a:r>
              <a:rPr lang="nl-BE" dirty="0"/>
              <a:t> = onafhankelijk van elkaar</a:t>
            </a:r>
          </a:p>
          <a:p>
            <a:pPr marL="1821150" lvl="2" indent="-514350">
              <a:buFont typeface="+mj-lt"/>
              <a:buAutoNum type="arabicPeriod"/>
            </a:pPr>
            <a:r>
              <a:rPr lang="nl-BE" dirty="0"/>
              <a:t>f(e) van elke cel &gt; 5</a:t>
            </a:r>
          </a:p>
          <a:p>
            <a:pPr marL="2393550" lvl="3" indent="-514350"/>
            <a:r>
              <a:rPr lang="nl-BE" dirty="0"/>
              <a:t>Zie SPSS-output</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67</a:t>
            </a:fld>
            <a:endParaRPr lang="en-GB" noProof="0" dirty="0"/>
          </a:p>
        </p:txBody>
      </p:sp>
    </p:spTree>
    <p:extLst>
      <p:ext uri="{BB962C8B-B14F-4D97-AF65-F5344CB8AC3E}">
        <p14:creationId xmlns:p14="http://schemas.microsoft.com/office/powerpoint/2010/main" val="39439706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3. </a:t>
            </a:r>
            <a:r>
              <a:rPr lang="nl-BE" dirty="0"/>
              <a:t>Hypothesen formuleren</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68</a:t>
            </a:fld>
            <a:endParaRPr lang="en-GB" noProof="0" dirty="0"/>
          </a:p>
        </p:txBody>
      </p:sp>
    </p:spTree>
    <p:extLst>
      <p:ext uri="{BB962C8B-B14F-4D97-AF65-F5344CB8AC3E}">
        <p14:creationId xmlns:p14="http://schemas.microsoft.com/office/powerpoint/2010/main" val="25825152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813828"/>
          </a:xfrm>
        </p:spPr>
        <p:txBody>
          <a:bodyPr>
            <a:normAutofit/>
          </a:bodyPr>
          <a:lstStyle/>
          <a:p>
            <a:r>
              <a:rPr lang="nl-BE" b="1" dirty="0"/>
              <a:t>Stap 3. </a:t>
            </a:r>
            <a:r>
              <a:rPr lang="nl-BE" dirty="0"/>
              <a:t>Hypothesen formuleren</a:t>
            </a:r>
          </a:p>
          <a:p>
            <a:pPr lvl="1"/>
            <a:r>
              <a:rPr lang="nl-BE" dirty="0"/>
              <a:t>Best tweezijdig toetsen!</a:t>
            </a:r>
          </a:p>
          <a:p>
            <a:endParaRPr lang="nl-BE" sz="1800" dirty="0"/>
          </a:p>
          <a:p>
            <a:pPr marL="720000" lvl="1" indent="0">
              <a:buNone/>
            </a:pPr>
            <a:r>
              <a:rPr lang="nl-NL" b="1" dirty="0"/>
              <a:t>H</a:t>
            </a:r>
            <a:r>
              <a:rPr lang="nl-NL" b="1" baseline="-25000" dirty="0"/>
              <a:t>0</a:t>
            </a:r>
            <a:r>
              <a:rPr lang="nl-NL" b="1" dirty="0"/>
              <a:t>: 	</a:t>
            </a:r>
            <a:r>
              <a:rPr lang="nl-NL" i="1" dirty="0"/>
              <a:t>Er is geen verband tussen gevaccineerd zijn en coronasymptomen hebben: 						respondenten die gevaccineerd zijn, zijn niet verschillend van respondenten die 				niet gevaccineerd zijn op vlak van het vertonen van coronasymptomen.</a:t>
            </a:r>
          </a:p>
          <a:p>
            <a:pPr marL="720000" lvl="1" indent="0">
              <a:buNone/>
            </a:pPr>
            <a:endParaRPr lang="nl-NL" i="1" dirty="0"/>
          </a:p>
          <a:p>
            <a:pPr marL="720000" lvl="1" indent="0">
              <a:buNone/>
            </a:pPr>
            <a:r>
              <a:rPr lang="nl-NL" b="1" dirty="0"/>
              <a:t>H</a:t>
            </a:r>
            <a:r>
              <a:rPr lang="nl-NL" b="1" baseline="-25000" dirty="0"/>
              <a:t>a</a:t>
            </a:r>
            <a:r>
              <a:rPr lang="nl-NL" b="1" dirty="0"/>
              <a:t>: 	</a:t>
            </a:r>
            <a:r>
              <a:rPr lang="nl-NL" i="1" dirty="0"/>
              <a:t>Er is een verband tussen gevaccineerd zijn en coronasymptomen hebben: 						respondenten die gevaccineerd zijn, zijn verschillend van respondenten die 						niet gevaccineerd zijn op vlak van het vertonen van coronasymptomen.</a:t>
            </a:r>
          </a:p>
          <a:p>
            <a:pPr marL="720000" lvl="1" indent="0">
              <a:buNone/>
            </a:pPr>
            <a:endParaRPr lang="nl-BE" b="1" dirty="0"/>
          </a:p>
          <a:p>
            <a:endParaRPr lang="nl-BE" dirty="0"/>
          </a:p>
        </p:txBody>
      </p:sp>
      <p:sp>
        <p:nvSpPr>
          <p:cNvPr id="11" name="Tijdelijke aanduiding voor dianummer 3">
            <a:extLst>
              <a:ext uri="{FF2B5EF4-FFF2-40B4-BE49-F238E27FC236}">
                <a16:creationId xmlns:a16="http://schemas.microsoft.com/office/drawing/2014/main" id="{6876C9D2-FF11-4B5B-B013-13D1514EBBA7}"/>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69</a:t>
            </a:fld>
            <a:endParaRPr lang="en-GB" noProof="0" dirty="0"/>
          </a:p>
        </p:txBody>
      </p:sp>
    </p:spTree>
    <p:extLst>
      <p:ext uri="{BB962C8B-B14F-4D97-AF65-F5344CB8AC3E}">
        <p14:creationId xmlns:p14="http://schemas.microsoft.com/office/powerpoint/2010/main" val="20680396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4. </a:t>
            </a:r>
            <a:r>
              <a:rPr lang="nl-BE" dirty="0"/>
              <a:t>Significantieniveau bepalen</a:t>
            </a:r>
          </a:p>
          <a:p>
            <a:pPr marL="1306800" lvl="2" indent="0">
              <a:buNone/>
            </a:pPr>
            <a:endParaRPr lang="nl-BE" dirty="0"/>
          </a:p>
          <a:p>
            <a:r>
              <a:rPr lang="nl-BE" b="1" dirty="0"/>
              <a:t>Stap 5. </a:t>
            </a:r>
            <a:r>
              <a:rPr lang="nl-BE" dirty="0"/>
              <a:t>Toetsingsgrootheid en p-waarde berekenen</a:t>
            </a:r>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70</a:t>
            </a:fld>
            <a:endParaRPr lang="en-GB" noProof="0" dirty="0"/>
          </a:p>
        </p:txBody>
      </p:sp>
    </p:spTree>
    <p:extLst>
      <p:ext uri="{BB962C8B-B14F-4D97-AF65-F5344CB8AC3E}">
        <p14:creationId xmlns:p14="http://schemas.microsoft.com/office/powerpoint/2010/main" val="19630463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mc:AlternateContent xmlns:mc="http://schemas.openxmlformats.org/markup-compatibility/2006" xmlns:a14="http://schemas.microsoft.com/office/drawing/2010/main">
        <mc:Choice Requires="a14">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4. </a:t>
                </a:r>
                <a:r>
                  <a:rPr lang="nl-BE" dirty="0"/>
                  <a:t>Significantieniveau bepalen</a:t>
                </a:r>
              </a:p>
              <a:p>
                <a:pPr lvl="1"/>
                <a:r>
                  <a:rPr lang="nl-BE" dirty="0"/>
                  <a:t>Minimaal </a:t>
                </a:r>
                <a14:m>
                  <m:oMath xmlns:m="http://schemas.openxmlformats.org/officeDocument/2006/math">
                    <m:r>
                      <a:rPr lang="nl-BE" i="1" smtClean="0">
                        <a:latin typeface="Cambria Math" panose="02040503050406030204" pitchFamily="18" charset="0"/>
                        <a:ea typeface="Cambria Math" panose="02040503050406030204" pitchFamily="18" charset="0"/>
                      </a:rPr>
                      <m:t>𝛼</m:t>
                    </m:r>
                  </m:oMath>
                </a14:m>
                <a:r>
                  <a:rPr lang="nl-BE" dirty="0"/>
                  <a:t> = .05</a:t>
                </a:r>
              </a:p>
              <a:p>
                <a:pPr lvl="1"/>
                <a:r>
                  <a:rPr lang="nl-BE" dirty="0"/>
                  <a:t>Wanneer n &gt; 400: beter </a:t>
                </a:r>
                <a14:m>
                  <m:oMath xmlns:m="http://schemas.openxmlformats.org/officeDocument/2006/math">
                    <m:r>
                      <a:rPr lang="nl-BE" b="0" i="1">
                        <a:latin typeface="Cambria Math" panose="02040503050406030204" pitchFamily="18" charset="0"/>
                        <a:ea typeface="Cambria Math" panose="02040503050406030204" pitchFamily="18" charset="0"/>
                      </a:rPr>
                      <m:t>𝛼</m:t>
                    </m:r>
                  </m:oMath>
                </a14:m>
                <a:r>
                  <a:rPr lang="nl-BE" dirty="0"/>
                  <a:t> = .01</a:t>
                </a:r>
              </a:p>
              <a:p>
                <a:pPr lvl="2"/>
                <a:r>
                  <a:rPr lang="nl-BE" dirty="0"/>
                  <a:t>n = 135, </a:t>
                </a:r>
                <a:r>
                  <a:rPr lang="nl-BE" b="1" dirty="0"/>
                  <a:t>dus hanteer .05</a:t>
                </a:r>
              </a:p>
              <a:p>
                <a:pPr lvl="2"/>
                <a:endParaRPr lang="nl-BE" dirty="0"/>
              </a:p>
              <a:p>
                <a:r>
                  <a:rPr lang="nl-BE" b="1" dirty="0"/>
                  <a:t>Stap 5. </a:t>
                </a:r>
                <a:r>
                  <a:rPr lang="nl-BE" dirty="0"/>
                  <a:t>Toetsingsgrootheid en p-waarde berekenen</a:t>
                </a:r>
              </a:p>
              <a:p>
                <a:pPr lvl="1"/>
                <a:r>
                  <a:rPr lang="nl-BE" dirty="0"/>
                  <a:t>+ indien significant: maat van effectgrootte!</a:t>
                </a:r>
              </a:p>
            </p:txBody>
          </p:sp>
        </mc:Choice>
        <mc:Fallback xmlns="">
          <p:sp>
            <p:nvSpPr>
              <p:cNvPr id="6" name="Tijdelijke aanduiding voor inhoud 5">
                <a:extLst>
                  <a:ext uri="{FF2B5EF4-FFF2-40B4-BE49-F238E27FC236}">
                    <a16:creationId xmlns:a16="http://schemas.microsoft.com/office/drawing/2014/main" id="{D218D92A-74AD-49F8-A8A9-AD801B689B50}"/>
                  </a:ext>
                </a:extLst>
              </p:cNvPr>
              <p:cNvSpPr>
                <a:spLocks noGrp="1" noRot="1" noChangeAspect="1" noMove="1" noResize="1" noEditPoints="1" noAdjustHandles="1" noChangeArrowheads="1" noChangeShapeType="1" noTextEdit="1"/>
              </p:cNvSpPr>
              <p:nvPr>
                <p:ph idx="1"/>
              </p:nvPr>
            </p:nvSpPr>
            <p:spPr>
              <a:xfrm>
                <a:off x="327069" y="1816273"/>
                <a:ext cx="16858641" cy="7164888"/>
              </a:xfrm>
              <a:blipFill>
                <a:blip r:embed="rId2"/>
                <a:stretch>
                  <a:fillRect l="-145" t="-511"/>
                </a:stretch>
              </a:blipFill>
            </p:spPr>
            <p:txBody>
              <a:bodyPr/>
              <a:lstStyle/>
              <a:p>
                <a:r>
                  <a:rPr lang="nl-NL">
                    <a:noFill/>
                  </a:rPr>
                  <a:t> </a:t>
                </a:r>
              </a:p>
            </p:txBody>
          </p:sp>
        </mc:Fallback>
      </mc:AlternateContent>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71</a:t>
            </a:fld>
            <a:endParaRPr lang="en-GB" noProof="0" dirty="0"/>
          </a:p>
        </p:txBody>
      </p:sp>
      <p:pic>
        <p:nvPicPr>
          <p:cNvPr id="2" name="Afbeelding 1">
            <a:extLst>
              <a:ext uri="{FF2B5EF4-FFF2-40B4-BE49-F238E27FC236}">
                <a16:creationId xmlns:a16="http://schemas.microsoft.com/office/drawing/2014/main" id="{6D6837B2-42F5-97C6-0E02-9EABF3C4190C}"/>
              </a:ext>
            </a:extLst>
          </p:cNvPr>
          <p:cNvPicPr>
            <a:picLocks noChangeAspect="1"/>
          </p:cNvPicPr>
          <p:nvPr/>
        </p:nvPicPr>
        <p:blipFill>
          <a:blip r:embed="rId3"/>
          <a:stretch>
            <a:fillRect/>
          </a:stretch>
        </p:blipFill>
        <p:spPr>
          <a:xfrm>
            <a:off x="9993853" y="5605548"/>
            <a:ext cx="6567763" cy="3624432"/>
          </a:xfrm>
          <a:prstGeom prst="rect">
            <a:avLst/>
          </a:prstGeom>
        </p:spPr>
      </p:pic>
    </p:spTree>
    <p:extLst>
      <p:ext uri="{BB962C8B-B14F-4D97-AF65-F5344CB8AC3E}">
        <p14:creationId xmlns:p14="http://schemas.microsoft.com/office/powerpoint/2010/main" val="14517836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Afbeelding 11">
            <a:extLst>
              <a:ext uri="{FF2B5EF4-FFF2-40B4-BE49-F238E27FC236}">
                <a16:creationId xmlns:a16="http://schemas.microsoft.com/office/drawing/2014/main" id="{D5C0C71B-0998-3E19-6762-EFCA291BEDB5}"/>
              </a:ext>
            </a:extLst>
          </p:cNvPr>
          <p:cNvPicPr>
            <a:picLocks noChangeAspect="1"/>
          </p:cNvPicPr>
          <p:nvPr/>
        </p:nvPicPr>
        <p:blipFill>
          <a:blip r:embed="rId2"/>
          <a:stretch>
            <a:fillRect/>
          </a:stretch>
        </p:blipFill>
        <p:spPr>
          <a:xfrm>
            <a:off x="1188062" y="5437738"/>
            <a:ext cx="8612645" cy="3760051"/>
          </a:xfrm>
          <a:prstGeom prst="rect">
            <a:avLst/>
          </a:prstGeom>
        </p:spPr>
      </p:pic>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a:p>
            <a:pPr lvl="1"/>
            <a:r>
              <a:rPr lang="nl-BE" b="1" i="1" dirty="0">
                <a:solidFill>
                  <a:srgbClr val="002060"/>
                </a:solidFill>
              </a:rPr>
              <a:t>Syntax </a:t>
            </a:r>
            <a:r>
              <a:rPr lang="nl-BE" b="1" dirty="0">
                <a:solidFill>
                  <a:srgbClr val="002060"/>
                </a:solidFill>
              </a:rPr>
              <a:t>en output</a:t>
            </a:r>
            <a:r>
              <a:rPr lang="nl-BE" b="1" dirty="0"/>
              <a:t>:</a:t>
            </a:r>
          </a:p>
        </p:txBody>
      </p:sp>
      <p:sp>
        <p:nvSpPr>
          <p:cNvPr id="8" name="Tijdelijke aanduiding voor dianummer 3">
            <a:extLst>
              <a:ext uri="{FF2B5EF4-FFF2-40B4-BE49-F238E27FC236}">
                <a16:creationId xmlns:a16="http://schemas.microsoft.com/office/drawing/2014/main" id="{C2A1AC9A-7B3C-43F5-930D-626BDBFCC4F8}"/>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72</a:t>
            </a:fld>
            <a:endParaRPr lang="en-GB" noProof="0" dirty="0"/>
          </a:p>
        </p:txBody>
      </p:sp>
      <p:sp>
        <p:nvSpPr>
          <p:cNvPr id="19" name="Rechthoek 18">
            <a:extLst>
              <a:ext uri="{FF2B5EF4-FFF2-40B4-BE49-F238E27FC236}">
                <a16:creationId xmlns:a16="http://schemas.microsoft.com/office/drawing/2014/main" id="{2CB1D703-653C-4BE1-8A5D-35ADFED0892F}"/>
              </a:ext>
            </a:extLst>
          </p:cNvPr>
          <p:cNvSpPr/>
          <p:nvPr/>
        </p:nvSpPr>
        <p:spPr>
          <a:xfrm>
            <a:off x="1498885" y="8496716"/>
            <a:ext cx="3995499" cy="368689"/>
          </a:xfrm>
          <a:prstGeom prst="rect">
            <a:avLst/>
          </a:prstGeom>
          <a:noFill/>
          <a:ln w="381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0" name="Rechthoek 19">
            <a:extLst>
              <a:ext uri="{FF2B5EF4-FFF2-40B4-BE49-F238E27FC236}">
                <a16:creationId xmlns:a16="http://schemas.microsoft.com/office/drawing/2014/main" id="{7E724A1E-28EC-4BFE-B879-10BA792CC6A3}"/>
              </a:ext>
            </a:extLst>
          </p:cNvPr>
          <p:cNvSpPr/>
          <p:nvPr/>
        </p:nvSpPr>
        <p:spPr>
          <a:xfrm>
            <a:off x="1708532" y="9044017"/>
            <a:ext cx="9040221" cy="461665"/>
          </a:xfrm>
          <a:prstGeom prst="rect">
            <a:avLst/>
          </a:prstGeom>
        </p:spPr>
        <p:txBody>
          <a:bodyPr wrap="square">
            <a:spAutoFit/>
          </a:bodyPr>
          <a:lstStyle/>
          <a:p>
            <a:pPr algn="ctr"/>
            <a:r>
              <a:rPr lang="nl-BE" sz="2400" dirty="0">
                <a:solidFill>
                  <a:srgbClr val="003366"/>
                </a:solidFill>
                <a:latin typeface="Verdana" panose="020B0604030504040204" pitchFamily="34" charset="0"/>
                <a:ea typeface="Verdana" panose="020B0604030504040204" pitchFamily="34" charset="0"/>
              </a:rPr>
              <a:t>Assumptie 4 niet oké: Fisher Exact toets als alternatief</a:t>
            </a:r>
          </a:p>
        </p:txBody>
      </p:sp>
      <p:pic>
        <p:nvPicPr>
          <p:cNvPr id="3" name="Afbeelding 2">
            <a:extLst>
              <a:ext uri="{FF2B5EF4-FFF2-40B4-BE49-F238E27FC236}">
                <a16:creationId xmlns:a16="http://schemas.microsoft.com/office/drawing/2014/main" id="{92A68141-D348-4EB4-497C-903EFE99B3DD}"/>
              </a:ext>
            </a:extLst>
          </p:cNvPr>
          <p:cNvPicPr>
            <a:picLocks noChangeAspect="1"/>
          </p:cNvPicPr>
          <p:nvPr/>
        </p:nvPicPr>
        <p:blipFill>
          <a:blip r:embed="rId3"/>
          <a:stretch>
            <a:fillRect/>
          </a:stretch>
        </p:blipFill>
        <p:spPr>
          <a:xfrm>
            <a:off x="1498886" y="3327964"/>
            <a:ext cx="4772029" cy="1727622"/>
          </a:xfrm>
          <a:prstGeom prst="rect">
            <a:avLst/>
          </a:prstGeom>
        </p:spPr>
      </p:pic>
    </p:spTree>
    <p:extLst>
      <p:ext uri="{BB962C8B-B14F-4D97-AF65-F5344CB8AC3E}">
        <p14:creationId xmlns:p14="http://schemas.microsoft.com/office/powerpoint/2010/main" val="1466598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Afbeelding 11">
            <a:extLst>
              <a:ext uri="{FF2B5EF4-FFF2-40B4-BE49-F238E27FC236}">
                <a16:creationId xmlns:a16="http://schemas.microsoft.com/office/drawing/2014/main" id="{D5C0C71B-0998-3E19-6762-EFCA291BEDB5}"/>
              </a:ext>
            </a:extLst>
          </p:cNvPr>
          <p:cNvPicPr>
            <a:picLocks noChangeAspect="1"/>
          </p:cNvPicPr>
          <p:nvPr/>
        </p:nvPicPr>
        <p:blipFill>
          <a:blip r:embed="rId2"/>
          <a:stretch>
            <a:fillRect/>
          </a:stretch>
        </p:blipFill>
        <p:spPr>
          <a:xfrm>
            <a:off x="1188062" y="5437738"/>
            <a:ext cx="8612645" cy="3760051"/>
          </a:xfrm>
          <a:prstGeom prst="rect">
            <a:avLst/>
          </a:prstGeom>
        </p:spPr>
      </p:pic>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240016" y="1812263"/>
            <a:ext cx="16858641" cy="7164888"/>
          </a:xfrm>
        </p:spPr>
        <p:txBody>
          <a:bodyPr>
            <a:normAutofit/>
          </a:bodyPr>
          <a:lstStyle/>
          <a:p>
            <a:r>
              <a:rPr lang="nl-BE" b="1" dirty="0"/>
              <a:t>Stap 5. </a:t>
            </a:r>
            <a:r>
              <a:rPr lang="nl-BE" dirty="0"/>
              <a:t>Toetsingsgrootheid en p-waarde berekenen</a:t>
            </a:r>
          </a:p>
          <a:p>
            <a:pPr lvl="1"/>
            <a:r>
              <a:rPr lang="nl-BE" b="1" i="1" dirty="0">
                <a:solidFill>
                  <a:srgbClr val="002060"/>
                </a:solidFill>
              </a:rPr>
              <a:t>Syntax </a:t>
            </a:r>
            <a:r>
              <a:rPr lang="nl-BE" b="1" dirty="0">
                <a:solidFill>
                  <a:srgbClr val="002060"/>
                </a:solidFill>
              </a:rPr>
              <a:t>en output</a:t>
            </a:r>
            <a:r>
              <a:rPr lang="nl-BE" b="1" dirty="0"/>
              <a:t>:</a:t>
            </a:r>
          </a:p>
        </p:txBody>
      </p:sp>
      <p:sp>
        <p:nvSpPr>
          <p:cNvPr id="8" name="Tijdelijke aanduiding voor dianummer 3">
            <a:extLst>
              <a:ext uri="{FF2B5EF4-FFF2-40B4-BE49-F238E27FC236}">
                <a16:creationId xmlns:a16="http://schemas.microsoft.com/office/drawing/2014/main" id="{C2A1AC9A-7B3C-43F5-930D-626BDBFCC4F8}"/>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73</a:t>
            </a:fld>
            <a:endParaRPr lang="en-GB" noProof="0" dirty="0"/>
          </a:p>
        </p:txBody>
      </p:sp>
      <p:pic>
        <p:nvPicPr>
          <p:cNvPr id="3" name="Afbeelding 2">
            <a:extLst>
              <a:ext uri="{FF2B5EF4-FFF2-40B4-BE49-F238E27FC236}">
                <a16:creationId xmlns:a16="http://schemas.microsoft.com/office/drawing/2014/main" id="{92A68141-D348-4EB4-497C-903EFE99B3DD}"/>
              </a:ext>
            </a:extLst>
          </p:cNvPr>
          <p:cNvPicPr>
            <a:picLocks noChangeAspect="1"/>
          </p:cNvPicPr>
          <p:nvPr/>
        </p:nvPicPr>
        <p:blipFill>
          <a:blip r:embed="rId3"/>
          <a:stretch>
            <a:fillRect/>
          </a:stretch>
        </p:blipFill>
        <p:spPr>
          <a:xfrm>
            <a:off x="1498886" y="3327964"/>
            <a:ext cx="4772029" cy="1727622"/>
          </a:xfrm>
          <a:prstGeom prst="rect">
            <a:avLst/>
          </a:prstGeom>
        </p:spPr>
      </p:pic>
      <p:pic>
        <p:nvPicPr>
          <p:cNvPr id="4" name="Afbeelding 3">
            <a:extLst>
              <a:ext uri="{FF2B5EF4-FFF2-40B4-BE49-F238E27FC236}">
                <a16:creationId xmlns:a16="http://schemas.microsoft.com/office/drawing/2014/main" id="{DEDB2091-0A83-EE92-4282-D6992F0B7427}"/>
              </a:ext>
            </a:extLst>
          </p:cNvPr>
          <p:cNvPicPr>
            <a:picLocks noChangeAspect="1"/>
          </p:cNvPicPr>
          <p:nvPr/>
        </p:nvPicPr>
        <p:blipFill>
          <a:blip r:embed="rId4"/>
          <a:stretch>
            <a:fillRect/>
          </a:stretch>
        </p:blipFill>
        <p:spPr>
          <a:xfrm>
            <a:off x="7529785" y="2778965"/>
            <a:ext cx="8998510" cy="2825619"/>
          </a:xfrm>
          <a:prstGeom prst="rect">
            <a:avLst/>
          </a:prstGeom>
        </p:spPr>
      </p:pic>
      <p:sp>
        <p:nvSpPr>
          <p:cNvPr id="7" name="Rechthoek 6">
            <a:extLst>
              <a:ext uri="{FF2B5EF4-FFF2-40B4-BE49-F238E27FC236}">
                <a16:creationId xmlns:a16="http://schemas.microsoft.com/office/drawing/2014/main" id="{5A2BB0D4-0A8F-472D-DD50-082D5CA16D19}"/>
              </a:ext>
            </a:extLst>
          </p:cNvPr>
          <p:cNvSpPr/>
          <p:nvPr/>
        </p:nvSpPr>
        <p:spPr>
          <a:xfrm>
            <a:off x="1288565" y="7434526"/>
            <a:ext cx="7005581" cy="279834"/>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a:extLst>
              <a:ext uri="{FF2B5EF4-FFF2-40B4-BE49-F238E27FC236}">
                <a16:creationId xmlns:a16="http://schemas.microsoft.com/office/drawing/2014/main" id="{713DEEAE-F84E-A8F5-0028-857298363F2A}"/>
              </a:ext>
            </a:extLst>
          </p:cNvPr>
          <p:cNvSpPr/>
          <p:nvPr/>
        </p:nvSpPr>
        <p:spPr>
          <a:xfrm>
            <a:off x="13479332" y="4647303"/>
            <a:ext cx="1916654" cy="263859"/>
          </a:xfrm>
          <a:prstGeom prst="rect">
            <a:avLst/>
          </a:prstGeom>
          <a:noFill/>
          <a:ln w="3810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Rechthoek 9">
            <a:extLst>
              <a:ext uri="{FF2B5EF4-FFF2-40B4-BE49-F238E27FC236}">
                <a16:creationId xmlns:a16="http://schemas.microsoft.com/office/drawing/2014/main" id="{232BA53A-420B-8530-A774-0C394561A3CA}"/>
              </a:ext>
            </a:extLst>
          </p:cNvPr>
          <p:cNvSpPr/>
          <p:nvPr/>
        </p:nvSpPr>
        <p:spPr>
          <a:xfrm>
            <a:off x="10596281" y="6528340"/>
            <a:ext cx="6078071" cy="1938992"/>
          </a:xfrm>
          <a:prstGeom prst="rect">
            <a:avLst/>
          </a:prstGeom>
        </p:spPr>
        <p:txBody>
          <a:bodyPr wrap="square">
            <a:spAutoFit/>
          </a:bodyPr>
          <a:lstStyle/>
          <a:p>
            <a:pPr marL="342900" indent="-342900">
              <a:buFont typeface="Wingdings" panose="05000000000000000000" pitchFamily="2" charset="2"/>
              <a:buChar char="Ø"/>
            </a:pPr>
            <a:r>
              <a:rPr lang="nl-BE" sz="2400" dirty="0">
                <a:solidFill>
                  <a:srgbClr val="003366"/>
                </a:solidFill>
                <a:latin typeface="Verdana" panose="020B0604030504040204" pitchFamily="34" charset="0"/>
                <a:ea typeface="Verdana" panose="020B0604030504040204" pitchFamily="34" charset="0"/>
              </a:rPr>
              <a:t>Verschil van 3% is niet significant (p = .596)</a:t>
            </a:r>
          </a:p>
          <a:p>
            <a:pPr marL="342900" indent="-342900">
              <a:buFont typeface="Wingdings" panose="05000000000000000000" pitchFamily="2" charset="2"/>
              <a:buChar char="Ø"/>
            </a:pPr>
            <a:r>
              <a:rPr lang="nl-BE" sz="2400" dirty="0">
                <a:solidFill>
                  <a:srgbClr val="003366"/>
                </a:solidFill>
                <a:latin typeface="Verdana" panose="020B0604030504040204" pitchFamily="34" charset="0"/>
                <a:ea typeface="Verdana" panose="020B0604030504040204" pitchFamily="34" charset="0"/>
              </a:rPr>
              <a:t>Maat van effectgrootte hier dus niet interpreteren, want er is geen verband</a:t>
            </a:r>
          </a:p>
        </p:txBody>
      </p:sp>
    </p:spTree>
    <p:extLst>
      <p:ext uri="{BB962C8B-B14F-4D97-AF65-F5344CB8AC3E}">
        <p14:creationId xmlns:p14="http://schemas.microsoft.com/office/powerpoint/2010/main" val="28293677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p:txBody>
          <a:bodyPr/>
          <a:lstStyle/>
          <a:p>
            <a:r>
              <a:rPr lang="nl-NL" dirty="0"/>
              <a:t>Opgave 3: Verband Vaccin x Coronasymptomen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70" y="1816273"/>
            <a:ext cx="15727018" cy="7164888"/>
          </a:xfrm>
        </p:spPr>
        <p:txBody>
          <a:bodyPr>
            <a:normAutofit/>
          </a:bodyPr>
          <a:lstStyle/>
          <a:p>
            <a:r>
              <a:rPr lang="nl-BE" b="1" dirty="0"/>
              <a:t>Stap 6. </a:t>
            </a:r>
            <a:r>
              <a:rPr lang="nl-BE" dirty="0"/>
              <a:t>Conclusie en rapportering</a:t>
            </a:r>
          </a:p>
          <a:p>
            <a:pPr lvl="1" algn="just"/>
            <a:r>
              <a:rPr lang="nl-BE" dirty="0"/>
              <a:t>In tekst:</a:t>
            </a:r>
          </a:p>
          <a:p>
            <a:pPr marL="720000" lvl="1" indent="0" algn="just">
              <a:buNone/>
            </a:pPr>
            <a:br>
              <a:rPr lang="nl-BE" dirty="0"/>
            </a:br>
            <a:br>
              <a:rPr lang="nl-BE" dirty="0"/>
            </a:br>
            <a:r>
              <a:rPr lang="nl-BE" dirty="0"/>
              <a:t>“In dit onderzoek wilden we nagaan of er, onder respondenten die 50 jaar of ouder zijn, een significant verband is tussen al dan niet gevaccineerd zijn tegen corona en het vertonen van coronasymptomen. Een Fisher Exact toets toont aan dat er geen significant verband is tussen beide variabelen (</a:t>
            </a:r>
            <a:r>
              <a:rPr lang="nl-BE" i="1" dirty="0"/>
              <a:t>p</a:t>
            </a:r>
            <a:r>
              <a:rPr lang="nl-BE" dirty="0"/>
              <a:t> = .596).”</a:t>
            </a:r>
          </a:p>
          <a:p>
            <a:pPr marL="1306800" lvl="2" indent="0">
              <a:buNone/>
            </a:pPr>
            <a:endParaRPr lang="nl-BE"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a:p>
            <a:endParaRPr lang="nl-BE" b="1" dirty="0"/>
          </a:p>
        </p:txBody>
      </p:sp>
      <p:sp>
        <p:nvSpPr>
          <p:cNvPr id="43" name="Tijdelijke aanduiding voor dianummer 3">
            <a:extLst>
              <a:ext uri="{FF2B5EF4-FFF2-40B4-BE49-F238E27FC236}">
                <a16:creationId xmlns:a16="http://schemas.microsoft.com/office/drawing/2014/main" id="{90ABE4EF-EF12-491A-965F-901562F55120}"/>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74</a:t>
            </a:fld>
            <a:endParaRPr lang="en-GB" noProof="0" dirty="0"/>
          </a:p>
        </p:txBody>
      </p:sp>
    </p:spTree>
    <p:extLst>
      <p:ext uri="{BB962C8B-B14F-4D97-AF65-F5344CB8AC3E}">
        <p14:creationId xmlns:p14="http://schemas.microsoft.com/office/powerpoint/2010/main" val="10129922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8B7A-3168-440C-A60C-A036931164EC}"/>
              </a:ext>
            </a:extLst>
          </p:cNvPr>
          <p:cNvSpPr>
            <a:spLocks noGrp="1"/>
          </p:cNvSpPr>
          <p:nvPr>
            <p:ph type="ctrTitle"/>
          </p:nvPr>
        </p:nvSpPr>
        <p:spPr>
          <a:xfrm>
            <a:off x="712339" y="2298145"/>
            <a:ext cx="15780727" cy="2359800"/>
          </a:xfrm>
        </p:spPr>
        <p:txBody>
          <a:bodyPr/>
          <a:lstStyle/>
          <a:p>
            <a:r>
              <a:rPr lang="nl-BE" dirty="0"/>
              <a:t>Extra Oefening voor thuis</a:t>
            </a:r>
          </a:p>
        </p:txBody>
      </p:sp>
      <p:sp>
        <p:nvSpPr>
          <p:cNvPr id="4" name="Text Placeholder 3">
            <a:extLst>
              <a:ext uri="{FF2B5EF4-FFF2-40B4-BE49-F238E27FC236}">
                <a16:creationId xmlns:a16="http://schemas.microsoft.com/office/drawing/2014/main" id="{AFADBEE7-7DB1-4468-A19F-EE1EC696AF82}"/>
              </a:ext>
            </a:extLst>
          </p:cNvPr>
          <p:cNvSpPr>
            <a:spLocks noGrp="1"/>
          </p:cNvSpPr>
          <p:nvPr>
            <p:ph type="body" sz="quarter" idx="15"/>
          </p:nvPr>
        </p:nvSpPr>
        <p:spPr/>
        <p:txBody>
          <a:bodyPr/>
          <a:lstStyle/>
          <a:p>
            <a:r>
              <a:rPr lang="nl-BE" dirty="0"/>
              <a:t>SPSS-WERKCOLLEGE 3</a:t>
            </a:r>
          </a:p>
        </p:txBody>
      </p:sp>
    </p:spTree>
    <p:extLst>
      <p:ext uri="{BB962C8B-B14F-4D97-AF65-F5344CB8AC3E}">
        <p14:creationId xmlns:p14="http://schemas.microsoft.com/office/powerpoint/2010/main" val="8517607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216C8-F2A3-4DC4-80C7-D0E811EAF6C0}"/>
              </a:ext>
            </a:extLst>
          </p:cNvPr>
          <p:cNvSpPr>
            <a:spLocks noGrp="1"/>
          </p:cNvSpPr>
          <p:nvPr>
            <p:ph type="title"/>
          </p:nvPr>
        </p:nvSpPr>
        <p:spPr/>
        <p:txBody>
          <a:bodyPr/>
          <a:lstStyle/>
          <a:p>
            <a:r>
              <a:rPr lang="nl-BE" dirty="0">
                <a:solidFill>
                  <a:srgbClr val="003366"/>
                </a:solidFill>
              </a:rPr>
              <a:t>Extra opgave: Verband Geslacht x Coronavaccin</a:t>
            </a:r>
          </a:p>
        </p:txBody>
      </p:sp>
      <p:sp>
        <p:nvSpPr>
          <p:cNvPr id="3" name="Content Placeholder 2">
            <a:extLst>
              <a:ext uri="{FF2B5EF4-FFF2-40B4-BE49-F238E27FC236}">
                <a16:creationId xmlns:a16="http://schemas.microsoft.com/office/drawing/2014/main" id="{D91C806A-C7E3-476B-A7C4-246A16CAB50A}"/>
              </a:ext>
            </a:extLst>
          </p:cNvPr>
          <p:cNvSpPr>
            <a:spLocks noGrp="1"/>
          </p:cNvSpPr>
          <p:nvPr>
            <p:ph idx="1"/>
          </p:nvPr>
        </p:nvSpPr>
        <p:spPr>
          <a:noFill/>
        </p:spPr>
        <p:txBody>
          <a:bodyPr/>
          <a:lstStyle/>
          <a:p>
            <a:pPr marL="86400" indent="0">
              <a:buNone/>
            </a:pPr>
            <a:r>
              <a:rPr lang="nl-BE" b="1" dirty="0"/>
              <a:t>Extra opgave</a:t>
            </a:r>
          </a:p>
          <a:p>
            <a:r>
              <a:rPr lang="nl-BE" dirty="0"/>
              <a:t>Open ‘DATA_WAVE2_CenW.sav’. Is geslacht (W2_Geslacht) geassocieerd met het al dan niet gevaccineerd zijn tegen corona (W2_Coronavaccin)?</a:t>
            </a:r>
          </a:p>
        </p:txBody>
      </p:sp>
      <p:sp>
        <p:nvSpPr>
          <p:cNvPr id="4" name="Slide Number Placeholder 3">
            <a:extLst>
              <a:ext uri="{FF2B5EF4-FFF2-40B4-BE49-F238E27FC236}">
                <a16:creationId xmlns:a16="http://schemas.microsoft.com/office/drawing/2014/main" id="{5964EAF9-8DC8-4FF6-8801-B65B12C2D1AC}"/>
              </a:ext>
            </a:extLst>
          </p:cNvPr>
          <p:cNvSpPr>
            <a:spLocks noGrp="1"/>
          </p:cNvSpPr>
          <p:nvPr>
            <p:ph type="sldNum" sz="quarter" idx="12"/>
          </p:nvPr>
        </p:nvSpPr>
        <p:spPr/>
        <p:txBody>
          <a:bodyPr/>
          <a:lstStyle/>
          <a:p>
            <a:fld id="{7AE184E0-0BD4-4705-A12B-9B71DDE63301}" type="slidenum">
              <a:rPr lang="en-GB" noProof="0" smtClean="0"/>
              <a:t>76</a:t>
            </a:fld>
            <a:endParaRPr lang="en-GB" noProof="0" dirty="0"/>
          </a:p>
        </p:txBody>
      </p:sp>
    </p:spTree>
    <p:extLst>
      <p:ext uri="{BB962C8B-B14F-4D97-AF65-F5344CB8AC3E}">
        <p14:creationId xmlns:p14="http://schemas.microsoft.com/office/powerpoint/2010/main" val="23869847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87FA35-A2A9-47D2-B705-6EA42514C1AE}"/>
              </a:ext>
            </a:extLst>
          </p:cNvPr>
          <p:cNvSpPr>
            <a:spLocks noGrp="1"/>
          </p:cNvSpPr>
          <p:nvPr>
            <p:ph type="title"/>
          </p:nvPr>
        </p:nvSpPr>
        <p:spPr>
          <a:solidFill>
            <a:srgbClr val="80C0E0"/>
          </a:solidFill>
        </p:spPr>
        <p:txBody>
          <a:bodyPr/>
          <a:lstStyle/>
          <a:p>
            <a:r>
              <a:rPr lang="nl-BE" dirty="0">
                <a:solidFill>
                  <a:srgbClr val="003366"/>
                </a:solidFill>
              </a:rPr>
              <a:t>Extra opgave: Verband Geslacht x Coronavaccin</a:t>
            </a:r>
            <a:endParaRPr lang="nl-BE" dirty="0"/>
          </a:p>
        </p:txBody>
      </p:sp>
      <p:sp>
        <p:nvSpPr>
          <p:cNvPr id="3" name="Tijdelijke aanduiding voor inhoud 2">
            <a:extLst>
              <a:ext uri="{FF2B5EF4-FFF2-40B4-BE49-F238E27FC236}">
                <a16:creationId xmlns:a16="http://schemas.microsoft.com/office/drawing/2014/main" id="{AFA9732D-AB41-4AF6-9647-B5196F5786EE}"/>
              </a:ext>
            </a:extLst>
          </p:cNvPr>
          <p:cNvSpPr>
            <a:spLocks noGrp="1"/>
          </p:cNvSpPr>
          <p:nvPr>
            <p:ph idx="1"/>
          </p:nvPr>
        </p:nvSpPr>
        <p:spPr>
          <a:xfrm>
            <a:off x="327069" y="1816272"/>
            <a:ext cx="16858641" cy="7937327"/>
          </a:xfrm>
        </p:spPr>
        <p:txBody>
          <a:bodyPr>
            <a:normAutofit/>
          </a:bodyPr>
          <a:lstStyle/>
          <a:p>
            <a:r>
              <a:rPr lang="nl-BE" b="1" dirty="0"/>
              <a:t>Stap 1. </a:t>
            </a:r>
            <a:r>
              <a:rPr lang="nl-BE" dirty="0"/>
              <a:t>Kiezen van juiste analysemethode</a:t>
            </a:r>
          </a:p>
          <a:p>
            <a:pPr marL="1234350" lvl="1" indent="-514350">
              <a:buFont typeface="+mj-lt"/>
              <a:buAutoNum type="arabicPeriod"/>
            </a:pPr>
            <a:r>
              <a:rPr lang="nl-BE" b="1" dirty="0"/>
              <a:t>Hoeveel variabelen?</a:t>
            </a:r>
            <a:endParaRPr lang="nl-BE" dirty="0"/>
          </a:p>
          <a:p>
            <a:pPr lvl="2"/>
            <a:r>
              <a:rPr lang="nl-BE" dirty="0"/>
              <a:t>Twee variabelen</a:t>
            </a:r>
          </a:p>
          <a:p>
            <a:pPr marL="1234350" lvl="1" indent="-514350">
              <a:buFont typeface="+mj-lt"/>
              <a:buAutoNum type="arabicPeriod"/>
            </a:pPr>
            <a:r>
              <a:rPr lang="nl-BE" b="1" dirty="0"/>
              <a:t>Welk meetniveau?</a:t>
            </a:r>
            <a:endParaRPr lang="nl-BE" dirty="0"/>
          </a:p>
          <a:p>
            <a:pPr lvl="2"/>
            <a:r>
              <a:rPr lang="nl-BE" dirty="0"/>
              <a:t>Geslacht: nominaal, twee categorieën</a:t>
            </a:r>
          </a:p>
          <a:p>
            <a:pPr lvl="2"/>
            <a:r>
              <a:rPr lang="nl-BE" dirty="0"/>
              <a:t>Gevaccineerd zijn (W2_coronavaccin): nominaal, twee categorieën</a:t>
            </a:r>
          </a:p>
          <a:p>
            <a:pPr marL="1234350" lvl="1" indent="-514350">
              <a:buFont typeface="+mj-lt"/>
              <a:buAutoNum type="arabicPeriod"/>
            </a:pPr>
            <a:r>
              <a:rPr lang="nl-BE" b="1" dirty="0"/>
              <a:t>Welke rol?</a:t>
            </a:r>
            <a:endParaRPr lang="nl-BE" dirty="0"/>
          </a:p>
          <a:p>
            <a:pPr lvl="2"/>
            <a:r>
              <a:rPr lang="nl-BE" dirty="0"/>
              <a:t>W2_Geslacht: onafhankelijke variabele</a:t>
            </a:r>
          </a:p>
          <a:p>
            <a:pPr lvl="2"/>
            <a:r>
              <a:rPr lang="nl-BE" dirty="0"/>
              <a:t>W2_coronavaccin: afhankelijke variabele</a:t>
            </a:r>
          </a:p>
          <a:p>
            <a:pPr marL="1306800" lvl="2" indent="0">
              <a:buNone/>
            </a:pPr>
            <a:endParaRPr lang="nl-BE" dirty="0"/>
          </a:p>
          <a:p>
            <a:pPr lvl="4"/>
            <a:r>
              <a:rPr lang="nl-BE" b="1" dirty="0"/>
              <a:t>Flowchart: </a:t>
            </a:r>
            <a:r>
              <a:rPr lang="nl-BE" b="1" dirty="0" err="1"/>
              <a:t>Chi-kwadraat-toets</a:t>
            </a:r>
            <a:endParaRPr lang="nl-BE" b="1" dirty="0"/>
          </a:p>
        </p:txBody>
      </p:sp>
      <p:sp>
        <p:nvSpPr>
          <p:cNvPr id="4" name="Tijdelijke aanduiding voor dianummer 3">
            <a:extLst>
              <a:ext uri="{FF2B5EF4-FFF2-40B4-BE49-F238E27FC236}">
                <a16:creationId xmlns:a16="http://schemas.microsoft.com/office/drawing/2014/main" id="{842742EB-C86D-4FDA-9C6D-61B10DA12878}"/>
              </a:ext>
            </a:extLst>
          </p:cNvPr>
          <p:cNvSpPr>
            <a:spLocks noGrp="1"/>
          </p:cNvSpPr>
          <p:nvPr>
            <p:ph type="sldNum" sz="quarter" idx="12"/>
          </p:nvPr>
        </p:nvSpPr>
        <p:spPr/>
        <p:txBody>
          <a:bodyPr/>
          <a:lstStyle/>
          <a:p>
            <a:fld id="{7AE184E0-0BD4-4705-A12B-9B71DDE63301}" type="slidenum">
              <a:rPr lang="en-GB" noProof="0" smtClean="0"/>
              <a:t>77</a:t>
            </a:fld>
            <a:endParaRPr lang="en-GB" noProof="0" dirty="0"/>
          </a:p>
        </p:txBody>
      </p:sp>
    </p:spTree>
    <p:extLst>
      <p:ext uri="{BB962C8B-B14F-4D97-AF65-F5344CB8AC3E}">
        <p14:creationId xmlns:p14="http://schemas.microsoft.com/office/powerpoint/2010/main" val="24671690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a:solidFill>
            <a:srgbClr val="80C0E0"/>
          </a:solidFill>
        </p:spPr>
        <p:txBody>
          <a:bodyPr/>
          <a:lstStyle/>
          <a:p>
            <a:r>
              <a:rPr lang="nl-BE" dirty="0">
                <a:solidFill>
                  <a:srgbClr val="003366"/>
                </a:solidFill>
              </a:rPr>
              <a:t>Extra opgave: Verband Geslacht x Coronavaccin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662526"/>
          </a:xfrm>
        </p:spPr>
        <p:txBody>
          <a:bodyPr>
            <a:normAutofit/>
          </a:bodyPr>
          <a:lstStyle/>
          <a:p>
            <a:r>
              <a:rPr lang="nl-BE" b="1" dirty="0"/>
              <a:t>Stap 2. </a:t>
            </a:r>
            <a:r>
              <a:rPr lang="nl-BE" dirty="0"/>
              <a:t>Datacontrole</a:t>
            </a:r>
          </a:p>
          <a:p>
            <a:pPr lvl="1"/>
            <a:r>
              <a:rPr lang="nl-BE" b="1" dirty="0"/>
              <a:t>Inconsistentiecheck</a:t>
            </a:r>
            <a:r>
              <a:rPr lang="nl-BE" dirty="0"/>
              <a:t>:</a:t>
            </a:r>
          </a:p>
          <a:p>
            <a:pPr lvl="2"/>
            <a:endParaRPr lang="nl-BE" dirty="0"/>
          </a:p>
          <a:p>
            <a:pPr lvl="2"/>
            <a:endParaRPr lang="nl-BE" dirty="0"/>
          </a:p>
          <a:p>
            <a:pPr lvl="2"/>
            <a:endParaRPr lang="nl-BE" dirty="0"/>
          </a:p>
          <a:p>
            <a:pPr lvl="2"/>
            <a:endParaRPr lang="nl-BE" dirty="0"/>
          </a:p>
          <a:p>
            <a:pPr marL="1306800" lvl="2" indent="0">
              <a:buNone/>
            </a:pPr>
            <a:endParaRPr lang="nl-BE" dirty="0"/>
          </a:p>
          <a:p>
            <a:pPr lvl="1"/>
            <a:r>
              <a:rPr lang="nl-BE" b="1" dirty="0"/>
              <a:t>Assumptiecheck:</a:t>
            </a:r>
          </a:p>
          <a:p>
            <a:pPr marL="1821150" lvl="2" indent="-514350">
              <a:buFont typeface="+mj-lt"/>
              <a:buAutoNum type="arabicPeriod"/>
            </a:pPr>
            <a:r>
              <a:rPr lang="nl-BE" dirty="0"/>
              <a:t>Absolute frequenties: OK</a:t>
            </a:r>
          </a:p>
          <a:p>
            <a:pPr marL="1821150" lvl="2" indent="-514350">
              <a:buFont typeface="+mj-lt"/>
              <a:buAutoNum type="arabicPeriod"/>
            </a:pPr>
            <a:r>
              <a:rPr lang="nl-BE" dirty="0"/>
              <a:t>Mutueel exclusief: OK</a:t>
            </a:r>
          </a:p>
          <a:p>
            <a:pPr marL="1821150" lvl="2" indent="-514350">
              <a:buFont typeface="+mj-lt"/>
              <a:buAutoNum type="arabicPeriod"/>
            </a:pPr>
            <a:r>
              <a:rPr lang="nl-BE" dirty="0"/>
              <a:t>Onafhankelijke groepen: OK</a:t>
            </a:r>
          </a:p>
          <a:p>
            <a:pPr marL="1821150" lvl="2" indent="-514350">
              <a:buFont typeface="+mj-lt"/>
              <a:buAutoNum type="arabicPeriod"/>
            </a:pPr>
            <a:r>
              <a:rPr lang="nl-BE" dirty="0"/>
              <a:t>f(e) van elke cel &gt; 5: Checken bij output</a:t>
            </a:r>
          </a:p>
          <a:p>
            <a:pPr lvl="2"/>
            <a:endParaRPr lang="nl-BE" dirty="0"/>
          </a:p>
          <a:p>
            <a:endParaRPr lang="nl-BE" dirty="0"/>
          </a:p>
        </p:txBody>
      </p:sp>
      <p:sp>
        <p:nvSpPr>
          <p:cNvPr id="11" name="Tijdelijke aanduiding voor dianummer 3">
            <a:extLst>
              <a:ext uri="{FF2B5EF4-FFF2-40B4-BE49-F238E27FC236}">
                <a16:creationId xmlns:a16="http://schemas.microsoft.com/office/drawing/2014/main" id="{E92B4307-79E9-4424-B212-09EC974E3AE2}"/>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78</a:t>
            </a:fld>
            <a:endParaRPr lang="en-GB" noProof="0" dirty="0"/>
          </a:p>
        </p:txBody>
      </p:sp>
      <p:pic>
        <p:nvPicPr>
          <p:cNvPr id="10" name="Picture 9">
            <a:extLst>
              <a:ext uri="{FF2B5EF4-FFF2-40B4-BE49-F238E27FC236}">
                <a16:creationId xmlns:a16="http://schemas.microsoft.com/office/drawing/2014/main" id="{327F08CB-78C8-4E60-8C68-16CD6BFE7D7A}"/>
              </a:ext>
            </a:extLst>
          </p:cNvPr>
          <p:cNvPicPr>
            <a:picLocks noChangeAspect="1"/>
          </p:cNvPicPr>
          <p:nvPr/>
        </p:nvPicPr>
        <p:blipFill>
          <a:blip r:embed="rId2"/>
          <a:stretch>
            <a:fillRect/>
          </a:stretch>
        </p:blipFill>
        <p:spPr>
          <a:xfrm>
            <a:off x="9016243" y="4442157"/>
            <a:ext cx="7438628" cy="2384391"/>
          </a:xfrm>
          <a:prstGeom prst="rect">
            <a:avLst/>
          </a:prstGeom>
        </p:spPr>
      </p:pic>
      <p:pic>
        <p:nvPicPr>
          <p:cNvPr id="4" name="Afbeelding 3">
            <a:extLst>
              <a:ext uri="{FF2B5EF4-FFF2-40B4-BE49-F238E27FC236}">
                <a16:creationId xmlns:a16="http://schemas.microsoft.com/office/drawing/2014/main" id="{6A7BD17F-F9E7-B5C5-23E2-FF457289C19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0710" y="3363666"/>
            <a:ext cx="6881893" cy="2035051"/>
          </a:xfrm>
          <a:prstGeom prst="rect">
            <a:avLst/>
          </a:prstGeom>
        </p:spPr>
      </p:pic>
    </p:spTree>
    <p:extLst>
      <p:ext uri="{BB962C8B-B14F-4D97-AF65-F5344CB8AC3E}">
        <p14:creationId xmlns:p14="http://schemas.microsoft.com/office/powerpoint/2010/main" val="6151299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a:solidFill>
            <a:srgbClr val="80C0E0"/>
          </a:solidFill>
        </p:spPr>
        <p:txBody>
          <a:bodyPr/>
          <a:lstStyle/>
          <a:p>
            <a:r>
              <a:rPr lang="nl-BE" dirty="0">
                <a:solidFill>
                  <a:srgbClr val="003366"/>
                </a:solidFill>
              </a:rPr>
              <a:t>Extra opgave: Verband Geslacht x Coronavaccin</a:t>
            </a:r>
            <a:endParaRPr lang="nl-BE" dirty="0"/>
          </a:p>
        </p:txBody>
      </p:sp>
      <mc:AlternateContent xmlns:mc="http://schemas.openxmlformats.org/markup-compatibility/2006" xmlns:a14="http://schemas.microsoft.com/office/drawing/2010/main">
        <mc:Choice Requires="a14">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3. </a:t>
                </a:r>
                <a:r>
                  <a:rPr lang="nl-BE" dirty="0"/>
                  <a:t>Hypothesen formuleren</a:t>
                </a:r>
              </a:p>
              <a:p>
                <a:pPr lvl="1"/>
                <a:r>
                  <a:rPr lang="nl-BE" dirty="0"/>
                  <a:t>Best tweezijdig toetsen!</a:t>
                </a:r>
              </a:p>
              <a:p>
                <a:endParaRPr lang="nl-BE" sz="1800" dirty="0"/>
              </a:p>
              <a:p>
                <a:pPr marL="720000" lvl="1" indent="0">
                  <a:buNone/>
                </a:pPr>
                <a:r>
                  <a:rPr lang="nl-BE" b="1" dirty="0"/>
                  <a:t>	H</a:t>
                </a:r>
                <a:r>
                  <a:rPr lang="nl-BE" b="1" baseline="-25000" dirty="0"/>
                  <a:t>0</a:t>
                </a:r>
                <a:r>
                  <a:rPr lang="nl-BE" b="1" dirty="0"/>
                  <a:t>:	</a:t>
                </a:r>
                <a:r>
                  <a:rPr lang="nl-BE" i="1" dirty="0"/>
                  <a:t>Er is geen verband tussen geslacht en het gevaccineerd zijn: er zijn geen 						verschillen tussen mannen en vrouwen</a:t>
                </a:r>
                <a:br>
                  <a:rPr lang="nl-BE" i="1" dirty="0"/>
                </a:br>
                <a:endParaRPr lang="nl-BE" sz="1800" b="1" dirty="0"/>
              </a:p>
              <a:p>
                <a:pPr marL="720000" lvl="1" indent="0">
                  <a:buNone/>
                </a:pPr>
                <a:r>
                  <a:rPr lang="nl-BE" b="1" dirty="0"/>
                  <a:t>	H</a:t>
                </a:r>
                <a:r>
                  <a:rPr lang="nl-BE" b="1" baseline="-25000" dirty="0"/>
                  <a:t>A</a:t>
                </a:r>
                <a:r>
                  <a:rPr lang="nl-BE" b="1" dirty="0"/>
                  <a:t>:	</a:t>
                </a:r>
                <a:r>
                  <a:rPr lang="nl-BE" i="1" dirty="0"/>
                  <a:t>Er is een verband tussen geslacht en het  gevaccineerd zijn: er zijn wel verschillen 			tussen mannen en vrouwen</a:t>
                </a:r>
                <a:br>
                  <a:rPr lang="nl-BE" i="1" dirty="0"/>
                </a:br>
                <a:endParaRPr lang="nl-BE" i="1" dirty="0"/>
              </a:p>
              <a:p>
                <a:r>
                  <a:rPr lang="nl-BE" b="1" dirty="0"/>
                  <a:t>Stap 4. </a:t>
                </a:r>
                <a:r>
                  <a:rPr lang="nl-BE" dirty="0"/>
                  <a:t>Significantieniveau bepalen</a:t>
                </a:r>
              </a:p>
              <a:p>
                <a:pPr lvl="1"/>
                <a:r>
                  <a:rPr lang="nl-BE" dirty="0"/>
                  <a:t>Minimaal </a:t>
                </a:r>
                <a14:m>
                  <m:oMath xmlns:m="http://schemas.openxmlformats.org/officeDocument/2006/math">
                    <m:r>
                      <a:rPr lang="nl-BE" i="1" smtClean="0">
                        <a:latin typeface="Cambria Math" panose="02040503050406030204" pitchFamily="18" charset="0"/>
                        <a:ea typeface="Cambria Math" panose="02040503050406030204" pitchFamily="18" charset="0"/>
                      </a:rPr>
                      <m:t>𝛼</m:t>
                    </m:r>
                  </m:oMath>
                </a14:m>
                <a:r>
                  <a:rPr lang="nl-BE" dirty="0"/>
                  <a:t> = .05</a:t>
                </a:r>
              </a:p>
              <a:p>
                <a:pPr lvl="1"/>
                <a:r>
                  <a:rPr lang="nl-BE" dirty="0"/>
                  <a:t>Wanneer n &gt; 400: beter </a:t>
                </a:r>
                <a14:m>
                  <m:oMath xmlns:m="http://schemas.openxmlformats.org/officeDocument/2006/math">
                    <m:r>
                      <a:rPr lang="nl-BE" b="0" i="1">
                        <a:latin typeface="Cambria Math" panose="02040503050406030204" pitchFamily="18" charset="0"/>
                        <a:ea typeface="Cambria Math" panose="02040503050406030204" pitchFamily="18" charset="0"/>
                      </a:rPr>
                      <m:t>𝛼</m:t>
                    </m:r>
                  </m:oMath>
                </a14:m>
                <a:r>
                  <a:rPr lang="nl-BE" dirty="0"/>
                  <a:t> = .01</a:t>
                </a:r>
              </a:p>
              <a:p>
                <a:pPr lvl="2"/>
                <a:r>
                  <a:rPr lang="nl-BE" dirty="0"/>
                  <a:t>n = 511</a:t>
                </a:r>
              </a:p>
            </p:txBody>
          </p:sp>
        </mc:Choice>
        <mc:Fallback xmlns="">
          <p:sp>
            <p:nvSpPr>
              <p:cNvPr id="6" name="Tijdelijke aanduiding voor inhoud 5">
                <a:extLst>
                  <a:ext uri="{FF2B5EF4-FFF2-40B4-BE49-F238E27FC236}">
                    <a16:creationId xmlns:a16="http://schemas.microsoft.com/office/drawing/2014/main" id="{D218D92A-74AD-49F8-A8A9-AD801B689B50}"/>
                  </a:ext>
                </a:extLst>
              </p:cNvPr>
              <p:cNvSpPr>
                <a:spLocks noGrp="1" noRot="1" noChangeAspect="1" noMove="1" noResize="1" noEditPoints="1" noAdjustHandles="1" noChangeArrowheads="1" noChangeShapeType="1" noTextEdit="1"/>
              </p:cNvSpPr>
              <p:nvPr>
                <p:ph idx="1"/>
              </p:nvPr>
            </p:nvSpPr>
            <p:spPr>
              <a:xfrm>
                <a:off x="327069" y="1816273"/>
                <a:ext cx="16858641" cy="7164888"/>
              </a:xfrm>
              <a:blipFill>
                <a:blip r:embed="rId2"/>
                <a:stretch>
                  <a:fillRect l="-145" t="-511" r="-1302"/>
                </a:stretch>
              </a:blipFill>
            </p:spPr>
            <p:txBody>
              <a:bodyPr/>
              <a:lstStyle/>
              <a:p>
                <a:r>
                  <a:rPr lang="nl-NL">
                    <a:noFill/>
                  </a:rPr>
                  <a:t> </a:t>
                </a:r>
              </a:p>
            </p:txBody>
          </p:sp>
        </mc:Fallback>
      </mc:AlternateContent>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79</a:t>
            </a:fld>
            <a:endParaRPr lang="en-GB" noProof="0" dirty="0"/>
          </a:p>
        </p:txBody>
      </p:sp>
    </p:spTree>
    <p:extLst>
      <p:ext uri="{BB962C8B-B14F-4D97-AF65-F5344CB8AC3E}">
        <p14:creationId xmlns:p14="http://schemas.microsoft.com/office/powerpoint/2010/main" val="12841584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9EDE2F-1227-485A-B6B2-2582B34FAA37}"/>
              </a:ext>
            </a:extLst>
          </p:cNvPr>
          <p:cNvPicPr>
            <a:picLocks noChangeAspect="1"/>
          </p:cNvPicPr>
          <p:nvPr/>
        </p:nvPicPr>
        <p:blipFill>
          <a:blip r:embed="rId2"/>
          <a:stretch>
            <a:fillRect/>
          </a:stretch>
        </p:blipFill>
        <p:spPr>
          <a:xfrm>
            <a:off x="2012063" y="2760697"/>
            <a:ext cx="5576921" cy="4120029"/>
          </a:xfrm>
          <a:prstGeom prst="rect">
            <a:avLst/>
          </a:prstGeom>
        </p:spPr>
      </p:pic>
      <p:sp>
        <p:nvSpPr>
          <p:cNvPr id="6" name="Tijdelijke aanduiding voor inhoud 5">
            <a:extLst>
              <a:ext uri="{FF2B5EF4-FFF2-40B4-BE49-F238E27FC236}">
                <a16:creationId xmlns:a16="http://schemas.microsoft.com/office/drawing/2014/main" id="{3E6EF151-152A-4859-B476-C55BD58B30DB}"/>
              </a:ext>
            </a:extLst>
          </p:cNvPr>
          <p:cNvSpPr>
            <a:spLocks noGrp="1"/>
          </p:cNvSpPr>
          <p:nvPr>
            <p:ph idx="1"/>
          </p:nvPr>
        </p:nvSpPr>
        <p:spPr>
          <a:xfrm>
            <a:off x="327069" y="1816273"/>
            <a:ext cx="16858641" cy="6864264"/>
          </a:xfrm>
        </p:spPr>
        <p:txBody>
          <a:bodyPr/>
          <a:lstStyle/>
          <a:p>
            <a:r>
              <a:rPr lang="nl-BE" b="1" dirty="0"/>
              <a:t>Stap 5. </a:t>
            </a:r>
            <a:r>
              <a:rPr lang="nl-BE" dirty="0"/>
              <a:t>Toetsingsgrootheid en p-waarde berekenen</a:t>
            </a:r>
          </a:p>
          <a:p>
            <a:endParaRPr lang="nl-BE" dirty="0"/>
          </a:p>
        </p:txBody>
      </p:sp>
      <p:pic>
        <p:nvPicPr>
          <p:cNvPr id="14" name="Picture 13">
            <a:extLst>
              <a:ext uri="{FF2B5EF4-FFF2-40B4-BE49-F238E27FC236}">
                <a16:creationId xmlns:a16="http://schemas.microsoft.com/office/drawing/2014/main" id="{97E3C3BA-64C1-4508-9F0F-AC7A44F58F30}"/>
              </a:ext>
            </a:extLst>
          </p:cNvPr>
          <p:cNvPicPr>
            <a:picLocks noChangeAspect="1"/>
          </p:cNvPicPr>
          <p:nvPr/>
        </p:nvPicPr>
        <p:blipFill>
          <a:blip r:embed="rId3"/>
          <a:stretch>
            <a:fillRect/>
          </a:stretch>
        </p:blipFill>
        <p:spPr>
          <a:xfrm>
            <a:off x="12647231" y="3342825"/>
            <a:ext cx="3581400" cy="4981575"/>
          </a:xfrm>
          <a:prstGeom prst="rect">
            <a:avLst/>
          </a:prstGeom>
        </p:spPr>
      </p:pic>
      <p:sp>
        <p:nvSpPr>
          <p:cNvPr id="2" name="Title 1">
            <a:extLst>
              <a:ext uri="{FF2B5EF4-FFF2-40B4-BE49-F238E27FC236}">
                <a16:creationId xmlns:a16="http://schemas.microsoft.com/office/drawing/2014/main" id="{0674226E-B9FB-4C79-AF15-226E6C2663BB}"/>
              </a:ext>
            </a:extLst>
          </p:cNvPr>
          <p:cNvSpPr>
            <a:spLocks noGrp="1"/>
          </p:cNvSpPr>
          <p:nvPr>
            <p:ph type="title"/>
          </p:nvPr>
        </p:nvSpPr>
        <p:spPr>
          <a:solidFill>
            <a:srgbClr val="80C0E0"/>
          </a:solidFill>
        </p:spPr>
        <p:txBody>
          <a:bodyPr/>
          <a:lstStyle/>
          <a:p>
            <a:r>
              <a:rPr lang="nl-BE" dirty="0">
                <a:solidFill>
                  <a:srgbClr val="003366"/>
                </a:solidFill>
              </a:rPr>
              <a:t>Extra opgave: Verband Geslacht x Coronavaccin</a:t>
            </a:r>
            <a:endParaRPr lang="nl-BE" dirty="0"/>
          </a:p>
        </p:txBody>
      </p:sp>
      <p:sp>
        <p:nvSpPr>
          <p:cNvPr id="4" name="Slide Number Placeholder 3">
            <a:extLst>
              <a:ext uri="{FF2B5EF4-FFF2-40B4-BE49-F238E27FC236}">
                <a16:creationId xmlns:a16="http://schemas.microsoft.com/office/drawing/2014/main" id="{CD965121-0352-43E2-8D17-46E981957A24}"/>
              </a:ext>
            </a:extLst>
          </p:cNvPr>
          <p:cNvSpPr>
            <a:spLocks noGrp="1"/>
          </p:cNvSpPr>
          <p:nvPr>
            <p:ph type="sldNum" sz="quarter" idx="12"/>
          </p:nvPr>
        </p:nvSpPr>
        <p:spPr/>
        <p:txBody>
          <a:bodyPr/>
          <a:lstStyle/>
          <a:p>
            <a:fld id="{7AE184E0-0BD4-4705-A12B-9B71DDE63301}" type="slidenum">
              <a:rPr lang="en-GB" noProof="0" smtClean="0"/>
              <a:t>80</a:t>
            </a:fld>
            <a:endParaRPr lang="en-GB" noProof="0" dirty="0"/>
          </a:p>
        </p:txBody>
      </p:sp>
      <p:pic>
        <p:nvPicPr>
          <p:cNvPr id="7" name="Picture 6">
            <a:extLst>
              <a:ext uri="{FF2B5EF4-FFF2-40B4-BE49-F238E27FC236}">
                <a16:creationId xmlns:a16="http://schemas.microsoft.com/office/drawing/2014/main" id="{107145FA-37B1-4758-AC7A-C71DF789F2D7}"/>
              </a:ext>
            </a:extLst>
          </p:cNvPr>
          <p:cNvPicPr>
            <a:picLocks noChangeAspect="1"/>
          </p:cNvPicPr>
          <p:nvPr/>
        </p:nvPicPr>
        <p:blipFill>
          <a:blip r:embed="rId4"/>
          <a:stretch>
            <a:fillRect/>
          </a:stretch>
        </p:blipFill>
        <p:spPr>
          <a:xfrm>
            <a:off x="7890603" y="5593464"/>
            <a:ext cx="4153390" cy="4120029"/>
          </a:xfrm>
          <a:prstGeom prst="rect">
            <a:avLst/>
          </a:prstGeom>
        </p:spPr>
      </p:pic>
      <p:sp>
        <p:nvSpPr>
          <p:cNvPr id="10" name="Rectangle 9">
            <a:extLst>
              <a:ext uri="{FF2B5EF4-FFF2-40B4-BE49-F238E27FC236}">
                <a16:creationId xmlns:a16="http://schemas.microsoft.com/office/drawing/2014/main" id="{F947873D-FF92-43F4-8C8E-952F4F0AEE95}"/>
              </a:ext>
            </a:extLst>
          </p:cNvPr>
          <p:cNvSpPr/>
          <p:nvPr/>
        </p:nvSpPr>
        <p:spPr>
          <a:xfrm>
            <a:off x="12647231" y="3301798"/>
            <a:ext cx="2060936" cy="863692"/>
          </a:xfrm>
          <a:prstGeom prst="rect">
            <a:avLst/>
          </a:prstGeom>
          <a:noFill/>
          <a:ln w="5715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D1B2DA2-34A3-41DB-8279-1B7A50C47C30}"/>
              </a:ext>
            </a:extLst>
          </p:cNvPr>
          <p:cNvSpPr/>
          <p:nvPr/>
        </p:nvSpPr>
        <p:spPr>
          <a:xfrm>
            <a:off x="7890603" y="7173856"/>
            <a:ext cx="1562706" cy="1158659"/>
          </a:xfrm>
          <a:prstGeom prst="rect">
            <a:avLst/>
          </a:prstGeom>
          <a:noFill/>
          <a:ln w="5715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4511DDEF-24A0-4945-B690-1BB04243C331}"/>
              </a:ext>
            </a:extLst>
          </p:cNvPr>
          <p:cNvPicPr>
            <a:picLocks noChangeAspect="1"/>
          </p:cNvPicPr>
          <p:nvPr/>
        </p:nvPicPr>
        <p:blipFill>
          <a:blip r:embed="rId5"/>
          <a:stretch>
            <a:fillRect/>
          </a:stretch>
        </p:blipFill>
        <p:spPr>
          <a:xfrm rot="10800000">
            <a:off x="12491155" y="8478759"/>
            <a:ext cx="1368120" cy="1076047"/>
          </a:xfrm>
          <a:prstGeom prst="rect">
            <a:avLst/>
          </a:prstGeom>
        </p:spPr>
      </p:pic>
      <p:sp>
        <p:nvSpPr>
          <p:cNvPr id="18" name="Arrow: Down 17">
            <a:extLst>
              <a:ext uri="{FF2B5EF4-FFF2-40B4-BE49-F238E27FC236}">
                <a16:creationId xmlns:a16="http://schemas.microsoft.com/office/drawing/2014/main" id="{4087ED1B-8EFB-430A-AE5B-F70D5F10AFC1}"/>
              </a:ext>
            </a:extLst>
          </p:cNvPr>
          <p:cNvSpPr/>
          <p:nvPr/>
        </p:nvSpPr>
        <p:spPr>
          <a:xfrm rot="5400000">
            <a:off x="6636587" y="7453393"/>
            <a:ext cx="658244" cy="858924"/>
          </a:xfrm>
          <a:prstGeom prst="downArrow">
            <a:avLst/>
          </a:prstGeom>
          <a:noFill/>
          <a:ln w="31750">
            <a:solidFill>
              <a:srgbClr val="1E6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9" name="Arrow: Down 17">
            <a:extLst>
              <a:ext uri="{FF2B5EF4-FFF2-40B4-BE49-F238E27FC236}">
                <a16:creationId xmlns:a16="http://schemas.microsoft.com/office/drawing/2014/main" id="{9FFC10F7-8EBC-4D35-9A8E-B3EFA31DAC55}"/>
              </a:ext>
            </a:extLst>
          </p:cNvPr>
          <p:cNvSpPr/>
          <p:nvPr/>
        </p:nvSpPr>
        <p:spPr>
          <a:xfrm rot="16200000">
            <a:off x="9466825" y="3107844"/>
            <a:ext cx="658244" cy="2253219"/>
          </a:xfrm>
          <a:prstGeom prst="downArrow">
            <a:avLst/>
          </a:prstGeom>
          <a:noFill/>
          <a:ln w="31750">
            <a:solidFill>
              <a:srgbClr val="1E6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0" name="Rectangle 9">
            <a:extLst>
              <a:ext uri="{FF2B5EF4-FFF2-40B4-BE49-F238E27FC236}">
                <a16:creationId xmlns:a16="http://schemas.microsoft.com/office/drawing/2014/main" id="{F5D718E7-FA58-4B45-A936-AFD0528190DF}"/>
              </a:ext>
            </a:extLst>
          </p:cNvPr>
          <p:cNvSpPr/>
          <p:nvPr/>
        </p:nvSpPr>
        <p:spPr>
          <a:xfrm>
            <a:off x="6716433" y="3435359"/>
            <a:ext cx="755798" cy="505327"/>
          </a:xfrm>
          <a:prstGeom prst="rect">
            <a:avLst/>
          </a:prstGeom>
          <a:noFill/>
          <a:ln w="5715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Afbeelding 21">
            <a:extLst>
              <a:ext uri="{FF2B5EF4-FFF2-40B4-BE49-F238E27FC236}">
                <a16:creationId xmlns:a16="http://schemas.microsoft.com/office/drawing/2014/main" id="{32BC06C7-246F-4214-8B32-0CE5FD68629D}"/>
              </a:ext>
            </a:extLst>
          </p:cNvPr>
          <p:cNvPicPr>
            <a:picLocks noChangeAspect="1"/>
          </p:cNvPicPr>
          <p:nvPr/>
        </p:nvPicPr>
        <p:blipFill rotWithShape="1">
          <a:blip r:embed="rId6"/>
          <a:srcRect l="3836" t="30533" r="92302" b="65826"/>
          <a:stretch/>
        </p:blipFill>
        <p:spPr>
          <a:xfrm>
            <a:off x="12759242" y="4908700"/>
            <a:ext cx="225350" cy="221016"/>
          </a:xfrm>
          <a:prstGeom prst="rect">
            <a:avLst/>
          </a:prstGeom>
        </p:spPr>
      </p:pic>
      <p:sp>
        <p:nvSpPr>
          <p:cNvPr id="23" name="Rectangle 9">
            <a:extLst>
              <a:ext uri="{FF2B5EF4-FFF2-40B4-BE49-F238E27FC236}">
                <a16:creationId xmlns:a16="http://schemas.microsoft.com/office/drawing/2014/main" id="{147539EC-0E09-40CB-8C9C-ECB5BAEB302A}"/>
              </a:ext>
            </a:extLst>
          </p:cNvPr>
          <p:cNvSpPr/>
          <p:nvPr/>
        </p:nvSpPr>
        <p:spPr>
          <a:xfrm>
            <a:off x="12647231" y="4865837"/>
            <a:ext cx="2060936" cy="306741"/>
          </a:xfrm>
          <a:prstGeom prst="rect">
            <a:avLst/>
          </a:prstGeom>
          <a:noFill/>
          <a:ln w="5715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D8F1E14-27FB-47ED-82E1-0F85D0404675}"/>
              </a:ext>
            </a:extLst>
          </p:cNvPr>
          <p:cNvPicPr>
            <a:picLocks noChangeAspect="1"/>
          </p:cNvPicPr>
          <p:nvPr/>
        </p:nvPicPr>
        <p:blipFill>
          <a:blip r:embed="rId7"/>
          <a:stretch>
            <a:fillRect/>
          </a:stretch>
        </p:blipFill>
        <p:spPr>
          <a:xfrm>
            <a:off x="1364272" y="7363008"/>
            <a:ext cx="4924259" cy="1939014"/>
          </a:xfrm>
          <a:prstGeom prst="rect">
            <a:avLst/>
          </a:prstGeom>
        </p:spPr>
      </p:pic>
    </p:spTree>
    <p:extLst>
      <p:ext uri="{BB962C8B-B14F-4D97-AF65-F5344CB8AC3E}">
        <p14:creationId xmlns:p14="http://schemas.microsoft.com/office/powerpoint/2010/main" val="31940069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4F25842-BF35-4908-AAD7-B02DE30E91F7}"/>
              </a:ext>
            </a:extLst>
          </p:cNvPr>
          <p:cNvPicPr>
            <a:picLocks noChangeAspect="1"/>
          </p:cNvPicPr>
          <p:nvPr/>
        </p:nvPicPr>
        <p:blipFill>
          <a:blip r:embed="rId2"/>
          <a:stretch>
            <a:fillRect/>
          </a:stretch>
        </p:blipFill>
        <p:spPr>
          <a:xfrm>
            <a:off x="708732" y="2613972"/>
            <a:ext cx="7831812" cy="3551070"/>
          </a:xfrm>
          <a:prstGeom prst="rect">
            <a:avLst/>
          </a:prstGeom>
        </p:spPr>
      </p:pic>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a:solidFill>
            <a:srgbClr val="80C0E0"/>
          </a:solidFill>
        </p:spPr>
        <p:txBody>
          <a:bodyPr/>
          <a:lstStyle/>
          <a:p>
            <a:r>
              <a:rPr lang="nl-BE" dirty="0">
                <a:solidFill>
                  <a:srgbClr val="003366"/>
                </a:solidFill>
              </a:rPr>
              <a:t>Extra opgave: Verband Geslacht x Coronavaccin</a:t>
            </a:r>
            <a:endParaRPr lang="nl-BE" dirty="0"/>
          </a:p>
        </p:txBody>
      </p:sp>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5. </a:t>
            </a:r>
            <a:r>
              <a:rPr lang="nl-BE" dirty="0"/>
              <a:t>Toetsingsgrootheid en p-waarde berekenen</a:t>
            </a:r>
          </a:p>
          <a:p>
            <a:endParaRPr lang="nl-BE" dirty="0"/>
          </a:p>
        </p:txBody>
      </p:sp>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81</a:t>
            </a:fld>
            <a:endParaRPr lang="en-GB" noProof="0" dirty="0"/>
          </a:p>
        </p:txBody>
      </p:sp>
      <p:sp>
        <p:nvSpPr>
          <p:cNvPr id="9" name="Rectangle 10">
            <a:extLst>
              <a:ext uri="{FF2B5EF4-FFF2-40B4-BE49-F238E27FC236}">
                <a16:creationId xmlns:a16="http://schemas.microsoft.com/office/drawing/2014/main" id="{AD6CD837-D7C4-4F40-A1FE-8C90E1ADC60B}"/>
              </a:ext>
            </a:extLst>
          </p:cNvPr>
          <p:cNvSpPr/>
          <p:nvPr/>
        </p:nvSpPr>
        <p:spPr>
          <a:xfrm>
            <a:off x="5513563" y="4883807"/>
            <a:ext cx="2116997" cy="423326"/>
          </a:xfrm>
          <a:prstGeom prst="rect">
            <a:avLst/>
          </a:prstGeom>
          <a:noFill/>
          <a:ln w="5715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hthoek 12">
            <a:extLst>
              <a:ext uri="{FF2B5EF4-FFF2-40B4-BE49-F238E27FC236}">
                <a16:creationId xmlns:a16="http://schemas.microsoft.com/office/drawing/2014/main" id="{7045DB82-98AE-4350-99AA-36CE20BE5621}"/>
              </a:ext>
            </a:extLst>
          </p:cNvPr>
          <p:cNvSpPr/>
          <p:nvPr/>
        </p:nvSpPr>
        <p:spPr>
          <a:xfrm>
            <a:off x="11655445" y="6401308"/>
            <a:ext cx="3785853" cy="461665"/>
          </a:xfrm>
          <a:prstGeom prst="rect">
            <a:avLst/>
          </a:prstGeom>
        </p:spPr>
        <p:txBody>
          <a:bodyPr wrap="square">
            <a:spAutoFit/>
          </a:bodyPr>
          <a:lstStyle/>
          <a:p>
            <a:pPr algn="ctr"/>
            <a:r>
              <a:rPr lang="nl-BE" sz="2400" dirty="0">
                <a:solidFill>
                  <a:srgbClr val="003366"/>
                </a:solidFill>
                <a:latin typeface="Verdana" panose="020B0604030504040204" pitchFamily="34" charset="0"/>
                <a:ea typeface="Verdana" panose="020B0604030504040204" pitchFamily="34" charset="0"/>
              </a:rPr>
              <a:t>Assumptie 4 oké!</a:t>
            </a:r>
          </a:p>
        </p:txBody>
      </p:sp>
      <p:pic>
        <p:nvPicPr>
          <p:cNvPr id="16" name="Picture 15">
            <a:extLst>
              <a:ext uri="{FF2B5EF4-FFF2-40B4-BE49-F238E27FC236}">
                <a16:creationId xmlns:a16="http://schemas.microsoft.com/office/drawing/2014/main" id="{CAD6E7A2-5192-4246-B96B-C49EFB38E05E}"/>
              </a:ext>
            </a:extLst>
          </p:cNvPr>
          <p:cNvPicPr>
            <a:picLocks noChangeAspect="1"/>
          </p:cNvPicPr>
          <p:nvPr/>
        </p:nvPicPr>
        <p:blipFill>
          <a:blip r:embed="rId3"/>
          <a:stretch>
            <a:fillRect/>
          </a:stretch>
        </p:blipFill>
        <p:spPr>
          <a:xfrm>
            <a:off x="9333856" y="2850238"/>
            <a:ext cx="7554826" cy="3551070"/>
          </a:xfrm>
          <a:prstGeom prst="rect">
            <a:avLst/>
          </a:prstGeom>
        </p:spPr>
      </p:pic>
      <p:sp>
        <p:nvSpPr>
          <p:cNvPr id="2" name="Rectangle 10">
            <a:extLst>
              <a:ext uri="{FF2B5EF4-FFF2-40B4-BE49-F238E27FC236}">
                <a16:creationId xmlns:a16="http://schemas.microsoft.com/office/drawing/2014/main" id="{612A682D-88EF-1982-C6C0-0A6EACAE2301}"/>
              </a:ext>
            </a:extLst>
          </p:cNvPr>
          <p:cNvSpPr/>
          <p:nvPr/>
        </p:nvSpPr>
        <p:spPr>
          <a:xfrm>
            <a:off x="9425163" y="3872089"/>
            <a:ext cx="4889148" cy="304800"/>
          </a:xfrm>
          <a:prstGeom prst="rect">
            <a:avLst/>
          </a:prstGeom>
          <a:noFill/>
          <a:ln w="57150">
            <a:solidFill>
              <a:srgbClr val="DC86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0">
            <a:extLst>
              <a:ext uri="{FF2B5EF4-FFF2-40B4-BE49-F238E27FC236}">
                <a16:creationId xmlns:a16="http://schemas.microsoft.com/office/drawing/2014/main" id="{A1FD3E02-B1C9-05A5-4ABB-0047CE45764C}"/>
              </a:ext>
            </a:extLst>
          </p:cNvPr>
          <p:cNvSpPr/>
          <p:nvPr/>
        </p:nvSpPr>
        <p:spPr>
          <a:xfrm>
            <a:off x="9535951" y="5762977"/>
            <a:ext cx="6324938" cy="304800"/>
          </a:xfrm>
          <a:prstGeom prst="rect">
            <a:avLst/>
          </a:prstGeom>
          <a:noFill/>
          <a:ln w="5715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hthoek 3">
            <a:extLst>
              <a:ext uri="{FF2B5EF4-FFF2-40B4-BE49-F238E27FC236}">
                <a16:creationId xmlns:a16="http://schemas.microsoft.com/office/drawing/2014/main" id="{81715C70-3B30-864E-DE92-8C732723A2CD}"/>
              </a:ext>
            </a:extLst>
          </p:cNvPr>
          <p:cNvSpPr/>
          <p:nvPr/>
        </p:nvSpPr>
        <p:spPr>
          <a:xfrm>
            <a:off x="1042648" y="7342269"/>
            <a:ext cx="9851129" cy="461665"/>
          </a:xfrm>
          <a:prstGeom prst="rect">
            <a:avLst/>
          </a:prstGeom>
        </p:spPr>
        <p:txBody>
          <a:bodyPr wrap="square">
            <a:spAutoFit/>
          </a:bodyPr>
          <a:lstStyle/>
          <a:p>
            <a:pPr marL="342900" indent="-342900" algn="ctr">
              <a:buFont typeface="Wingdings" panose="05000000000000000000" pitchFamily="2" charset="2"/>
              <a:buChar char="Ø"/>
            </a:pPr>
            <a:r>
              <a:rPr lang="nl-BE" sz="2400" dirty="0">
                <a:solidFill>
                  <a:srgbClr val="003366"/>
                </a:solidFill>
                <a:latin typeface="Verdana" panose="020B0604030504040204" pitchFamily="34" charset="0"/>
                <a:ea typeface="Verdana" panose="020B0604030504040204" pitchFamily="34" charset="0"/>
              </a:rPr>
              <a:t>Niet significant, dus geen maat van effectgrootte bekijken</a:t>
            </a:r>
          </a:p>
        </p:txBody>
      </p:sp>
    </p:spTree>
    <p:extLst>
      <p:ext uri="{BB962C8B-B14F-4D97-AF65-F5344CB8AC3E}">
        <p14:creationId xmlns:p14="http://schemas.microsoft.com/office/powerpoint/2010/main" val="23264812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A004925-A370-44E2-A732-52A6295CBDEB}"/>
              </a:ext>
            </a:extLst>
          </p:cNvPr>
          <p:cNvSpPr>
            <a:spLocks noGrp="1"/>
          </p:cNvSpPr>
          <p:nvPr>
            <p:ph type="title"/>
          </p:nvPr>
        </p:nvSpPr>
        <p:spPr>
          <a:solidFill>
            <a:srgbClr val="80C0E0"/>
          </a:solidFill>
        </p:spPr>
        <p:txBody>
          <a:bodyPr/>
          <a:lstStyle/>
          <a:p>
            <a:r>
              <a:rPr lang="nl-BE" dirty="0">
                <a:solidFill>
                  <a:srgbClr val="003366"/>
                </a:solidFill>
              </a:rPr>
              <a:t>Extra opgave: Verband Geslacht x Coronavaccin</a:t>
            </a:r>
            <a:endParaRPr lang="nl-BE" dirty="0"/>
          </a:p>
        </p:txBody>
      </p:sp>
      <mc:AlternateContent xmlns:mc="http://schemas.openxmlformats.org/markup-compatibility/2006" xmlns:a14="http://schemas.microsoft.com/office/drawing/2010/main">
        <mc:Choice Requires="a14">
          <p:sp>
            <p:nvSpPr>
              <p:cNvPr id="6" name="Tijdelijke aanduiding voor inhoud 5">
                <a:extLst>
                  <a:ext uri="{FF2B5EF4-FFF2-40B4-BE49-F238E27FC236}">
                    <a16:creationId xmlns:a16="http://schemas.microsoft.com/office/drawing/2014/main" id="{D218D92A-74AD-49F8-A8A9-AD801B689B50}"/>
                  </a:ext>
                </a:extLst>
              </p:cNvPr>
              <p:cNvSpPr>
                <a:spLocks noGrp="1"/>
              </p:cNvSpPr>
              <p:nvPr>
                <p:ph idx="1"/>
              </p:nvPr>
            </p:nvSpPr>
            <p:spPr>
              <a:xfrm>
                <a:off x="327069" y="1816273"/>
                <a:ext cx="16858641" cy="7164888"/>
              </a:xfrm>
            </p:spPr>
            <p:txBody>
              <a:bodyPr>
                <a:normAutofit/>
              </a:bodyPr>
              <a:lstStyle/>
              <a:p>
                <a:r>
                  <a:rPr lang="nl-BE" b="1" dirty="0"/>
                  <a:t>Stap 6. </a:t>
                </a:r>
                <a:r>
                  <a:rPr lang="nl-BE" dirty="0"/>
                  <a:t>Conclusie en rapportering</a:t>
                </a:r>
              </a:p>
              <a:p>
                <a:pPr lvl="1"/>
                <a:r>
                  <a:rPr lang="nl-BE" dirty="0"/>
                  <a:t>In tekst:</a:t>
                </a:r>
                <a:br>
                  <a:rPr lang="nl-BE" dirty="0"/>
                </a:br>
                <a:br>
                  <a:rPr lang="nl-BE" dirty="0"/>
                </a:br>
                <a:r>
                  <a:rPr lang="nl-BE" dirty="0"/>
                  <a:t>“Uit onze steekproef blijkt, aan de hand van een </a:t>
                </a:r>
                <a:r>
                  <a:rPr lang="nl-BE" dirty="0" err="1"/>
                  <a:t>Chi-kwadraat-toets</a:t>
                </a:r>
                <a:r>
                  <a:rPr lang="nl-BE" dirty="0"/>
                  <a:t> met het significantieniveau vastgelegd op </a:t>
                </a:r>
                <a:r>
                  <a:rPr lang="nl-BE" i="1" dirty="0"/>
                  <a:t>p</a:t>
                </a:r>
                <a:r>
                  <a:rPr lang="nl-BE" dirty="0"/>
                  <a:t> &lt; .01, dat vrouwen (19 %) niet significant vaker gevaccineerd zijn dan mannen (17.2 %), met </a:t>
                </a:r>
                <a14:m>
                  <m:oMath xmlns:m="http://schemas.openxmlformats.org/officeDocument/2006/math">
                    <m:r>
                      <a:rPr lang="nl-BE" i="1" dirty="0" smtClean="0">
                        <a:latin typeface="Cambria Math" panose="02040503050406030204" pitchFamily="18" charset="0"/>
                      </a:rPr>
                      <m:t>𝑋</m:t>
                    </m:r>
                  </m:oMath>
                </a14:m>
                <a:r>
                  <a:rPr lang="nl-BE" baseline="30000" dirty="0"/>
                  <a:t>2</a:t>
                </a:r>
                <a:r>
                  <a:rPr lang="nl-BE" dirty="0"/>
                  <a:t>(1, </a:t>
                </a:r>
                <a:r>
                  <a:rPr lang="nl-BE" i="1" dirty="0"/>
                  <a:t>N </a:t>
                </a:r>
                <a:r>
                  <a:rPr lang="nl-BE" dirty="0"/>
                  <a:t>= 511) = 0.18, </a:t>
                </a:r>
                <a:r>
                  <a:rPr lang="nl-BE" i="1" dirty="0"/>
                  <a:t>p</a:t>
                </a:r>
                <a:r>
                  <a:rPr lang="nl-BE" dirty="0"/>
                  <a:t> = .67.”</a:t>
                </a:r>
              </a:p>
              <a:p>
                <a:pPr lvl="1"/>
                <a:endParaRPr lang="nl-BE" dirty="0"/>
              </a:p>
              <a:p>
                <a:endParaRPr lang="nl-BE" dirty="0"/>
              </a:p>
            </p:txBody>
          </p:sp>
        </mc:Choice>
        <mc:Fallback xmlns="">
          <p:sp>
            <p:nvSpPr>
              <p:cNvPr id="6" name="Tijdelijke aanduiding voor inhoud 5">
                <a:extLst>
                  <a:ext uri="{FF2B5EF4-FFF2-40B4-BE49-F238E27FC236}">
                    <a16:creationId xmlns:a16="http://schemas.microsoft.com/office/drawing/2014/main" id="{D218D92A-74AD-49F8-A8A9-AD801B689B50}"/>
                  </a:ext>
                </a:extLst>
              </p:cNvPr>
              <p:cNvSpPr>
                <a:spLocks noGrp="1" noRot="1" noChangeAspect="1" noMove="1" noResize="1" noEditPoints="1" noAdjustHandles="1" noChangeArrowheads="1" noChangeShapeType="1" noTextEdit="1"/>
              </p:cNvSpPr>
              <p:nvPr>
                <p:ph idx="1"/>
              </p:nvPr>
            </p:nvSpPr>
            <p:spPr>
              <a:xfrm>
                <a:off x="327069" y="1816273"/>
                <a:ext cx="16858641" cy="7164888"/>
              </a:xfrm>
              <a:blipFill>
                <a:blip r:embed="rId2"/>
                <a:stretch>
                  <a:fillRect l="-145" t="-511"/>
                </a:stretch>
              </a:blipFill>
            </p:spPr>
            <p:txBody>
              <a:bodyPr/>
              <a:lstStyle/>
              <a:p>
                <a:r>
                  <a:rPr lang="nl-NL">
                    <a:noFill/>
                  </a:rPr>
                  <a:t> </a:t>
                </a:r>
              </a:p>
            </p:txBody>
          </p:sp>
        </mc:Fallback>
      </mc:AlternateContent>
      <p:sp>
        <p:nvSpPr>
          <p:cNvPr id="8" name="Tijdelijke aanduiding voor dianummer 3">
            <a:extLst>
              <a:ext uri="{FF2B5EF4-FFF2-40B4-BE49-F238E27FC236}">
                <a16:creationId xmlns:a16="http://schemas.microsoft.com/office/drawing/2014/main" id="{B279C2AF-5DFA-4259-A33E-340B3E2D6AEA}"/>
              </a:ext>
            </a:extLst>
          </p:cNvPr>
          <p:cNvSpPr>
            <a:spLocks noGrp="1"/>
          </p:cNvSpPr>
          <p:nvPr>
            <p:ph type="sldNum" sz="quarter" idx="12"/>
          </p:nvPr>
        </p:nvSpPr>
        <p:spPr>
          <a:xfrm>
            <a:off x="16263830" y="8959510"/>
            <a:ext cx="921880" cy="519289"/>
          </a:xfrm>
        </p:spPr>
        <p:txBody>
          <a:bodyPr/>
          <a:lstStyle/>
          <a:p>
            <a:fld id="{7AE184E0-0BD4-4705-A12B-9B71DDE63301}" type="slidenum">
              <a:rPr lang="en-GB" noProof="0" smtClean="0"/>
              <a:t>82</a:t>
            </a:fld>
            <a:endParaRPr lang="en-GB" noProof="0" dirty="0"/>
          </a:p>
        </p:txBody>
      </p:sp>
    </p:spTree>
    <p:extLst>
      <p:ext uri="{BB962C8B-B14F-4D97-AF65-F5344CB8AC3E}">
        <p14:creationId xmlns:p14="http://schemas.microsoft.com/office/powerpoint/2010/main" val="35626199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A829EE-E84C-4356-83EA-58A3EC2E1B4B}"/>
              </a:ext>
            </a:extLst>
          </p:cNvPr>
          <p:cNvSpPr>
            <a:spLocks noGrp="1"/>
          </p:cNvSpPr>
          <p:nvPr>
            <p:ph type="title"/>
          </p:nvPr>
        </p:nvSpPr>
        <p:spPr/>
        <p:txBody>
          <a:bodyPr/>
          <a:lstStyle/>
          <a:p>
            <a:r>
              <a:rPr lang="nl-BE" dirty="0"/>
              <a:t>Nog meer oefeningen</a:t>
            </a:r>
          </a:p>
        </p:txBody>
      </p:sp>
      <p:sp>
        <p:nvSpPr>
          <p:cNvPr id="3" name="Tijdelijke aanduiding voor inhoud 2">
            <a:extLst>
              <a:ext uri="{FF2B5EF4-FFF2-40B4-BE49-F238E27FC236}">
                <a16:creationId xmlns:a16="http://schemas.microsoft.com/office/drawing/2014/main" id="{88E490A1-2B9C-4218-B91B-BD1026FC6AEC}"/>
              </a:ext>
            </a:extLst>
          </p:cNvPr>
          <p:cNvSpPr>
            <a:spLocks noGrp="1"/>
          </p:cNvSpPr>
          <p:nvPr>
            <p:ph idx="1"/>
          </p:nvPr>
        </p:nvSpPr>
        <p:spPr/>
        <p:txBody>
          <a:bodyPr/>
          <a:lstStyle/>
          <a:p>
            <a:r>
              <a:rPr lang="nl-BE" dirty="0">
                <a:solidFill>
                  <a:srgbClr val="002060"/>
                </a:solidFill>
              </a:rPr>
              <a:t>Zie handboek en QR-code</a:t>
            </a:r>
          </a:p>
        </p:txBody>
      </p:sp>
      <p:sp>
        <p:nvSpPr>
          <p:cNvPr id="4" name="Tijdelijke aanduiding voor dianummer 3">
            <a:extLst>
              <a:ext uri="{FF2B5EF4-FFF2-40B4-BE49-F238E27FC236}">
                <a16:creationId xmlns:a16="http://schemas.microsoft.com/office/drawing/2014/main" id="{A3A16FA6-05F8-482B-B342-24F3B7044D46}"/>
              </a:ext>
            </a:extLst>
          </p:cNvPr>
          <p:cNvSpPr>
            <a:spLocks noGrp="1"/>
          </p:cNvSpPr>
          <p:nvPr>
            <p:ph type="sldNum" sz="quarter" idx="12"/>
          </p:nvPr>
        </p:nvSpPr>
        <p:spPr/>
        <p:txBody>
          <a:bodyPr/>
          <a:lstStyle/>
          <a:p>
            <a:fld id="{7AE184E0-0BD4-4705-A12B-9B71DDE63301}" type="slidenum">
              <a:rPr lang="en-GB" noProof="0" smtClean="0"/>
              <a:t>83</a:t>
            </a:fld>
            <a:endParaRPr lang="en-GB" noProof="0" dirty="0"/>
          </a:p>
        </p:txBody>
      </p:sp>
    </p:spTree>
    <p:extLst>
      <p:ext uri="{BB962C8B-B14F-4D97-AF65-F5344CB8AC3E}">
        <p14:creationId xmlns:p14="http://schemas.microsoft.com/office/powerpoint/2010/main" val="103995283"/>
      </p:ext>
    </p:extLst>
  </p:cSld>
  <p:clrMapOvr>
    <a:masterClrMapping/>
  </p:clrMapOvr>
</p:sld>
</file>

<file path=ppt/theme/theme1.xml><?xml version="1.0" encoding="utf-8"?>
<a:theme xmlns:a="http://schemas.openxmlformats.org/drawingml/2006/main" name="Powerpoint_UGent_EN_PS">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Universiteit Ge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rgbClr val="1E64C8"/>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1750">
          <a:solidFill>
            <a:srgbClr val="1E64C8"/>
          </a:solidFill>
          <a:headEnd type="triangle" w="lg" len="lg"/>
          <a:tailEnd type="triangl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120000"/>
          </a:lnSpc>
          <a:defRPr sz="2500" smtClean="0"/>
        </a:defPPr>
      </a:lstStyle>
    </a:txDef>
  </a:objectDefaults>
  <a:extraClrSchemeLst/>
  <a:extLst>
    <a:ext uri="{05A4C25C-085E-4340-85A3-A5531E510DB2}">
      <thm15:themeFamily xmlns:thm15="http://schemas.microsoft.com/office/thememl/2012/main" name="Presentation-UK-LW_1_0_13.potx" id="{3201E771-F791-46B7-8648-80514AB81F54}" vid="{1858D3B1-E83B-4AD4-AB74-FC64152F8D7D}"/>
    </a:ext>
  </a:extLst>
</a:theme>
</file>

<file path=ppt/theme/theme2.xml><?xml version="1.0" encoding="utf-8"?>
<a:theme xmlns:a="http://schemas.openxmlformats.org/drawingml/2006/main" name="Kantoorthema">
  <a:themeElements>
    <a:clrScheme name="Kantoorthem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43D96E506A014DBE714040E5AF9AEC" ma:contentTypeVersion="14" ma:contentTypeDescription="Een nieuw document maken." ma:contentTypeScope="" ma:versionID="4db89dd7ed044dc385e9181649206e88">
  <xsd:schema xmlns:xsd="http://www.w3.org/2001/XMLSchema" xmlns:xs="http://www.w3.org/2001/XMLSchema" xmlns:p="http://schemas.microsoft.com/office/2006/metadata/properties" xmlns:ns3="8f55a228-4e6a-4e20-9588-cb37277e13ee" xmlns:ns4="6f55e950-31a6-446f-893a-ec17b70e2fc0" targetNamespace="http://schemas.microsoft.com/office/2006/metadata/properties" ma:root="true" ma:fieldsID="73c8890e8e488906fdb084e1f109c950" ns3:_="" ns4:_="">
    <xsd:import namespace="8f55a228-4e6a-4e20-9588-cb37277e13ee"/>
    <xsd:import namespace="6f55e950-31a6-446f-893a-ec17b70e2fc0"/>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3:MediaServiceAutoKeyPoints" minOccurs="0"/>
                <xsd:element ref="ns3:MediaServiceKeyPoints" minOccurs="0"/>
                <xsd:element ref="ns3:MediaServiceOCR" minOccurs="0"/>
                <xsd:element ref="ns3:MediaServiceLocatio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55a228-4e6a-4e20-9588-cb37277e13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55e950-31a6-446f-893a-ec17b70e2fc0" elementFormDefault="qualified">
    <xsd:import namespace="http://schemas.microsoft.com/office/2006/documentManagement/types"/>
    <xsd:import namespace="http://schemas.microsoft.com/office/infopath/2007/PartnerControls"/>
    <xsd:element name="SharedWithUsers" ma:index="1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Gedeeld met details" ma:internalName="SharedWithDetails" ma:readOnly="true">
      <xsd:simpleType>
        <xsd:restriction base="dms:Note">
          <xsd:maxLength value="255"/>
        </xsd:restriction>
      </xsd:simpleType>
    </xsd:element>
    <xsd:element name="SharingHintHash" ma:index="2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45ED3-65E3-46F5-B5F4-2680BEB22463}">
  <ds:schemaRefs>
    <ds:schemaRef ds:uri="http://schemas.microsoft.com/sharepoint/v3/contenttype/forms"/>
  </ds:schemaRefs>
</ds:datastoreItem>
</file>

<file path=customXml/itemProps2.xml><?xml version="1.0" encoding="utf-8"?>
<ds:datastoreItem xmlns:ds="http://schemas.openxmlformats.org/officeDocument/2006/customXml" ds:itemID="{2ACDEEF3-4B1C-4171-B99B-B5C23D3BEC6D}">
  <ds:schemaRefs>
    <ds:schemaRef ds:uri="http://schemas.microsoft.com/office/2006/documentManagement/types"/>
    <ds:schemaRef ds:uri="http://purl.org/dc/elements/1.1/"/>
    <ds:schemaRef ds:uri="http://schemas.microsoft.com/office/2006/metadata/properties"/>
    <ds:schemaRef ds:uri="http://www.w3.org/XML/1998/namespace"/>
    <ds:schemaRef ds:uri="http://purl.org/dc/terms/"/>
    <ds:schemaRef ds:uri="http://schemas.openxmlformats.org/package/2006/metadata/core-properties"/>
    <ds:schemaRef ds:uri="8f55a228-4e6a-4e20-9588-cb37277e13ee"/>
    <ds:schemaRef ds:uri="http://purl.org/dc/dcmitype/"/>
    <ds:schemaRef ds:uri="http://schemas.microsoft.com/office/infopath/2007/PartnerControls"/>
    <ds:schemaRef ds:uri="6f55e950-31a6-446f-893a-ec17b70e2fc0"/>
  </ds:schemaRefs>
</ds:datastoreItem>
</file>

<file path=customXml/itemProps3.xml><?xml version="1.0" encoding="utf-8"?>
<ds:datastoreItem xmlns:ds="http://schemas.openxmlformats.org/officeDocument/2006/customXml" ds:itemID="{46BEFBFB-09B0-49FE-924A-3EA3E6D25F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55a228-4e6a-4e20-9588-cb37277e13ee"/>
    <ds:schemaRef ds:uri="6f55e950-31a6-446f-893a-ec17b70e2f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Powerpoint_UGent_EN_PS</Template>
  <TotalTime>9111</TotalTime>
  <Words>4420</Words>
  <Application>Microsoft Office PowerPoint</Application>
  <PresentationFormat>Aangepast</PresentationFormat>
  <Paragraphs>984</Paragraphs>
  <Slides>83</Slides>
  <Notes>11</Notes>
  <HiddenSlides>0</HiddenSlides>
  <MMClips>0</MMClips>
  <ScaleCrop>false</ScaleCrop>
  <HeadingPairs>
    <vt:vector size="6" baseType="variant">
      <vt:variant>
        <vt:lpstr>Gebruikte lettertypen</vt:lpstr>
      </vt:variant>
      <vt:variant>
        <vt:i4>6</vt:i4>
      </vt:variant>
      <vt:variant>
        <vt:lpstr>Thema</vt:lpstr>
      </vt:variant>
      <vt:variant>
        <vt:i4>2</vt:i4>
      </vt:variant>
      <vt:variant>
        <vt:lpstr>Diatitels</vt:lpstr>
      </vt:variant>
      <vt:variant>
        <vt:i4>83</vt:i4>
      </vt:variant>
    </vt:vector>
  </HeadingPairs>
  <TitlesOfParts>
    <vt:vector size="91" baseType="lpstr">
      <vt:lpstr>Arial</vt:lpstr>
      <vt:lpstr>Calibri</vt:lpstr>
      <vt:lpstr>Calibri Light</vt:lpstr>
      <vt:lpstr>Cambria Math</vt:lpstr>
      <vt:lpstr>Verdana</vt:lpstr>
      <vt:lpstr>Wingdings</vt:lpstr>
      <vt:lpstr>Powerpoint_UGent_EN_PS</vt:lpstr>
      <vt:lpstr>Kantoorthema</vt:lpstr>
      <vt:lpstr>SPSS-WERKCOLLEGE 3 (XX/XX)</vt:lpstr>
      <vt:lpstr>H08 Inferentiële statistiek in zes stappen</vt:lpstr>
      <vt:lpstr>Gebruik van zes-stappen-procedure </vt:lpstr>
      <vt:lpstr>H09 kruistabellen</vt:lpstr>
      <vt:lpstr>Inleiding</vt:lpstr>
      <vt:lpstr>Inleiding</vt:lpstr>
      <vt:lpstr>Opgave 1</vt:lpstr>
      <vt:lpstr>Opgave 1: Verband Relatiestatus x Werksituatie</vt:lpstr>
      <vt:lpstr>Opgave 1: Verband Relatiestatus x Werksituatie</vt:lpstr>
      <vt:lpstr>Opgave 1: Verband Relatiestatus x Werksituatie</vt:lpstr>
      <vt:lpstr>PowerPoint-presentatie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Ouderschap x Leefsituatie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1: Verband Relatiestatus x Werksituatie</vt:lpstr>
      <vt:lpstr>Opgave 2</vt:lpstr>
      <vt:lpstr>Opgave 2: Verband Relatiestatus x Tijd</vt:lpstr>
      <vt:lpstr>Opgave 2: Verband Relatiestatus x Tijd</vt:lpstr>
      <vt:lpstr>Opgave 2: Verband Relatiestatus x Tijd</vt:lpstr>
      <vt:lpstr>Welke analysetechniek gebruik ik?</vt:lpstr>
      <vt:lpstr>Welke analysetechniek gebruik ik?</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2: Verband Relatiestatus x Tijd</vt:lpstr>
      <vt:lpstr>Opgave 3</vt:lpstr>
      <vt:lpstr>Opgave 3: Verband Vaccin x Coronasymptomen</vt:lpstr>
      <vt:lpstr>Opgave 3: Verband Vaccin x Coronasymptomen</vt:lpstr>
      <vt:lpstr>Opgave 3: Verband Vaccin x Coronasymptomen</vt:lpstr>
      <vt:lpstr>Welke analysetechniek gebruik ik?</vt:lpstr>
      <vt:lpstr>Welke analysetechniek gebruik ik?</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Opgave 3: Verband Vaccin x Coronasymptomen</vt:lpstr>
      <vt:lpstr>Extra Oefening voor thuis</vt:lpstr>
      <vt:lpstr>Extra opgave: Verband Geslacht x Coronavaccin</vt:lpstr>
      <vt:lpstr>Extra opgave: Verband Geslacht x Coronavaccin</vt:lpstr>
      <vt:lpstr>Extra opgave: Verband Geslacht x Coronavaccin</vt:lpstr>
      <vt:lpstr>Extra opgave: Verband Geslacht x Coronavaccin</vt:lpstr>
      <vt:lpstr>Extra opgave: Verband Geslacht x Coronavaccin</vt:lpstr>
      <vt:lpstr>Extra opgave: Verband Geslacht x Coronavaccin</vt:lpstr>
      <vt:lpstr>Extra opgave: Verband Geslacht x Coronavaccin</vt:lpstr>
      <vt:lpstr>Nog meer oefeningen</vt:lpstr>
    </vt:vector>
  </TitlesOfParts>
  <Company>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Ponnet</dc:creator>
  <cp:lastModifiedBy>Fauve Duprez</cp:lastModifiedBy>
  <cp:revision>272</cp:revision>
  <cp:lastPrinted>2022-09-25T19:30:31Z</cp:lastPrinted>
  <dcterms:created xsi:type="dcterms:W3CDTF">2016-09-23T07:15:13Z</dcterms:created>
  <dcterms:modified xsi:type="dcterms:W3CDTF">2024-11-21T13:43:47Z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censed to">
    <vt:lpwstr>Ghent University</vt:lpwstr>
  </property>
  <property fmtid="{D5CDD505-2E9C-101B-9397-08002B2CF9AE}" pid="3" name="Version">
    <vt:lpwstr>1.0</vt:lpwstr>
  </property>
  <property fmtid="{D5CDD505-2E9C-101B-9397-08002B2CF9AE}" pid="4" name="Date">
    <vt:filetime>2016-09-20T22:00:00Z</vt:filetime>
  </property>
  <property fmtid="{D5CDD505-2E9C-101B-9397-08002B2CF9AE}" pid="5" name="Build">
    <vt:i4>13</vt:i4>
  </property>
  <property fmtid="{D5CDD505-2E9C-101B-9397-08002B2CF9AE}" pid="6" name="Cmt 1">
    <vt:lpwstr>create</vt:lpwstr>
  </property>
  <property fmtid="{D5CDD505-2E9C-101B-9397-08002B2CF9AE}" pid="7" name="Cmt 2">
    <vt:lpwstr>1st draft</vt:lpwstr>
  </property>
  <property fmtid="{D5CDD505-2E9C-101B-9397-08002B2CF9AE}" pid="8" name="Cmt 3">
    <vt:lpwstr>Corporate splitt off</vt:lpwstr>
  </property>
  <property fmtid="{D5CDD505-2E9C-101B-9397-08002B2CF9AE}" pid="9" name="Cmt 4">
    <vt:lpwstr>2nd draft</vt:lpwstr>
  </property>
  <property fmtid="{D5CDD505-2E9C-101B-9397-08002B2CF9AE}" pid="10" name="Cmt 5">
    <vt:lpwstr>set text box and shape defaults</vt:lpwstr>
  </property>
  <property fmtid="{D5CDD505-2E9C-101B-9397-08002B2CF9AE}" pid="11" name="Cmt 6">
    <vt:lpwstr>end slide text acc. to letter</vt:lpwstr>
  </property>
  <property fmtid="{D5CDD505-2E9C-101B-9397-08002B2CF9AE}" pid="12" name="Cmt 7">
    <vt:lpwstr>logo opening slide sharpened</vt:lpwstr>
  </property>
  <property fmtid="{D5CDD505-2E9C-101B-9397-08002B2CF9AE}" pid="13" name="Cmt 8-9">
    <vt:lpwstr>comments 19-9-2016</vt:lpwstr>
  </property>
  <property fmtid="{D5CDD505-2E9C-101B-9397-08002B2CF9AE}" pid="14" name="Cmt 10">
    <vt:lpwstr>social media data redesigned</vt:lpwstr>
  </property>
  <property fmtid="{D5CDD505-2E9C-101B-9397-08002B2CF9AE}" pid="15" name="Cmt 11">
    <vt:lpwstr>Title Slide renamed to TitleSlide</vt:lpwstr>
  </property>
  <property fmtid="{D5CDD505-2E9C-101B-9397-08002B2CF9AE}" pid="16" name="Cmt 12">
    <vt:lpwstr>Title and text size</vt:lpwstr>
  </property>
  <property fmtid="{D5CDD505-2E9C-101B-9397-08002B2CF9AE}" pid="17" name="Cmt 13">
    <vt:lpwstr>socmed pictos &gt; normal view</vt:lpwstr>
  </property>
  <property fmtid="{D5CDD505-2E9C-101B-9397-08002B2CF9AE}" pid="18" name="ContentTypeId">
    <vt:lpwstr>0x0101003A43D96E506A014DBE714040E5AF9AEC</vt:lpwstr>
  </property>
</Properties>
</file>