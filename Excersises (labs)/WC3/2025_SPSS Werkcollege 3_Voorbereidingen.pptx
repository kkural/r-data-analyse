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0"/>
  </p:notesMasterIdLst>
  <p:handoutMasterIdLst>
    <p:handoutMasterId r:id="rId41"/>
  </p:handoutMasterIdLst>
  <p:sldIdLst>
    <p:sldId id="259" r:id="rId5"/>
    <p:sldId id="1696" r:id="rId6"/>
    <p:sldId id="1722" r:id="rId7"/>
    <p:sldId id="1721" r:id="rId8"/>
    <p:sldId id="1766" r:id="rId9"/>
    <p:sldId id="1746" r:id="rId10"/>
    <p:sldId id="1769" r:id="rId11"/>
    <p:sldId id="1824" r:id="rId12"/>
    <p:sldId id="1825" r:id="rId13"/>
    <p:sldId id="1750" r:id="rId14"/>
    <p:sldId id="1752" r:id="rId15"/>
    <p:sldId id="1683" r:id="rId16"/>
    <p:sldId id="1754" r:id="rId17"/>
    <p:sldId id="1684" r:id="rId18"/>
    <p:sldId id="1763" r:id="rId19"/>
    <p:sldId id="1827" r:id="rId20"/>
    <p:sldId id="1770" r:id="rId21"/>
    <p:sldId id="1767" r:id="rId22"/>
    <p:sldId id="1719" r:id="rId23"/>
    <p:sldId id="1707" r:id="rId24"/>
    <p:sldId id="1788" r:id="rId25"/>
    <p:sldId id="1789" r:id="rId26"/>
    <p:sldId id="1709" r:id="rId27"/>
    <p:sldId id="1826" r:id="rId28"/>
    <p:sldId id="1779" r:id="rId29"/>
    <p:sldId id="1794" r:id="rId30"/>
    <p:sldId id="1795" r:id="rId31"/>
    <p:sldId id="1801" r:id="rId32"/>
    <p:sldId id="1805" r:id="rId33"/>
    <p:sldId id="1807" r:id="rId34"/>
    <p:sldId id="1809" r:id="rId35"/>
    <p:sldId id="1814" r:id="rId36"/>
    <p:sldId id="1793" r:id="rId37"/>
    <p:sldId id="1744" r:id="rId38"/>
    <p:sldId id="1614" r:id="rId39"/>
  </p:sldIdLst>
  <p:sldSz cx="17338675" cy="9753600"/>
  <p:notesSz cx="6797675" cy="9926638"/>
  <p:defaultTex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72" userDrawn="1">
          <p15:clr>
            <a:srgbClr val="A4A3A4"/>
          </p15:clr>
        </p15:guide>
        <p15:guide id="2" pos="54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D2ED5F-A5E0-77FD-249A-9FC48669DA58}" name="Fauve Duprez" initials="FD" userId="S::Fauve.Duprez@UGent.be::59fdc1fb-507d-4cdb-a31c-e3fd651e0ac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hijs Hauspie" initials="TH" lastIdx="2" clrIdx="0">
    <p:extLst>
      <p:ext uri="{19B8F6BF-5375-455C-9EA6-DF929625EA0E}">
        <p15:presenceInfo xmlns:p15="http://schemas.microsoft.com/office/powerpoint/2012/main" userId="S-1-5-21-4030456262-320625612-449655040-28156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84CB"/>
    <a:srgbClr val="5D9CC7"/>
    <a:srgbClr val="D6780A"/>
    <a:srgbClr val="003366"/>
    <a:srgbClr val="80C0E0"/>
    <a:srgbClr val="44C6E0"/>
    <a:srgbClr val="DF9742"/>
    <a:srgbClr val="008000"/>
    <a:srgbClr val="006600"/>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6" autoAdjust="0"/>
    <p:restoredTop sz="94796" autoAdjust="0"/>
  </p:normalViewPr>
  <p:slideViewPr>
    <p:cSldViewPr snapToGrid="0" showGuides="1">
      <p:cViewPr varScale="1">
        <p:scale>
          <a:sx n="58" d="100"/>
          <a:sy n="58" d="100"/>
        </p:scale>
        <p:origin x="917" y="106"/>
      </p:cViewPr>
      <p:guideLst>
        <p:guide orient="horz" pos="3072"/>
        <p:guide pos="5461"/>
      </p:guideLst>
    </p:cSldViewPr>
  </p:slideViewPr>
  <p:notesTextViewPr>
    <p:cViewPr>
      <p:scale>
        <a:sx n="1" d="1"/>
        <a:sy n="1" d="1"/>
      </p:scale>
      <p:origin x="0" y="0"/>
    </p:cViewPr>
  </p:notesTextViewPr>
  <p:notesViewPr>
    <p:cSldViewPr snapToGrid="0">
      <p:cViewPr varScale="1">
        <p:scale>
          <a:sx n="67" d="100"/>
          <a:sy n="67" d="100"/>
        </p:scale>
        <p:origin x="3029" y="5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uve Duprez" userId="59fdc1fb-507d-4cdb-a31c-e3fd651e0acf" providerId="ADAL" clId="{EFA868C8-E39F-41F3-98BA-1D55DE92F684}"/>
    <pc:docChg chg="undo custSel addSld delSld modSld delMainMaster">
      <pc:chgData name="Fauve Duprez" userId="59fdc1fb-507d-4cdb-a31c-e3fd651e0acf" providerId="ADAL" clId="{EFA868C8-E39F-41F3-98BA-1D55DE92F684}" dt="2024-11-21T13:43:25.515" v="77" actId="20577"/>
      <pc:docMkLst>
        <pc:docMk/>
      </pc:docMkLst>
      <pc:sldChg chg="modSp mod">
        <pc:chgData name="Fauve Duprez" userId="59fdc1fb-507d-4cdb-a31c-e3fd651e0acf" providerId="ADAL" clId="{EFA868C8-E39F-41F3-98BA-1D55DE92F684}" dt="2024-11-21T13:43:25.515" v="77" actId="20577"/>
        <pc:sldMkLst>
          <pc:docMk/>
          <pc:sldMk cId="4162507869" sldId="259"/>
        </pc:sldMkLst>
        <pc:spChg chg="mod">
          <ac:chgData name="Fauve Duprez" userId="59fdc1fb-507d-4cdb-a31c-e3fd651e0acf" providerId="ADAL" clId="{EFA868C8-E39F-41F3-98BA-1D55DE92F684}" dt="2024-11-21T13:43:21.263" v="73" actId="20577"/>
          <ac:spMkLst>
            <pc:docMk/>
            <pc:sldMk cId="4162507869" sldId="259"/>
            <ac:spMk id="2" creationId="{1D528B7A-3168-440C-A60C-A036931164EC}"/>
          </ac:spMkLst>
        </pc:spChg>
        <pc:spChg chg="mod">
          <ac:chgData name="Fauve Duprez" userId="59fdc1fb-507d-4cdb-a31c-e3fd651e0acf" providerId="ADAL" clId="{EFA868C8-E39F-41F3-98BA-1D55DE92F684}" dt="2024-11-21T13:43:25.515" v="77" actId="20577"/>
          <ac:spMkLst>
            <pc:docMk/>
            <pc:sldMk cId="4162507869" sldId="259"/>
            <ac:spMk id="3" creationId="{70FE6360-0905-4150-BEDD-4BF877AD22CF}"/>
          </ac:spMkLst>
        </pc:spChg>
      </pc:sldChg>
      <pc:sldChg chg="del">
        <pc:chgData name="Fauve Duprez" userId="59fdc1fb-507d-4cdb-a31c-e3fd651e0acf" providerId="ADAL" clId="{EFA868C8-E39F-41F3-98BA-1D55DE92F684}" dt="2024-11-21T13:41:01.878" v="2" actId="47"/>
        <pc:sldMkLst>
          <pc:docMk/>
          <pc:sldMk cId="178933035" sldId="1401"/>
        </pc:sldMkLst>
      </pc:sldChg>
      <pc:sldChg chg="add del">
        <pc:chgData name="Fauve Duprez" userId="59fdc1fb-507d-4cdb-a31c-e3fd651e0acf" providerId="ADAL" clId="{EFA868C8-E39F-41F3-98BA-1D55DE92F684}" dt="2024-11-21T13:41:10.883" v="6" actId="47"/>
        <pc:sldMkLst>
          <pc:docMk/>
          <pc:sldMk cId="3431343839" sldId="1683"/>
        </pc:sldMkLst>
      </pc:sldChg>
      <pc:sldChg chg="del">
        <pc:chgData name="Fauve Duprez" userId="59fdc1fb-507d-4cdb-a31c-e3fd651e0acf" providerId="ADAL" clId="{EFA868C8-E39F-41F3-98BA-1D55DE92F684}" dt="2024-11-21T13:41:24.449" v="14" actId="47"/>
        <pc:sldMkLst>
          <pc:docMk/>
          <pc:sldMk cId="1761259086" sldId="1685"/>
        </pc:sldMkLst>
      </pc:sldChg>
      <pc:sldChg chg="del">
        <pc:chgData name="Fauve Duprez" userId="59fdc1fb-507d-4cdb-a31c-e3fd651e0acf" providerId="ADAL" clId="{EFA868C8-E39F-41F3-98BA-1D55DE92F684}" dt="2024-11-21T13:41:27.943" v="21" actId="47"/>
        <pc:sldMkLst>
          <pc:docMk/>
          <pc:sldMk cId="4278634823" sldId="1689"/>
        </pc:sldMkLst>
      </pc:sldChg>
      <pc:sldChg chg="del">
        <pc:chgData name="Fauve Duprez" userId="59fdc1fb-507d-4cdb-a31c-e3fd651e0acf" providerId="ADAL" clId="{EFA868C8-E39F-41F3-98BA-1D55DE92F684}" dt="2024-11-21T13:41:46.338" v="32" actId="47"/>
        <pc:sldMkLst>
          <pc:docMk/>
          <pc:sldMk cId="3221001398" sldId="1713"/>
        </pc:sldMkLst>
      </pc:sldChg>
      <pc:sldChg chg="del">
        <pc:chgData name="Fauve Duprez" userId="59fdc1fb-507d-4cdb-a31c-e3fd651e0acf" providerId="ADAL" clId="{EFA868C8-E39F-41F3-98BA-1D55DE92F684}" dt="2024-11-21T13:41:47.503" v="33" actId="47"/>
        <pc:sldMkLst>
          <pc:docMk/>
          <pc:sldMk cId="1267768629" sldId="1716"/>
        </pc:sldMkLst>
      </pc:sldChg>
      <pc:sldChg chg="del">
        <pc:chgData name="Fauve Duprez" userId="59fdc1fb-507d-4cdb-a31c-e3fd651e0acf" providerId="ADAL" clId="{EFA868C8-E39F-41F3-98BA-1D55DE92F684}" dt="2024-11-21T13:41:45.444" v="31" actId="47"/>
        <pc:sldMkLst>
          <pc:docMk/>
          <pc:sldMk cId="1452356362" sldId="1720"/>
        </pc:sldMkLst>
      </pc:sldChg>
      <pc:sldChg chg="del">
        <pc:chgData name="Fauve Duprez" userId="59fdc1fb-507d-4cdb-a31c-e3fd651e0acf" providerId="ADAL" clId="{EFA868C8-E39F-41F3-98BA-1D55DE92F684}" dt="2024-11-21T13:41:04.395" v="3" actId="47"/>
        <pc:sldMkLst>
          <pc:docMk/>
          <pc:sldMk cId="1025208905" sldId="1749"/>
        </pc:sldMkLst>
      </pc:sldChg>
      <pc:sldChg chg="del">
        <pc:chgData name="Fauve Duprez" userId="59fdc1fb-507d-4cdb-a31c-e3fd651e0acf" providerId="ADAL" clId="{EFA868C8-E39F-41F3-98BA-1D55DE92F684}" dt="2024-11-21T13:41:07.543" v="4" actId="47"/>
        <pc:sldMkLst>
          <pc:docMk/>
          <pc:sldMk cId="1145568093" sldId="1751"/>
        </pc:sldMkLst>
      </pc:sldChg>
      <pc:sldChg chg="del">
        <pc:chgData name="Fauve Duprez" userId="59fdc1fb-507d-4cdb-a31c-e3fd651e0acf" providerId="ADAL" clId="{EFA868C8-E39F-41F3-98BA-1D55DE92F684}" dt="2024-11-21T13:41:12.181" v="7" actId="47"/>
        <pc:sldMkLst>
          <pc:docMk/>
          <pc:sldMk cId="1672692969" sldId="1753"/>
        </pc:sldMkLst>
      </pc:sldChg>
      <pc:sldChg chg="del">
        <pc:chgData name="Fauve Duprez" userId="59fdc1fb-507d-4cdb-a31c-e3fd651e0acf" providerId="ADAL" clId="{EFA868C8-E39F-41F3-98BA-1D55DE92F684}" dt="2024-11-21T13:41:14.093" v="8" actId="47"/>
        <pc:sldMkLst>
          <pc:docMk/>
          <pc:sldMk cId="677799677" sldId="1755"/>
        </pc:sldMkLst>
      </pc:sldChg>
      <pc:sldChg chg="del">
        <pc:chgData name="Fauve Duprez" userId="59fdc1fb-507d-4cdb-a31c-e3fd651e0acf" providerId="ADAL" clId="{EFA868C8-E39F-41F3-98BA-1D55DE92F684}" dt="2024-11-21T13:41:17.903" v="10" actId="47"/>
        <pc:sldMkLst>
          <pc:docMk/>
          <pc:sldMk cId="977587255" sldId="1757"/>
        </pc:sldMkLst>
      </pc:sldChg>
      <pc:sldChg chg="del">
        <pc:chgData name="Fauve Duprez" userId="59fdc1fb-507d-4cdb-a31c-e3fd651e0acf" providerId="ADAL" clId="{EFA868C8-E39F-41F3-98BA-1D55DE92F684}" dt="2024-11-21T13:41:19.978" v="13" actId="47"/>
        <pc:sldMkLst>
          <pc:docMk/>
          <pc:sldMk cId="3208086855" sldId="1758"/>
        </pc:sldMkLst>
      </pc:sldChg>
      <pc:sldChg chg="del">
        <pc:chgData name="Fauve Duprez" userId="59fdc1fb-507d-4cdb-a31c-e3fd651e0acf" providerId="ADAL" clId="{EFA868C8-E39F-41F3-98BA-1D55DE92F684}" dt="2024-11-21T13:41:25.198" v="15" actId="47"/>
        <pc:sldMkLst>
          <pc:docMk/>
          <pc:sldMk cId="3088209890" sldId="1759"/>
        </pc:sldMkLst>
      </pc:sldChg>
      <pc:sldChg chg="del">
        <pc:chgData name="Fauve Duprez" userId="59fdc1fb-507d-4cdb-a31c-e3fd651e0acf" providerId="ADAL" clId="{EFA868C8-E39F-41F3-98BA-1D55DE92F684}" dt="2024-11-21T13:41:25.778" v="16" actId="47"/>
        <pc:sldMkLst>
          <pc:docMk/>
          <pc:sldMk cId="2097350860" sldId="1760"/>
        </pc:sldMkLst>
      </pc:sldChg>
      <pc:sldChg chg="del">
        <pc:chgData name="Fauve Duprez" userId="59fdc1fb-507d-4cdb-a31c-e3fd651e0acf" providerId="ADAL" clId="{EFA868C8-E39F-41F3-98BA-1D55DE92F684}" dt="2024-11-21T13:41:26.293" v="17" actId="47"/>
        <pc:sldMkLst>
          <pc:docMk/>
          <pc:sldMk cId="1346080786" sldId="1761"/>
        </pc:sldMkLst>
      </pc:sldChg>
      <pc:sldChg chg="del">
        <pc:chgData name="Fauve Duprez" userId="59fdc1fb-507d-4cdb-a31c-e3fd651e0acf" providerId="ADAL" clId="{EFA868C8-E39F-41F3-98BA-1D55DE92F684}" dt="2024-11-21T13:41:36.398" v="25" actId="47"/>
        <pc:sldMkLst>
          <pc:docMk/>
          <pc:sldMk cId="3594923569" sldId="1771"/>
        </pc:sldMkLst>
      </pc:sldChg>
      <pc:sldChg chg="del">
        <pc:chgData name="Fauve Duprez" userId="59fdc1fb-507d-4cdb-a31c-e3fd651e0acf" providerId="ADAL" clId="{EFA868C8-E39F-41F3-98BA-1D55DE92F684}" dt="2024-11-21T13:41:37.244" v="26" actId="47"/>
        <pc:sldMkLst>
          <pc:docMk/>
          <pc:sldMk cId="1807473071" sldId="1772"/>
        </pc:sldMkLst>
      </pc:sldChg>
      <pc:sldChg chg="del">
        <pc:chgData name="Fauve Duprez" userId="59fdc1fb-507d-4cdb-a31c-e3fd651e0acf" providerId="ADAL" clId="{EFA868C8-E39F-41F3-98BA-1D55DE92F684}" dt="2024-11-21T13:42:56.628" v="54" actId="47"/>
        <pc:sldMkLst>
          <pc:docMk/>
          <pc:sldMk cId="2467169077" sldId="1773"/>
        </pc:sldMkLst>
      </pc:sldChg>
      <pc:sldChg chg="del">
        <pc:chgData name="Fauve Duprez" userId="59fdc1fb-507d-4cdb-a31c-e3fd651e0acf" providerId="ADAL" clId="{EFA868C8-E39F-41F3-98BA-1D55DE92F684}" dt="2024-11-21T13:42:57.273" v="55" actId="47"/>
        <pc:sldMkLst>
          <pc:docMk/>
          <pc:sldMk cId="615129979" sldId="1774"/>
        </pc:sldMkLst>
      </pc:sldChg>
      <pc:sldChg chg="del">
        <pc:chgData name="Fauve Duprez" userId="59fdc1fb-507d-4cdb-a31c-e3fd651e0acf" providerId="ADAL" clId="{EFA868C8-E39F-41F3-98BA-1D55DE92F684}" dt="2024-11-21T13:42:58.123" v="56" actId="47"/>
        <pc:sldMkLst>
          <pc:docMk/>
          <pc:sldMk cId="1284158466" sldId="1775"/>
        </pc:sldMkLst>
      </pc:sldChg>
      <pc:sldChg chg="del">
        <pc:chgData name="Fauve Duprez" userId="59fdc1fb-507d-4cdb-a31c-e3fd651e0acf" providerId="ADAL" clId="{EFA868C8-E39F-41F3-98BA-1D55DE92F684}" dt="2024-11-21T13:42:59.443" v="57" actId="47"/>
        <pc:sldMkLst>
          <pc:docMk/>
          <pc:sldMk cId="3194006944" sldId="1776"/>
        </pc:sldMkLst>
      </pc:sldChg>
      <pc:sldChg chg="del">
        <pc:chgData name="Fauve Duprez" userId="59fdc1fb-507d-4cdb-a31c-e3fd651e0acf" providerId="ADAL" clId="{EFA868C8-E39F-41F3-98BA-1D55DE92F684}" dt="2024-11-21T13:43:00.146" v="58" actId="47"/>
        <pc:sldMkLst>
          <pc:docMk/>
          <pc:sldMk cId="2326481242" sldId="1777"/>
        </pc:sldMkLst>
      </pc:sldChg>
      <pc:sldChg chg="add del">
        <pc:chgData name="Fauve Duprez" userId="59fdc1fb-507d-4cdb-a31c-e3fd651e0acf" providerId="ADAL" clId="{EFA868C8-E39F-41F3-98BA-1D55DE92F684}" dt="2024-11-21T13:43:04.233" v="61" actId="47"/>
        <pc:sldMkLst>
          <pc:docMk/>
          <pc:sldMk cId="3562619977" sldId="1778"/>
        </pc:sldMkLst>
      </pc:sldChg>
      <pc:sldChg chg="del">
        <pc:chgData name="Fauve Duprez" userId="59fdc1fb-507d-4cdb-a31c-e3fd651e0acf" providerId="ADAL" clId="{EFA868C8-E39F-41F3-98BA-1D55DE92F684}" dt="2024-11-21T13:41:31.853" v="22" actId="47"/>
        <pc:sldMkLst>
          <pc:docMk/>
          <pc:sldMk cId="2143869658" sldId="1781"/>
        </pc:sldMkLst>
      </pc:sldChg>
      <pc:sldChg chg="del">
        <pc:chgData name="Fauve Duprez" userId="59fdc1fb-507d-4cdb-a31c-e3fd651e0acf" providerId="ADAL" clId="{EFA868C8-E39F-41F3-98BA-1D55DE92F684}" dt="2024-11-21T13:41:33.033" v="23" actId="47"/>
        <pc:sldMkLst>
          <pc:docMk/>
          <pc:sldMk cId="1267013484" sldId="1782"/>
        </pc:sldMkLst>
      </pc:sldChg>
      <pc:sldChg chg="del">
        <pc:chgData name="Fauve Duprez" userId="59fdc1fb-507d-4cdb-a31c-e3fd651e0acf" providerId="ADAL" clId="{EFA868C8-E39F-41F3-98BA-1D55DE92F684}" dt="2024-11-21T13:41:33.743" v="24" actId="47"/>
        <pc:sldMkLst>
          <pc:docMk/>
          <pc:sldMk cId="3819753356" sldId="1783"/>
        </pc:sldMkLst>
      </pc:sldChg>
      <pc:sldChg chg="del">
        <pc:chgData name="Fauve Duprez" userId="59fdc1fb-507d-4cdb-a31c-e3fd651e0acf" providerId="ADAL" clId="{EFA868C8-E39F-41F3-98BA-1D55DE92F684}" dt="2024-11-21T13:41:38.848" v="27" actId="47"/>
        <pc:sldMkLst>
          <pc:docMk/>
          <pc:sldMk cId="3807610048" sldId="1784"/>
        </pc:sldMkLst>
      </pc:sldChg>
      <pc:sldChg chg="del">
        <pc:chgData name="Fauve Duprez" userId="59fdc1fb-507d-4cdb-a31c-e3fd651e0acf" providerId="ADAL" clId="{EFA868C8-E39F-41F3-98BA-1D55DE92F684}" dt="2024-11-21T13:41:41.673" v="28" actId="47"/>
        <pc:sldMkLst>
          <pc:docMk/>
          <pc:sldMk cId="2851141524" sldId="1786"/>
        </pc:sldMkLst>
      </pc:sldChg>
      <pc:sldChg chg="del">
        <pc:chgData name="Fauve Duprez" userId="59fdc1fb-507d-4cdb-a31c-e3fd651e0acf" providerId="ADAL" clId="{EFA868C8-E39F-41F3-98BA-1D55DE92F684}" dt="2024-11-21T13:41:43.333" v="29" actId="47"/>
        <pc:sldMkLst>
          <pc:docMk/>
          <pc:sldMk cId="1318580537" sldId="1790"/>
        </pc:sldMkLst>
      </pc:sldChg>
      <pc:sldChg chg="del">
        <pc:chgData name="Fauve Duprez" userId="59fdc1fb-507d-4cdb-a31c-e3fd651e0acf" providerId="ADAL" clId="{EFA868C8-E39F-41F3-98BA-1D55DE92F684}" dt="2024-11-21T13:41:44.713" v="30" actId="47"/>
        <pc:sldMkLst>
          <pc:docMk/>
          <pc:sldMk cId="1733060434" sldId="1791"/>
        </pc:sldMkLst>
      </pc:sldChg>
      <pc:sldChg chg="del">
        <pc:chgData name="Fauve Duprez" userId="59fdc1fb-507d-4cdb-a31c-e3fd651e0acf" providerId="ADAL" clId="{EFA868C8-E39F-41F3-98BA-1D55DE92F684}" dt="2024-11-21T13:41:50.399" v="34" actId="47"/>
        <pc:sldMkLst>
          <pc:docMk/>
          <pc:sldMk cId="1470998284" sldId="1796"/>
        </pc:sldMkLst>
      </pc:sldChg>
      <pc:sldChg chg="del">
        <pc:chgData name="Fauve Duprez" userId="59fdc1fb-507d-4cdb-a31c-e3fd651e0acf" providerId="ADAL" clId="{EFA868C8-E39F-41F3-98BA-1D55DE92F684}" dt="2024-11-21T13:41:51.915" v="35" actId="47"/>
        <pc:sldMkLst>
          <pc:docMk/>
          <pc:sldMk cId="3943617969" sldId="1797"/>
        </pc:sldMkLst>
      </pc:sldChg>
      <pc:sldChg chg="del">
        <pc:chgData name="Fauve Duprez" userId="59fdc1fb-507d-4cdb-a31c-e3fd651e0acf" providerId="ADAL" clId="{EFA868C8-E39F-41F3-98BA-1D55DE92F684}" dt="2024-11-21T13:41:52.533" v="36" actId="47"/>
        <pc:sldMkLst>
          <pc:docMk/>
          <pc:sldMk cId="552314359" sldId="1798"/>
        </pc:sldMkLst>
      </pc:sldChg>
      <pc:sldChg chg="del">
        <pc:chgData name="Fauve Duprez" userId="59fdc1fb-507d-4cdb-a31c-e3fd651e0acf" providerId="ADAL" clId="{EFA868C8-E39F-41F3-98BA-1D55DE92F684}" dt="2024-11-21T13:41:54.198" v="37" actId="47"/>
        <pc:sldMkLst>
          <pc:docMk/>
          <pc:sldMk cId="16440993" sldId="1799"/>
        </pc:sldMkLst>
      </pc:sldChg>
      <pc:sldChg chg="del">
        <pc:chgData name="Fauve Duprez" userId="59fdc1fb-507d-4cdb-a31c-e3fd651e0acf" providerId="ADAL" clId="{EFA868C8-E39F-41F3-98BA-1D55DE92F684}" dt="2024-11-21T13:41:56.578" v="39" actId="47"/>
        <pc:sldMkLst>
          <pc:docMk/>
          <pc:sldMk cId="2698705497" sldId="1802"/>
        </pc:sldMkLst>
      </pc:sldChg>
      <pc:sldChg chg="del">
        <pc:chgData name="Fauve Duprez" userId="59fdc1fb-507d-4cdb-a31c-e3fd651e0acf" providerId="ADAL" clId="{EFA868C8-E39F-41F3-98BA-1D55DE92F684}" dt="2024-11-21T13:41:57.351" v="40" actId="47"/>
        <pc:sldMkLst>
          <pc:docMk/>
          <pc:sldMk cId="1202778264" sldId="1804"/>
        </pc:sldMkLst>
      </pc:sldChg>
      <pc:sldChg chg="del">
        <pc:chgData name="Fauve Duprez" userId="59fdc1fb-507d-4cdb-a31c-e3fd651e0acf" providerId="ADAL" clId="{EFA868C8-E39F-41F3-98BA-1D55DE92F684}" dt="2024-11-21T13:42:00.210" v="42" actId="47"/>
        <pc:sldMkLst>
          <pc:docMk/>
          <pc:sldMk cId="2068039671" sldId="1808"/>
        </pc:sldMkLst>
      </pc:sldChg>
      <pc:sldChg chg="del">
        <pc:chgData name="Fauve Duprez" userId="59fdc1fb-507d-4cdb-a31c-e3fd651e0acf" providerId="ADAL" clId="{EFA868C8-E39F-41F3-98BA-1D55DE92F684}" dt="2024-11-21T13:42:01.503" v="43" actId="47"/>
        <pc:sldMkLst>
          <pc:docMk/>
          <pc:sldMk cId="1451783628" sldId="1810"/>
        </pc:sldMkLst>
      </pc:sldChg>
      <pc:sldChg chg="modSp add del mod">
        <pc:chgData name="Fauve Duprez" userId="59fdc1fb-507d-4cdb-a31c-e3fd651e0acf" providerId="ADAL" clId="{EFA868C8-E39F-41F3-98BA-1D55DE92F684}" dt="2024-11-21T13:42:12.543" v="48" actId="6549"/>
        <pc:sldMkLst>
          <pc:docMk/>
          <pc:sldMk cId="1012992240" sldId="1814"/>
        </pc:sldMkLst>
        <pc:spChg chg="mod">
          <ac:chgData name="Fauve Duprez" userId="59fdc1fb-507d-4cdb-a31c-e3fd651e0acf" providerId="ADAL" clId="{EFA868C8-E39F-41F3-98BA-1D55DE92F684}" dt="2024-11-21T13:42:12.543" v="48" actId="6549"/>
          <ac:spMkLst>
            <pc:docMk/>
            <pc:sldMk cId="1012992240" sldId="1814"/>
            <ac:spMk id="6" creationId="{D218D92A-74AD-49F8-A8A9-AD801B689B50}"/>
          </ac:spMkLst>
        </pc:spChg>
      </pc:sldChg>
      <pc:sldChg chg="del">
        <pc:chgData name="Fauve Duprez" userId="59fdc1fb-507d-4cdb-a31c-e3fd651e0acf" providerId="ADAL" clId="{EFA868C8-E39F-41F3-98BA-1D55DE92F684}" dt="2024-11-21T13:41:55.408" v="38" actId="47"/>
        <pc:sldMkLst>
          <pc:docMk/>
          <pc:sldMk cId="2072083396" sldId="1815"/>
        </pc:sldMkLst>
      </pc:sldChg>
      <pc:sldChg chg="del">
        <pc:chgData name="Fauve Duprez" userId="59fdc1fb-507d-4cdb-a31c-e3fd651e0acf" providerId="ADAL" clId="{EFA868C8-E39F-41F3-98BA-1D55DE92F684}" dt="2024-11-21T13:41:59.067" v="41" actId="47"/>
        <pc:sldMkLst>
          <pc:docMk/>
          <pc:sldMk cId="3943970663" sldId="1816"/>
        </pc:sldMkLst>
      </pc:sldChg>
      <pc:sldChg chg="del">
        <pc:chgData name="Fauve Duprez" userId="59fdc1fb-507d-4cdb-a31c-e3fd651e0acf" providerId="ADAL" clId="{EFA868C8-E39F-41F3-98BA-1D55DE92F684}" dt="2024-11-21T13:42:02.519" v="44" actId="47"/>
        <pc:sldMkLst>
          <pc:docMk/>
          <pc:sldMk cId="146659826" sldId="1817"/>
        </pc:sldMkLst>
      </pc:sldChg>
      <pc:sldChg chg="del">
        <pc:chgData name="Fauve Duprez" userId="59fdc1fb-507d-4cdb-a31c-e3fd651e0acf" providerId="ADAL" clId="{EFA868C8-E39F-41F3-98BA-1D55DE92F684}" dt="2024-11-21T13:42:03.316" v="45" actId="47"/>
        <pc:sldMkLst>
          <pc:docMk/>
          <pc:sldMk cId="2829367786" sldId="1822"/>
        </pc:sldMkLst>
      </pc:sldChg>
      <pc:sldChg chg="modSp add mod">
        <pc:chgData name="Fauve Duprez" userId="59fdc1fb-507d-4cdb-a31c-e3fd651e0acf" providerId="ADAL" clId="{EFA868C8-E39F-41F3-98BA-1D55DE92F684}" dt="2024-11-21T13:42:27.648" v="50"/>
        <pc:sldMkLst>
          <pc:docMk/>
          <pc:sldMk cId="769784163" sldId="1826"/>
        </pc:sldMkLst>
        <pc:spChg chg="mod">
          <ac:chgData name="Fauve Duprez" userId="59fdc1fb-507d-4cdb-a31c-e3fd651e0acf" providerId="ADAL" clId="{EFA868C8-E39F-41F3-98BA-1D55DE92F684}" dt="2024-11-21T13:42:27.648" v="50"/>
          <ac:spMkLst>
            <pc:docMk/>
            <pc:sldMk cId="769784163" sldId="1826"/>
            <ac:spMk id="6" creationId="{DD94E533-2FCB-2C98-3245-B3DB772A357C}"/>
          </ac:spMkLst>
        </pc:spChg>
      </pc:sldChg>
      <pc:sldChg chg="del">
        <pc:chgData name="Fauve Duprez" userId="59fdc1fb-507d-4cdb-a31c-e3fd651e0acf" providerId="ADAL" clId="{EFA868C8-E39F-41F3-98BA-1D55DE92F684}" dt="2024-11-21T13:40:58.133" v="0" actId="47"/>
        <pc:sldMkLst>
          <pc:docMk/>
          <pc:sldMk cId="2773794585" sldId="1826"/>
        </pc:sldMkLst>
      </pc:sldChg>
      <pc:sldChg chg="delSp modSp add mod">
        <pc:chgData name="Fauve Duprez" userId="59fdc1fb-507d-4cdb-a31c-e3fd651e0acf" providerId="ADAL" clId="{EFA868C8-E39F-41F3-98BA-1D55DE92F684}" dt="2024-11-21T13:42:38.298" v="53"/>
        <pc:sldMkLst>
          <pc:docMk/>
          <pc:sldMk cId="1132304066" sldId="1827"/>
        </pc:sldMkLst>
        <pc:spChg chg="mod">
          <ac:chgData name="Fauve Duprez" userId="59fdc1fb-507d-4cdb-a31c-e3fd651e0acf" providerId="ADAL" clId="{EFA868C8-E39F-41F3-98BA-1D55DE92F684}" dt="2024-11-21T13:42:38.298" v="53"/>
          <ac:spMkLst>
            <pc:docMk/>
            <pc:sldMk cId="1132304066" sldId="1827"/>
            <ac:spMk id="6" creationId="{849BAA4E-F1DD-B201-E132-4A189B3766E8}"/>
          </ac:spMkLst>
        </pc:spChg>
        <pc:picChg chg="del">
          <ac:chgData name="Fauve Duprez" userId="59fdc1fb-507d-4cdb-a31c-e3fd651e0acf" providerId="ADAL" clId="{EFA868C8-E39F-41F3-98BA-1D55DE92F684}" dt="2024-11-21T13:42:36.403" v="52" actId="478"/>
          <ac:picMkLst>
            <pc:docMk/>
            <pc:sldMk cId="1132304066" sldId="1827"/>
            <ac:picMk id="2" creationId="{E4BC5585-4DAC-7A00-D404-9211B9AF2F02}"/>
          </ac:picMkLst>
        </pc:picChg>
      </pc:sldChg>
      <pc:sldChg chg="del">
        <pc:chgData name="Fauve Duprez" userId="59fdc1fb-507d-4cdb-a31c-e3fd651e0acf" providerId="ADAL" clId="{EFA868C8-E39F-41F3-98BA-1D55DE92F684}" dt="2024-11-21T13:41:00.601" v="1" actId="47"/>
        <pc:sldMkLst>
          <pc:docMk/>
          <pc:sldMk cId="3645464358" sldId="1827"/>
        </pc:sldMkLst>
      </pc:sldChg>
      <pc:sldChg chg="del">
        <pc:chgData name="Fauve Duprez" userId="59fdc1fb-507d-4cdb-a31c-e3fd651e0acf" providerId="ADAL" clId="{EFA868C8-E39F-41F3-98BA-1D55DE92F684}" dt="2024-11-21T13:41:17.188" v="9" actId="47"/>
        <pc:sldMkLst>
          <pc:docMk/>
          <pc:sldMk cId="3251535167" sldId="1828"/>
        </pc:sldMkLst>
      </pc:sldChg>
      <pc:sldChg chg="del">
        <pc:chgData name="Fauve Duprez" userId="59fdc1fb-507d-4cdb-a31c-e3fd651e0acf" providerId="ADAL" clId="{EFA868C8-E39F-41F3-98BA-1D55DE92F684}" dt="2024-11-21T13:41:19.233" v="12" actId="47"/>
        <pc:sldMkLst>
          <pc:docMk/>
          <pc:sldMk cId="758838041" sldId="1829"/>
        </pc:sldMkLst>
      </pc:sldChg>
      <pc:sldChg chg="del">
        <pc:chgData name="Fauve Duprez" userId="59fdc1fb-507d-4cdb-a31c-e3fd651e0acf" providerId="ADAL" clId="{EFA868C8-E39F-41F3-98BA-1D55DE92F684}" dt="2024-11-21T13:41:18.484" v="11" actId="47"/>
        <pc:sldMkLst>
          <pc:docMk/>
          <pc:sldMk cId="778641502" sldId="1830"/>
        </pc:sldMkLst>
      </pc:sldChg>
      <pc:sldChg chg="del">
        <pc:chgData name="Fauve Duprez" userId="59fdc1fb-507d-4cdb-a31c-e3fd651e0acf" providerId="ADAL" clId="{EFA868C8-E39F-41F3-98BA-1D55DE92F684}" dt="2024-11-21T13:41:26.721" v="18" actId="47"/>
        <pc:sldMkLst>
          <pc:docMk/>
          <pc:sldMk cId="3044349433" sldId="1831"/>
        </pc:sldMkLst>
      </pc:sldChg>
      <pc:sldChg chg="del">
        <pc:chgData name="Fauve Duprez" userId="59fdc1fb-507d-4cdb-a31c-e3fd651e0acf" providerId="ADAL" clId="{EFA868C8-E39F-41F3-98BA-1D55DE92F684}" dt="2024-11-21T13:41:27.096" v="19" actId="47"/>
        <pc:sldMkLst>
          <pc:docMk/>
          <pc:sldMk cId="959583878" sldId="1832"/>
        </pc:sldMkLst>
      </pc:sldChg>
      <pc:sldChg chg="del">
        <pc:chgData name="Fauve Duprez" userId="59fdc1fb-507d-4cdb-a31c-e3fd651e0acf" providerId="ADAL" clId="{EFA868C8-E39F-41F3-98BA-1D55DE92F684}" dt="2024-11-21T13:41:27.463" v="20" actId="47"/>
        <pc:sldMkLst>
          <pc:docMk/>
          <pc:sldMk cId="572504219" sldId="1833"/>
        </pc:sldMkLst>
      </pc:sldChg>
      <pc:sldMasterChg chg="del delSldLayout">
        <pc:chgData name="Fauve Duprez" userId="59fdc1fb-507d-4cdb-a31c-e3fd651e0acf" providerId="ADAL" clId="{EFA868C8-E39F-41F3-98BA-1D55DE92F684}" dt="2024-11-21T13:41:33.743" v="24" actId="47"/>
        <pc:sldMasterMkLst>
          <pc:docMk/>
          <pc:sldMasterMk cId="3661438837" sldId="2147483679"/>
        </pc:sldMasterMkLst>
        <pc:sldLayoutChg chg="del">
          <pc:chgData name="Fauve Duprez" userId="59fdc1fb-507d-4cdb-a31c-e3fd651e0acf" providerId="ADAL" clId="{EFA868C8-E39F-41F3-98BA-1D55DE92F684}" dt="2024-11-21T13:41:33.743" v="24" actId="47"/>
          <pc:sldLayoutMkLst>
            <pc:docMk/>
            <pc:sldMasterMk cId="3661438837" sldId="2147483679"/>
            <pc:sldLayoutMk cId="1624002607" sldId="2147483680"/>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2883651905" sldId="2147483681"/>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2053168821" sldId="2147483682"/>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3172651295" sldId="2147483683"/>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3928719174" sldId="2147483684"/>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1819250592" sldId="2147483685"/>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1597991911" sldId="2147483686"/>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1764004961" sldId="2147483687"/>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1757536685" sldId="2147483688"/>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845244293" sldId="2147483689"/>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1682462721" sldId="2147483690"/>
          </pc:sldLayoutMkLst>
        </pc:sldLayoutChg>
        <pc:sldLayoutChg chg="del">
          <pc:chgData name="Fauve Duprez" userId="59fdc1fb-507d-4cdb-a31c-e3fd651e0acf" providerId="ADAL" clId="{EFA868C8-E39F-41F3-98BA-1D55DE92F684}" dt="2024-11-21T13:41:33.743" v="24" actId="47"/>
          <pc:sldLayoutMkLst>
            <pc:docMk/>
            <pc:sldMasterMk cId="3661438837" sldId="2147483679"/>
            <pc:sldLayoutMk cId="614281528" sldId="214748369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62FC35-6E1B-4E70-B4A8-2E17764112F9}"/>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nl-BE"/>
          </a:p>
        </p:txBody>
      </p:sp>
      <p:sp>
        <p:nvSpPr>
          <p:cNvPr id="4" name="Footer Placeholder 3">
            <a:extLst>
              <a:ext uri="{FF2B5EF4-FFF2-40B4-BE49-F238E27FC236}">
                <a16:creationId xmlns:a16="http://schemas.microsoft.com/office/drawing/2014/main" id="{F3783509-45F4-4A33-B377-E4DC335B001B}"/>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nl-BE"/>
          </a:p>
        </p:txBody>
      </p:sp>
      <p:sp>
        <p:nvSpPr>
          <p:cNvPr id="5" name="Slide Number Placeholder 4">
            <a:extLst>
              <a:ext uri="{FF2B5EF4-FFF2-40B4-BE49-F238E27FC236}">
                <a16:creationId xmlns:a16="http://schemas.microsoft.com/office/drawing/2014/main" id="{A1231CA1-EEC8-4E8D-8F53-590E0F57592C}"/>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D16E2CA-99BE-4DC0-9A95-E0C0A0CA9309}" type="slidenum">
              <a:rPr lang="nl-BE" smtClean="0"/>
              <a:t>‹nr.›</a:t>
            </a:fld>
            <a:endParaRPr lang="nl-BE"/>
          </a:p>
        </p:txBody>
      </p:sp>
    </p:spTree>
    <p:extLst>
      <p:ext uri="{BB962C8B-B14F-4D97-AF65-F5344CB8AC3E}">
        <p14:creationId xmlns:p14="http://schemas.microsoft.com/office/powerpoint/2010/main" val="2336104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86680C0C-85DF-417F-8238-DB0D15743621}" type="datetimeFigureOut">
              <a:rPr lang="en-GB" smtClean="0"/>
              <a:t>21/11/2024</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539A0A48-EDB1-4AFE-B1B7-10CE2A416496}" type="slidenum">
              <a:rPr lang="en-GB" smtClean="0"/>
              <a:t>‹nr.›</a:t>
            </a:fld>
            <a:endParaRPr lang="en-GB"/>
          </a:p>
        </p:txBody>
      </p:sp>
    </p:spTree>
    <p:extLst>
      <p:ext uri="{BB962C8B-B14F-4D97-AF65-F5344CB8AC3E}">
        <p14:creationId xmlns:p14="http://schemas.microsoft.com/office/powerpoint/2010/main" val="326201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1</a:t>
            </a:fld>
            <a:endParaRPr lang="en-GB"/>
          </a:p>
        </p:txBody>
      </p:sp>
    </p:spTree>
    <p:extLst>
      <p:ext uri="{BB962C8B-B14F-4D97-AF65-F5344CB8AC3E}">
        <p14:creationId xmlns:p14="http://schemas.microsoft.com/office/powerpoint/2010/main" val="556887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2</a:t>
            </a:fld>
            <a:endParaRPr lang="en-GB"/>
          </a:p>
        </p:txBody>
      </p:sp>
    </p:spTree>
    <p:extLst>
      <p:ext uri="{BB962C8B-B14F-4D97-AF65-F5344CB8AC3E}">
        <p14:creationId xmlns:p14="http://schemas.microsoft.com/office/powerpoint/2010/main" val="556887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Dit kan moeilijk zijn in het begin, maar hoe meer verschillende toetsen we zien, hoe meer je dit vanbuiten zult kennen en als je nu goed meedoet, zal je op het examen dit kunnen gebruiken om dergelijke oefening zelf te kunnen via de zes stappen.</a:t>
            </a:r>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a:t>
            </a:fld>
            <a:endParaRPr lang="en-GB"/>
          </a:p>
        </p:txBody>
      </p:sp>
    </p:spTree>
    <p:extLst>
      <p:ext uri="{BB962C8B-B14F-4D97-AF65-F5344CB8AC3E}">
        <p14:creationId xmlns:p14="http://schemas.microsoft.com/office/powerpoint/2010/main" val="3705275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4</a:t>
            </a:fld>
            <a:endParaRPr lang="en-GB"/>
          </a:p>
        </p:txBody>
      </p:sp>
    </p:spTree>
    <p:extLst>
      <p:ext uri="{BB962C8B-B14F-4D97-AF65-F5344CB8AC3E}">
        <p14:creationId xmlns:p14="http://schemas.microsoft.com/office/powerpoint/2010/main" val="716464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5</a:t>
            </a:fld>
            <a:endParaRPr lang="en-GB"/>
          </a:p>
        </p:txBody>
      </p:sp>
    </p:spTree>
    <p:extLst>
      <p:ext uri="{BB962C8B-B14F-4D97-AF65-F5344CB8AC3E}">
        <p14:creationId xmlns:p14="http://schemas.microsoft.com/office/powerpoint/2010/main" val="3090073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6</a:t>
            </a:fld>
            <a:endParaRPr lang="en-GB"/>
          </a:p>
        </p:txBody>
      </p:sp>
    </p:spTree>
    <p:extLst>
      <p:ext uri="{BB962C8B-B14F-4D97-AF65-F5344CB8AC3E}">
        <p14:creationId xmlns:p14="http://schemas.microsoft.com/office/powerpoint/2010/main" val="849654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7</a:t>
            </a:fld>
            <a:endParaRPr lang="en-GB"/>
          </a:p>
        </p:txBody>
      </p:sp>
    </p:spTree>
    <p:extLst>
      <p:ext uri="{BB962C8B-B14F-4D97-AF65-F5344CB8AC3E}">
        <p14:creationId xmlns:p14="http://schemas.microsoft.com/office/powerpoint/2010/main" val="3029320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17</a:t>
            </a:fld>
            <a:endParaRPr lang="en-GB"/>
          </a:p>
        </p:txBody>
      </p:sp>
    </p:spTree>
    <p:extLst>
      <p:ext uri="{BB962C8B-B14F-4D97-AF65-F5344CB8AC3E}">
        <p14:creationId xmlns:p14="http://schemas.microsoft.com/office/powerpoint/2010/main" val="1482419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25</a:t>
            </a:fld>
            <a:endParaRPr lang="en-GB"/>
          </a:p>
        </p:txBody>
      </p:sp>
    </p:spTree>
    <p:extLst>
      <p:ext uri="{BB962C8B-B14F-4D97-AF65-F5344CB8AC3E}">
        <p14:creationId xmlns:p14="http://schemas.microsoft.com/office/powerpoint/2010/main" val="3149567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33</a:t>
            </a:fld>
            <a:endParaRPr lang="en-GB"/>
          </a:p>
        </p:txBody>
      </p:sp>
    </p:spTree>
    <p:extLst>
      <p:ext uri="{BB962C8B-B14F-4D97-AF65-F5344CB8AC3E}">
        <p14:creationId xmlns:p14="http://schemas.microsoft.com/office/powerpoint/2010/main" val="30835897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Corporate Log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464F84-246C-4657-8172-1E2969D0F603}" type="datetime1">
              <a:rPr lang="en-GB" smtClean="0"/>
              <a:t>21/11/2024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AE184E0-0BD4-4705-A12B-9B71DDE63301}" type="slidenum">
              <a:rPr lang="en-GB" smtClean="0"/>
              <a:t>‹nr.›</a:t>
            </a:fld>
            <a:endParaRPr lang="en-GB"/>
          </a:p>
        </p:txBody>
      </p:sp>
      <p:pic>
        <p:nvPicPr>
          <p:cNvPr id="6" name="Logo Large 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77747" y="2283675"/>
            <a:ext cx="4800610" cy="4172720"/>
          </a:xfrm>
          <a:prstGeom prst="rect">
            <a:avLst/>
          </a:prstGeom>
        </p:spPr>
      </p:pic>
    </p:spTree>
    <p:extLst>
      <p:ext uri="{BB962C8B-B14F-4D97-AF65-F5344CB8AC3E}">
        <p14:creationId xmlns:p14="http://schemas.microsoft.com/office/powerpoint/2010/main" val="109143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
    <p:spTree>
      <p:nvGrpSpPr>
        <p:cNvPr id="1" name=""/>
        <p:cNvGrpSpPr/>
        <p:nvPr/>
      </p:nvGrpSpPr>
      <p:grpSpPr>
        <a:xfrm>
          <a:off x="0" y="0"/>
          <a:ext cx="0" cy="0"/>
          <a:chOff x="0" y="0"/>
          <a:chExt cx="0" cy="0"/>
        </a:xfrm>
      </p:grpSpPr>
      <p:sp>
        <p:nvSpPr>
          <p:cNvPr id="7" name="Rectangle 6"/>
          <p:cNvSpPr/>
          <p:nvPr userDrawn="1"/>
        </p:nvSpPr>
        <p:spPr>
          <a:xfrm>
            <a:off x="0" y="2295684"/>
            <a:ext cx="17338675" cy="560271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bwMode="white">
          <a:xfrm>
            <a:off x="712340" y="2298145"/>
            <a:ext cx="12742426" cy="2359800"/>
          </a:xfrm>
        </p:spPr>
        <p:txBody>
          <a:bodyPr anchor="b">
            <a:noAutofit/>
          </a:bodyPr>
          <a:lstStyle>
            <a:lvl1pPr algn="l">
              <a:lnSpc>
                <a:spcPts val="11000"/>
              </a:lnSpc>
              <a:defRPr sz="4400" b="1" u="none" baseline="0">
                <a:solidFill>
                  <a:schemeClr val="bg1"/>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Subtitle 2"/>
          <p:cNvSpPr>
            <a:spLocks noGrp="1"/>
          </p:cNvSpPr>
          <p:nvPr>
            <p:ph type="subTitle" idx="1" hasCustomPrompt="1"/>
          </p:nvPr>
        </p:nvSpPr>
        <p:spPr bwMode="white">
          <a:xfrm>
            <a:off x="1283414" y="6874716"/>
            <a:ext cx="15191026" cy="583200"/>
          </a:xfrm>
        </p:spPr>
        <p:txBody>
          <a:bodyPr>
            <a:normAutofit/>
          </a:bodyPr>
          <a:lstStyle>
            <a:lvl1pPr marL="0" indent="0" algn="l">
              <a:lnSpc>
                <a:spcPts val="3600"/>
              </a:lnSpc>
              <a:buNone/>
              <a:defRPr sz="2800" b="1">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50184" indent="0" algn="ctr">
              <a:buNone/>
              <a:defRPr sz="2844"/>
            </a:lvl2pPr>
            <a:lvl3pPr marL="1300368" indent="0" algn="ctr">
              <a:buNone/>
              <a:defRPr sz="2560"/>
            </a:lvl3pPr>
            <a:lvl4pPr marL="1950552" indent="0" algn="ctr">
              <a:buNone/>
              <a:defRPr sz="2275"/>
            </a:lvl4pPr>
            <a:lvl5pPr marL="2600736" indent="0" algn="ctr">
              <a:buNone/>
              <a:defRPr sz="2275"/>
            </a:lvl5pPr>
            <a:lvl6pPr marL="3250921" indent="0" algn="ctr">
              <a:buNone/>
              <a:defRPr sz="2275"/>
            </a:lvl6pPr>
            <a:lvl7pPr marL="3901105" indent="0" algn="ctr">
              <a:buNone/>
              <a:defRPr sz="2275"/>
            </a:lvl7pPr>
            <a:lvl8pPr marL="4551289" indent="0" algn="ctr">
              <a:buNone/>
              <a:defRPr sz="2275"/>
            </a:lvl8pPr>
            <a:lvl9pPr marL="5201473" indent="0" algn="ctr">
              <a:buNone/>
              <a:defRPr sz="2275"/>
            </a:lvl9pPr>
          </a:lstStyle>
          <a:p>
            <a:r>
              <a:rPr lang="en-GB" noProof="0" dirty="0"/>
              <a:t>Click to add subtitle / presenter / date [</a:t>
            </a:r>
            <a:r>
              <a:rPr lang="en-GB" noProof="0" dirty="0" err="1"/>
              <a:t>dd</a:t>
            </a:r>
            <a:r>
              <a:rPr lang="en-GB" noProof="0" dirty="0"/>
              <a:t>-mm-</a:t>
            </a:r>
            <a:r>
              <a:rPr lang="en-GB" noProof="0" dirty="0" err="1"/>
              <a:t>yyyy</a:t>
            </a:r>
            <a:r>
              <a:rPr lang="en-GB" noProof="0" dirty="0"/>
              <a:t>]</a:t>
            </a:r>
          </a:p>
        </p:txBody>
      </p:sp>
      <p:sp>
        <p:nvSpPr>
          <p:cNvPr id="8" name="Titles positoning box" hidden="1"/>
          <p:cNvSpPr/>
          <p:nvPr userDrawn="1"/>
        </p:nvSpPr>
        <p:spPr>
          <a:xfrm>
            <a:off x="1371600" y="6408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ranisation Placeholder"/>
          <p:cNvSpPr>
            <a:spLocks noGrp="1"/>
          </p:cNvSpPr>
          <p:nvPr>
            <p:ph type="body" sz="quarter" idx="15" hasCustomPrompt="1"/>
          </p:nvPr>
        </p:nvSpPr>
        <p:spPr bwMode="white">
          <a:xfrm>
            <a:off x="4108537" y="350729"/>
            <a:ext cx="12841549" cy="671961"/>
          </a:xfrm>
        </p:spPr>
        <p:txBody>
          <a:bodyPr anchor="b" anchorCtr="0">
            <a:normAutofit/>
          </a:bodyPr>
          <a:lstStyle>
            <a:lvl1pPr>
              <a:lnSpc>
                <a:spcPts val="1700"/>
              </a:lnSpc>
              <a:defRPr sz="3400" b="1" i="0" u="sng" cap="small" baseline="0">
                <a:solidFill>
                  <a:srgbClr val="003366"/>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vl2pPr marL="0" indent="0">
              <a:lnSpc>
                <a:spcPts val="1700"/>
              </a:lnSpc>
              <a:buNone/>
              <a:defRPr sz="1400" cap="all" baseline="0">
                <a:solidFill>
                  <a:srgbClr val="1E64C8"/>
                </a:solidFill>
              </a:defRPr>
            </a:lvl2pPr>
          </a:lstStyle>
          <a:p>
            <a:pPr lvl="0"/>
            <a:r>
              <a:rPr lang="en-GB" noProof="0" dirty="0"/>
              <a:t>Click to edit organisation styles</a:t>
            </a:r>
          </a:p>
        </p:txBody>
      </p:sp>
      <p:pic>
        <p:nvPicPr>
          <p:cNvPr id="9" name="Afbeelding 8">
            <a:extLst>
              <a:ext uri="{FF2B5EF4-FFF2-40B4-BE49-F238E27FC236}">
                <a16:creationId xmlns:a16="http://schemas.microsoft.com/office/drawing/2014/main" id="{9871DE22-9699-4EAF-9087-24565B509F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97" y="-1248325"/>
            <a:ext cx="3312270" cy="4676437"/>
          </a:xfrm>
          <a:prstGeom prst="rect">
            <a:avLst/>
          </a:prstGeom>
        </p:spPr>
      </p:pic>
    </p:spTree>
    <p:extLst>
      <p:ext uri="{BB962C8B-B14F-4D97-AF65-F5344CB8AC3E}">
        <p14:creationId xmlns:p14="http://schemas.microsoft.com/office/powerpoint/2010/main" val="94181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bwMode="white">
          <a:xfrm>
            <a:off x="1291074" y="3246120"/>
            <a:ext cx="15183366" cy="4436316"/>
          </a:xfrm>
        </p:spPr>
        <p:txBody>
          <a:bodyPr anchor="b">
            <a:noAutofit/>
          </a:bodyPr>
          <a:lstStyle>
            <a:lvl1pPr algn="l">
              <a:lnSpc>
                <a:spcPts val="11000"/>
              </a:lnSpc>
              <a:defRPr sz="10000" u="sng" baseline="0">
                <a:solidFill>
                  <a:schemeClr val="bg1"/>
                </a:solidFill>
                <a:uFill>
                  <a:solidFill>
                    <a:schemeClr val="bg1"/>
                  </a:solidFill>
                </a:uFill>
              </a:defRPr>
            </a:lvl1pPr>
          </a:lstStyle>
          <a:p>
            <a:r>
              <a:rPr lang="en-GB" noProof="0" dirty="0"/>
              <a:t>Click to add chapter title</a:t>
            </a:r>
          </a:p>
        </p:txBody>
      </p:sp>
      <p:sp>
        <p:nvSpPr>
          <p:cNvPr id="8" name="Titles positoning box" hidden="1"/>
          <p:cNvSpPr/>
          <p:nvPr userDrawn="1"/>
        </p:nvSpPr>
        <p:spPr>
          <a:xfrm>
            <a:off x="1371600" y="7344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Tree>
    <p:extLst>
      <p:ext uri="{BB962C8B-B14F-4D97-AF65-F5344CB8AC3E}">
        <p14:creationId xmlns:p14="http://schemas.microsoft.com/office/powerpoint/2010/main" val="129473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B8233FCF-C78E-47A1-9466-4CB05FC00861}"/>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2" name="Logo Large EN">
            <a:extLst>
              <a:ext uri="{FF2B5EF4-FFF2-40B4-BE49-F238E27FC236}">
                <a16:creationId xmlns:a16="http://schemas.microsoft.com/office/drawing/2014/main" id="{DD11DB78-BA8F-4D35-9786-54E14B77F9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327069" y="1816273"/>
            <a:ext cx="16858641" cy="6864264"/>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sp>
        <p:nvSpPr>
          <p:cNvPr id="10" name="Content Placeholder 2"/>
          <p:cNvSpPr>
            <a:spLocks noGrp="1"/>
          </p:cNvSpPr>
          <p:nvPr>
            <p:ph idx="13"/>
          </p:nvPr>
        </p:nvSpPr>
        <p:spPr>
          <a:xfrm>
            <a:off x="2331721" y="8981161"/>
            <a:ext cx="13722366" cy="475989"/>
          </a:xfrm>
        </p:spPr>
        <p:txBody>
          <a:bodyPr>
            <a:normAutofit/>
          </a:bodyPr>
          <a:lstStyle>
            <a:lvl1pPr marL="86400" indent="0" defTabSz="457200">
              <a:lnSpc>
                <a:spcPct val="120000"/>
              </a:lnSpc>
              <a:buFont typeface="Wingdings" panose="05000000000000000000" pitchFamily="2" charset="2"/>
              <a:buNone/>
              <a:defRPr sz="1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p:txBody>
      </p:sp>
      <p:cxnSp>
        <p:nvCxnSpPr>
          <p:cNvPr id="5" name="Straight Connector 4">
            <a:extLst>
              <a:ext uri="{FF2B5EF4-FFF2-40B4-BE49-F238E27FC236}">
                <a16:creationId xmlns:a16="http://schemas.microsoft.com/office/drawing/2014/main" id="{4104DC89-525A-4773-B9DF-6BE1A717F802}"/>
              </a:ext>
            </a:extLst>
          </p:cNvPr>
          <p:cNvCxnSpPr>
            <a:cxnSpLocks/>
          </p:cNvCxnSpPr>
          <p:nvPr userDrawn="1"/>
        </p:nvCxnSpPr>
        <p:spPr>
          <a:xfrm>
            <a:off x="327069" y="1445550"/>
            <a:ext cx="167417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 name="Afbeelding 7">
            <a:extLst>
              <a:ext uri="{FF2B5EF4-FFF2-40B4-BE49-F238E27FC236}">
                <a16:creationId xmlns:a16="http://schemas.microsoft.com/office/drawing/2014/main" id="{9811080D-4FB2-4915-B4B2-1D8BF0E329E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308157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Tex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1541393E-7C09-4F12-9A9E-C6211FF6E487}"/>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225469" y="1816273"/>
            <a:ext cx="16960241" cy="3728000"/>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cxnSp>
        <p:nvCxnSpPr>
          <p:cNvPr id="5" name="Straight Connector 4">
            <a:extLst>
              <a:ext uri="{FF2B5EF4-FFF2-40B4-BE49-F238E27FC236}">
                <a16:creationId xmlns:a16="http://schemas.microsoft.com/office/drawing/2014/main" id="{4104DC89-525A-4773-B9DF-6BE1A717F802}"/>
              </a:ext>
            </a:extLst>
          </p:cNvPr>
          <p:cNvCxnSpPr/>
          <p:nvPr userDrawn="1"/>
        </p:nvCxnSpPr>
        <p:spPr>
          <a:xfrm>
            <a:off x="225469" y="1445550"/>
            <a:ext cx="168433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4DAFB28A-E25C-4EFF-86F3-CD019B10E7E6}"/>
              </a:ext>
            </a:extLst>
          </p:cNvPr>
          <p:cNvSpPr>
            <a:spLocks noGrp="1"/>
          </p:cNvSpPr>
          <p:nvPr>
            <p:ph idx="14"/>
          </p:nvPr>
        </p:nvSpPr>
        <p:spPr>
          <a:xfrm>
            <a:off x="5984111" y="5790327"/>
            <a:ext cx="11201599" cy="3728000"/>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pic>
        <p:nvPicPr>
          <p:cNvPr id="9" name="Afbeelding 8">
            <a:extLst>
              <a:ext uri="{FF2B5EF4-FFF2-40B4-BE49-F238E27FC236}">
                <a16:creationId xmlns:a16="http://schemas.microsoft.com/office/drawing/2014/main" id="{17DEC767-42CA-4CD2-93FA-ED79D87A32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pic>
        <p:nvPicPr>
          <p:cNvPr id="12" name="Logo Large EN">
            <a:extLst>
              <a:ext uri="{FF2B5EF4-FFF2-40B4-BE49-F238E27FC236}">
                <a16:creationId xmlns:a16="http://schemas.microsoft.com/office/drawing/2014/main" id="{5277E93A-7FD9-4EF3-905C-6DF250A268F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Tree>
    <p:extLst>
      <p:ext uri="{BB962C8B-B14F-4D97-AF65-F5344CB8AC3E}">
        <p14:creationId xmlns:p14="http://schemas.microsoft.com/office/powerpoint/2010/main" val="401475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and Photo">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7FFFB7AB-BA76-46AF-8C93-349C899E640D}"/>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4" name="Logo Large EN">
            <a:extLst>
              <a:ext uri="{FF2B5EF4-FFF2-40B4-BE49-F238E27FC236}">
                <a16:creationId xmlns:a16="http://schemas.microsoft.com/office/drawing/2014/main" id="{493A8D34-0286-4693-9124-6D5814F04F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1866900" y="136025"/>
            <a:ext cx="15323820" cy="1062772"/>
          </a:xfrm>
        </p:spPr>
        <p:txBody>
          <a:bodyPr/>
          <a:lstStyle>
            <a:lvl1pPr>
              <a:defRPr sz="3400" b="1" u="none">
                <a:solidFill>
                  <a:schemeClr val="accent1">
                    <a:lumMod val="75000"/>
                  </a:schemeClr>
                </a:solidFill>
                <a:latin typeface="Verdana" panose="020B0604030504040204" pitchFamily="34" charset="0"/>
                <a:ea typeface="Verdana" panose="020B0604030504040204" pitchFamily="34" charset="0"/>
              </a:defRPr>
            </a:lvl1pPr>
          </a:lstStyle>
          <a:p>
            <a:r>
              <a:rPr lang="en-US" noProof="0" dirty="0"/>
              <a:t>Click to edit Master title style</a:t>
            </a:r>
            <a:endParaRPr lang="en-GB" noProof="0" dirty="0"/>
          </a:p>
        </p:txBody>
      </p:sp>
      <p:sp>
        <p:nvSpPr>
          <p:cNvPr id="4" name="Date Placeholder 3"/>
          <p:cNvSpPr>
            <a:spLocks noGrp="1"/>
          </p:cNvSpPr>
          <p:nvPr>
            <p:ph type="dt" sz="half" idx="10"/>
          </p:nvPr>
        </p:nvSpPr>
        <p:spPr/>
        <p:txBody>
          <a:bodyPr/>
          <a:lstStyle/>
          <a:p>
            <a:fld id="{B86ADBF0-A618-4E69-83BB-0C41E08702AA}" type="datetime1">
              <a:rPr lang="en-GB" noProof="0" smtClean="0"/>
              <a:t>21/11/2024</a:t>
            </a:fld>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8" name="Picture Placeholder 7"/>
          <p:cNvSpPr>
            <a:spLocks noGrp="1"/>
          </p:cNvSpPr>
          <p:nvPr>
            <p:ph type="pic" sz="quarter" idx="13" hasCustomPrompt="1"/>
          </p:nvPr>
        </p:nvSpPr>
        <p:spPr>
          <a:xfrm>
            <a:off x="10618004" y="1741118"/>
            <a:ext cx="6300000" cy="6450904"/>
          </a:xfrm>
        </p:spPr>
        <p:txBody>
          <a:bodyPr/>
          <a:lstStyle>
            <a:lvl1pPr>
              <a:defRPr>
                <a:solidFill>
                  <a:schemeClr val="bg1">
                    <a:lumMod val="50000"/>
                  </a:schemeClr>
                </a:solidFill>
              </a:defRPr>
            </a:lvl1pPr>
          </a:lstStyle>
          <a:p>
            <a:r>
              <a:rPr lang="en-GB" noProof="0" dirty="0"/>
              <a:t>Photo</a:t>
            </a:r>
          </a:p>
        </p:txBody>
      </p:sp>
      <p:sp>
        <p:nvSpPr>
          <p:cNvPr id="9"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
        <p:nvSpPr>
          <p:cNvPr id="12" name="Content Placeholder 2"/>
          <p:cNvSpPr>
            <a:spLocks noGrp="1"/>
          </p:cNvSpPr>
          <p:nvPr>
            <p:ph idx="1"/>
          </p:nvPr>
        </p:nvSpPr>
        <p:spPr>
          <a:xfrm>
            <a:off x="384888" y="1791222"/>
            <a:ext cx="9498148" cy="6412292"/>
          </a:xfrm>
        </p:spPr>
        <p:txBody>
          <a:bodyPr>
            <a:normAutofit/>
          </a:bodyPr>
          <a:lstStyle>
            <a:lvl1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cxnSp>
        <p:nvCxnSpPr>
          <p:cNvPr id="11" name="Straight Connector 10">
            <a:extLst>
              <a:ext uri="{FF2B5EF4-FFF2-40B4-BE49-F238E27FC236}">
                <a16:creationId xmlns:a16="http://schemas.microsoft.com/office/drawing/2014/main" id="{5C7E4AD1-092F-4246-B8DF-50863AA501DE}"/>
              </a:ext>
            </a:extLst>
          </p:cNvPr>
          <p:cNvCxnSpPr/>
          <p:nvPr userDrawn="1"/>
        </p:nvCxnSpPr>
        <p:spPr>
          <a:xfrm>
            <a:off x="225469" y="1422400"/>
            <a:ext cx="16843331" cy="0"/>
          </a:xfrm>
          <a:prstGeom prst="line">
            <a:avLst/>
          </a:prstGeom>
          <a:ln w="3175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Afbeelding 9">
            <a:extLst>
              <a:ext uri="{FF2B5EF4-FFF2-40B4-BE49-F238E27FC236}">
                <a16:creationId xmlns:a16="http://schemas.microsoft.com/office/drawing/2014/main" id="{067956E7-09EC-49DF-8978-D863564898A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1314887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Photo">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C3CC51D8-D8AC-457C-9F02-366E63E6A03C}"/>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9" name="Logo Large EN">
            <a:extLst>
              <a:ext uri="{FF2B5EF4-FFF2-40B4-BE49-F238E27FC236}">
                <a16:creationId xmlns:a16="http://schemas.microsoft.com/office/drawing/2014/main" id="{5641CB9D-E30E-4DBA-83E7-A4B3DBE607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p:txBody>
          <a:bodyPr/>
          <a:lstStyle/>
          <a:p>
            <a:r>
              <a:rPr lang="en-US" noProof="0"/>
              <a:t>Click to edit Master title style</a:t>
            </a:r>
            <a:endParaRPr lang="en-GB" noProof="0" dirty="0"/>
          </a:p>
        </p:txBody>
      </p:sp>
      <p:sp>
        <p:nvSpPr>
          <p:cNvPr id="3" name="Date Placeholder 2"/>
          <p:cNvSpPr>
            <a:spLocks noGrp="1"/>
          </p:cNvSpPr>
          <p:nvPr>
            <p:ph type="dt" sz="half" idx="10"/>
          </p:nvPr>
        </p:nvSpPr>
        <p:spPr/>
        <p:txBody>
          <a:bodyPr/>
          <a:lstStyle/>
          <a:p>
            <a:fld id="{F2443E58-CDC3-4782-B82C-4D381C795B98}" type="datetime1">
              <a:rPr lang="en-GB" noProof="0" smtClean="0"/>
              <a:t>21/11/2024</a:t>
            </a:fld>
            <a:endParaRPr lang="en-GB" noProof="0" dirty="0"/>
          </a:p>
        </p:txBody>
      </p:sp>
      <p:sp>
        <p:nvSpPr>
          <p:cNvPr id="4" name="Footer Placeholder 3"/>
          <p:cNvSpPr>
            <a:spLocks noGrp="1"/>
          </p:cNvSpPr>
          <p:nvPr>
            <p:ph type="ftr" sz="quarter" idx="11"/>
          </p:nvPr>
        </p:nvSpPr>
        <p:spPr/>
        <p:txBody>
          <a:bodyPr/>
          <a:lstStyle/>
          <a:p>
            <a:endParaRPr lang="en-GB" noProof="0" dirty="0"/>
          </a:p>
        </p:txBody>
      </p:sp>
      <p:sp>
        <p:nvSpPr>
          <p:cNvPr id="5" name="Slide Number Placeholder 4"/>
          <p:cNvSpPr>
            <a:spLocks noGrp="1"/>
          </p:cNvSpPr>
          <p:nvPr>
            <p:ph type="sldNum" sz="quarter" idx="12"/>
          </p:nvPr>
        </p:nvSpPr>
        <p:spPr/>
        <p:txBody>
          <a:bodyPr/>
          <a:lstStyle/>
          <a:p>
            <a:fld id="{7AE184E0-0BD4-4705-A12B-9B71DDE63301}" type="slidenum">
              <a:rPr lang="en-GB" noProof="0" smtClean="0"/>
              <a:t>‹nr.›</a:t>
            </a:fld>
            <a:endParaRPr lang="en-GB" noProof="0" dirty="0"/>
          </a:p>
        </p:txBody>
      </p:sp>
      <p:sp>
        <p:nvSpPr>
          <p:cNvPr id="7" name="Picture Placeholder 6"/>
          <p:cNvSpPr>
            <a:spLocks noGrp="1"/>
          </p:cNvSpPr>
          <p:nvPr>
            <p:ph type="pic" sz="quarter" idx="13" hasCustomPrompt="1"/>
          </p:nvPr>
        </p:nvSpPr>
        <p:spPr>
          <a:xfrm>
            <a:off x="952038" y="1371600"/>
            <a:ext cx="15480000" cy="6501600"/>
          </a:xfrm>
        </p:spPr>
        <p:txBody>
          <a:bodyPr/>
          <a:lstStyle>
            <a:lvl1pPr>
              <a:defRPr>
                <a:solidFill>
                  <a:schemeClr val="bg1">
                    <a:lumMod val="50000"/>
                  </a:schemeClr>
                </a:solidFill>
              </a:defRPr>
            </a:lvl1pPr>
          </a:lstStyle>
          <a:p>
            <a:r>
              <a:rPr lang="en-GB" noProof="0" dirty="0"/>
              <a:t>Photo</a:t>
            </a:r>
          </a:p>
        </p:txBody>
      </p:sp>
    </p:spTree>
    <p:extLst>
      <p:ext uri="{BB962C8B-B14F-4D97-AF65-F5344CB8AC3E}">
        <p14:creationId xmlns:p14="http://schemas.microsoft.com/office/powerpoint/2010/main" val="374516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hoto Only">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3465D1-804F-429B-83CD-3EFA8410E123}" type="datetime1">
              <a:rPr lang="en-GB" smtClean="0"/>
              <a:t>21/11/2024</a:t>
            </a:fld>
            <a:endParaRPr lang="en-GB"/>
          </a:p>
        </p:txBody>
      </p:sp>
      <p:sp>
        <p:nvSpPr>
          <p:cNvPr id="3" name="Footer Placeholder 2"/>
          <p:cNvSpPr>
            <a:spLocks noGrp="1"/>
          </p:cNvSpPr>
          <p:nvPr>
            <p:ph type="ftr" sz="quarter" idx="11"/>
          </p:nvPr>
        </p:nvSpPr>
        <p:spPr/>
        <p:txBody>
          <a:bodyPr/>
          <a:lstStyle/>
          <a:p>
            <a:endParaRPr lang="en-GB"/>
          </a:p>
        </p:txBody>
      </p:sp>
      <p:sp>
        <p:nvSpPr>
          <p:cNvPr id="7" name="Covering Background"/>
          <p:cNvSpPr/>
          <p:nvPr userDrawn="1"/>
        </p:nvSpPr>
        <p:spPr>
          <a:xfrm>
            <a:off x="-1" y="0"/>
            <a:ext cx="17337600" cy="9753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p:cNvSpPr>
            <a:spLocks noGrp="1"/>
          </p:cNvSpPr>
          <p:nvPr>
            <p:ph type="pic" sz="quarter" idx="12" hasCustomPrompt="1"/>
          </p:nvPr>
        </p:nvSpPr>
        <p:spPr>
          <a:xfrm>
            <a:off x="-1" y="0"/>
            <a:ext cx="17337600" cy="9753600"/>
          </a:xfrm>
        </p:spPr>
        <p:txBody>
          <a:bodyPr/>
          <a:lstStyle>
            <a:lvl1pPr>
              <a:defRPr>
                <a:solidFill>
                  <a:schemeClr val="bg1">
                    <a:lumMod val="50000"/>
                  </a:schemeClr>
                </a:solidFill>
              </a:defRPr>
            </a:lvl1pPr>
          </a:lstStyle>
          <a:p>
            <a:r>
              <a:rPr lang="en-GB" noProof="0" dirty="0"/>
              <a:t>Photo</a:t>
            </a:r>
          </a:p>
        </p:txBody>
      </p:sp>
    </p:spTree>
    <p:extLst>
      <p:ext uri="{BB962C8B-B14F-4D97-AF65-F5344CB8AC3E}">
        <p14:creationId xmlns:p14="http://schemas.microsoft.com/office/powerpoint/2010/main" val="2949418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Rectangle 6"/>
          <p:cNvSpPr/>
          <p:nvPr userDrawn="1"/>
        </p:nvSpPr>
        <p:spPr>
          <a:xfrm>
            <a:off x="914400" y="1393200"/>
            <a:ext cx="16424275" cy="65052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p:cNvSpPr>
            <a:spLocks noGrp="1"/>
          </p:cNvSpPr>
          <p:nvPr>
            <p:ph type="ctrTitle" hasCustomPrompt="1"/>
          </p:nvPr>
        </p:nvSpPr>
        <p:spPr bwMode="white">
          <a:xfrm>
            <a:off x="1291074" y="1743240"/>
            <a:ext cx="15183366" cy="5769600"/>
          </a:xfrm>
        </p:spPr>
        <p:txBody>
          <a:bodyPr anchor="t" anchorCtr="0">
            <a:noAutofit/>
          </a:bodyPr>
          <a:lstStyle>
            <a:lvl1pPr algn="l">
              <a:lnSpc>
                <a:spcPts val="3500"/>
              </a:lnSpc>
              <a:defRPr sz="2500" u="none" cap="none" baseline="0">
                <a:solidFill>
                  <a:schemeClr val="bg1"/>
                </a:solidFill>
                <a:uFill>
                  <a:solidFill>
                    <a:schemeClr val="bg1"/>
                  </a:solidFill>
                </a:uFill>
                <a:latin typeface="+mn-lt"/>
              </a:defRPr>
            </a:lvl1pPr>
          </a:lstStyle>
          <a:p>
            <a:r>
              <a:rPr lang="en-GB" noProof="0" dirty="0"/>
              <a:t>Click to add presenters contact data</a:t>
            </a:r>
          </a:p>
        </p:txBody>
      </p:sp>
      <p:sp>
        <p:nvSpPr>
          <p:cNvPr id="8" name="Titles positoning box" hidden="1"/>
          <p:cNvSpPr/>
          <p:nvPr userDrawn="1"/>
        </p:nvSpPr>
        <p:spPr>
          <a:xfrm>
            <a:off x="1371600" y="1828800"/>
            <a:ext cx="15012000" cy="59997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jdelijke aanduiding voor tekst 4"/>
          <p:cNvSpPr>
            <a:spLocks noGrp="1"/>
          </p:cNvSpPr>
          <p:nvPr>
            <p:ph type="body" sz="quarter" idx="10" hasCustomPrompt="1"/>
          </p:nvPr>
        </p:nvSpPr>
        <p:spPr bwMode="white">
          <a:xfrm>
            <a:off x="9215999" y="3095999"/>
            <a:ext cx="7257600" cy="1717969"/>
          </a:xfrm>
        </p:spPr>
        <p:txBody>
          <a:bodyPr>
            <a:normAutofit/>
          </a:bodyPr>
          <a:lstStyle>
            <a:lvl1pPr>
              <a:lnSpc>
                <a:spcPts val="3500"/>
              </a:lnSpc>
              <a:defRPr sz="2400">
                <a:solidFill>
                  <a:schemeClr val="bg1"/>
                </a:solidFill>
              </a:defRPr>
            </a:lvl1pPr>
          </a:lstStyle>
          <a:p>
            <a:pPr lvl="0"/>
            <a:r>
              <a:rPr lang="en-GB" noProof="0" dirty="0"/>
              <a:t>Click to add social media names</a:t>
            </a:r>
            <a:endParaRPr lang="nl-NL" dirty="0"/>
          </a:p>
        </p:txBody>
      </p:sp>
      <p:pic>
        <p:nvPicPr>
          <p:cNvPr id="16" name="Afbeelding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4400" y="0"/>
            <a:ext cx="3714979" cy="1393200"/>
          </a:xfrm>
          <a:prstGeom prst="rect">
            <a:avLst/>
          </a:prstGeom>
        </p:spPr>
      </p:pic>
    </p:spTree>
    <p:extLst>
      <p:ext uri="{BB962C8B-B14F-4D97-AF65-F5344CB8AC3E}">
        <p14:creationId xmlns:p14="http://schemas.microsoft.com/office/powerpoint/2010/main" val="31037857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0118" y="136025"/>
            <a:ext cx="15705282" cy="863693"/>
          </a:xfrm>
          <a:prstGeom prst="rect">
            <a:avLst/>
          </a:prstGeom>
        </p:spPr>
        <p:txBody>
          <a:bodyPr vert="horz" lIns="91440" tIns="45720" rIns="91440" bIns="45720" rtlCol="0" anchor="b" anchorCtr="0">
            <a:noAutofit/>
          </a:bodyPr>
          <a:lstStyle/>
          <a:p>
            <a:r>
              <a:rPr lang="en-US" noProof="0"/>
              <a:t>Click to edit Master title style</a:t>
            </a:r>
            <a:endParaRPr lang="en-GB" noProof="0" dirty="0"/>
          </a:p>
        </p:txBody>
      </p:sp>
      <p:sp>
        <p:nvSpPr>
          <p:cNvPr id="3" name="Text Placeholder 2"/>
          <p:cNvSpPr>
            <a:spLocks noGrp="1"/>
          </p:cNvSpPr>
          <p:nvPr>
            <p:ph type="body" idx="1"/>
          </p:nvPr>
        </p:nvSpPr>
        <p:spPr>
          <a:xfrm>
            <a:off x="835825" y="1194364"/>
            <a:ext cx="15699575" cy="66960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Date Placeholder 3"/>
          <p:cNvSpPr>
            <a:spLocks noGrp="1"/>
          </p:cNvSpPr>
          <p:nvPr>
            <p:ph type="dt" sz="half" idx="2"/>
          </p:nvPr>
        </p:nvSpPr>
        <p:spPr>
          <a:xfrm>
            <a:off x="4072394" y="8948703"/>
            <a:ext cx="2297926"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434BA3CA-1064-434F-B179-AB3B0298C0D6}" type="datetime1">
              <a:rPr lang="en-GB" noProof="0" smtClean="0"/>
              <a:t>21/11/2024</a:t>
            </a:fld>
            <a:endParaRPr lang="en-GB" noProof="0" dirty="0"/>
          </a:p>
        </p:txBody>
      </p:sp>
      <p:sp>
        <p:nvSpPr>
          <p:cNvPr id="5" name="Footer Placeholder 4"/>
          <p:cNvSpPr>
            <a:spLocks noGrp="1"/>
          </p:cNvSpPr>
          <p:nvPr>
            <p:ph type="ftr" sz="quarter" idx="3"/>
          </p:nvPr>
        </p:nvSpPr>
        <p:spPr>
          <a:xfrm>
            <a:off x="6810236" y="8994423"/>
            <a:ext cx="8353564" cy="437932"/>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en-GB" noProof="0" dirty="0"/>
          </a:p>
        </p:txBody>
      </p:sp>
      <p:sp>
        <p:nvSpPr>
          <p:cNvPr id="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
        <p:nvSpPr>
          <p:cNvPr id="7" name="Title positioning box" hidden="1"/>
          <p:cNvSpPr/>
          <p:nvPr/>
        </p:nvSpPr>
        <p:spPr>
          <a:xfrm>
            <a:off x="927265" y="367200"/>
            <a:ext cx="15480000" cy="463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ositoning box" hidden="1"/>
          <p:cNvSpPr/>
          <p:nvPr/>
        </p:nvSpPr>
        <p:spPr>
          <a:xfrm>
            <a:off x="927265" y="1584000"/>
            <a:ext cx="82296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ogo positioning box" hidden="1"/>
          <p:cNvSpPr/>
          <p:nvPr/>
        </p:nvSpPr>
        <p:spPr>
          <a:xfrm flipV="1">
            <a:off x="928800" y="7878842"/>
            <a:ext cx="15478465" cy="141635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ositoning box" hidden="1"/>
          <p:cNvSpPr/>
          <p:nvPr/>
        </p:nvSpPr>
        <p:spPr>
          <a:xfrm>
            <a:off x="9172105" y="1584000"/>
            <a:ext cx="9144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ositoning box" hidden="1"/>
          <p:cNvSpPr/>
          <p:nvPr/>
        </p:nvSpPr>
        <p:spPr>
          <a:xfrm>
            <a:off x="10099369" y="1356360"/>
            <a:ext cx="6307895" cy="6527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Logo EN"/>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7200" y="7909180"/>
            <a:ext cx="2307600" cy="1846822"/>
          </a:xfrm>
          <a:prstGeom prst="rect">
            <a:avLst/>
          </a:prstGeom>
        </p:spPr>
      </p:pic>
    </p:spTree>
    <p:extLst>
      <p:ext uri="{BB962C8B-B14F-4D97-AF65-F5344CB8AC3E}">
        <p14:creationId xmlns:p14="http://schemas.microsoft.com/office/powerpoint/2010/main" val="3770589907"/>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673" r:id="rId3"/>
    <p:sldLayoutId id="2147483662" r:id="rId4"/>
    <p:sldLayoutId id="2147483678" r:id="rId5"/>
    <p:sldLayoutId id="2147483674" r:id="rId6"/>
    <p:sldLayoutId id="2147483666" r:id="rId7"/>
    <p:sldLayoutId id="2147483675" r:id="rId8"/>
    <p:sldLayoutId id="2147483676" r:id="rId9"/>
  </p:sldLayoutIdLst>
  <p:hf hdr="0" ftr="0" dt="0"/>
  <p:txStyles>
    <p:titleStyle>
      <a:lvl1pPr algn="l" defTabSz="1300368" rtl="0" eaLnBrk="1" latinLnBrk="0" hangingPunct="1">
        <a:lnSpc>
          <a:spcPct val="90000"/>
        </a:lnSpc>
        <a:spcBef>
          <a:spcPct val="0"/>
        </a:spcBef>
        <a:buNone/>
        <a:defRPr sz="5400" u="sng" kern="1200" cap="all" baseline="0">
          <a:solidFill>
            <a:srgbClr val="1E64C8"/>
          </a:solidFill>
          <a:uFill>
            <a:solidFill>
              <a:srgbClr val="1E64C8"/>
            </a:solidFill>
          </a:uFill>
          <a:latin typeface="+mj-lt"/>
          <a:ea typeface="+mj-ea"/>
          <a:cs typeface="+mj-cs"/>
        </a:defRPr>
      </a:lvl1pPr>
    </p:titleStyle>
    <p:bodyStyle>
      <a:lvl1pPr marL="0" indent="0"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1pPr>
      <a:lvl2pPr marL="457200" indent="-36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900113" indent="-458788"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1441450" indent="-541338"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600325" indent="-1158875"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p:txBody>
          <a:bodyPr/>
          <a:lstStyle/>
          <a:p>
            <a:r>
              <a:rPr lang="nl-BE" dirty="0"/>
              <a:t>SPSS-WERKCOLLEGE 3 (XX/XX)</a:t>
            </a:r>
          </a:p>
        </p:txBody>
      </p:sp>
      <p:sp>
        <p:nvSpPr>
          <p:cNvPr id="3" name="Subtitle 2">
            <a:extLst>
              <a:ext uri="{FF2B5EF4-FFF2-40B4-BE49-F238E27FC236}">
                <a16:creationId xmlns:a16="http://schemas.microsoft.com/office/drawing/2014/main" id="{70FE6360-0905-4150-BEDD-4BF877AD22CF}"/>
              </a:ext>
            </a:extLst>
          </p:cNvPr>
          <p:cNvSpPr>
            <a:spLocks noGrp="1"/>
          </p:cNvSpPr>
          <p:nvPr>
            <p:ph type="subTitle" idx="1"/>
          </p:nvPr>
        </p:nvSpPr>
        <p:spPr/>
        <p:txBody>
          <a:bodyPr/>
          <a:lstStyle/>
          <a:p>
            <a:r>
              <a:rPr lang="nl-BE" dirty="0"/>
              <a:t>Assistent Fauve Duprez					</a:t>
            </a:r>
            <a:r>
              <a:rPr lang="nl-BE"/>
              <a:t>AJ 2025-2026</a:t>
            </a:r>
            <a:endParaRPr lang="nl-BE" dirty="0"/>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Toegepaste data-analyse en rapportage</a:t>
            </a:r>
          </a:p>
        </p:txBody>
      </p:sp>
    </p:spTree>
    <p:extLst>
      <p:ext uri="{BB962C8B-B14F-4D97-AF65-F5344CB8AC3E}">
        <p14:creationId xmlns:p14="http://schemas.microsoft.com/office/powerpoint/2010/main" val="4162507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H08 </a:t>
            </a:r>
            <a:r>
              <a:rPr lang="nl-BE" dirty="0" err="1"/>
              <a:t>Inferentiële</a:t>
            </a:r>
            <a:r>
              <a:rPr lang="nl-BE" dirty="0"/>
              <a:t> statistiek in zes stappen</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 </a:t>
            </a:r>
            <a:r>
              <a:rPr lang="nl-BE" u="none" dirty="0"/>
              <a:t>(08/11)</a:t>
            </a:r>
          </a:p>
        </p:txBody>
      </p:sp>
    </p:spTree>
    <p:extLst>
      <p:ext uri="{BB962C8B-B14F-4D97-AF65-F5344CB8AC3E}">
        <p14:creationId xmlns:p14="http://schemas.microsoft.com/office/powerpoint/2010/main" val="944557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4439-7D92-49BC-B20E-CD95361CE51A}"/>
              </a:ext>
            </a:extLst>
          </p:cNvPr>
          <p:cNvSpPr>
            <a:spLocks noGrp="1"/>
          </p:cNvSpPr>
          <p:nvPr>
            <p:ph type="title"/>
          </p:nvPr>
        </p:nvSpPr>
        <p:spPr/>
        <p:txBody>
          <a:bodyPr/>
          <a:lstStyle/>
          <a:p>
            <a:r>
              <a:rPr lang="nl-BE" sz="3200" dirty="0"/>
              <a:t>Gebruik van zes-stappen-procedure </a:t>
            </a:r>
          </a:p>
        </p:txBody>
      </p:sp>
      <p:sp>
        <p:nvSpPr>
          <p:cNvPr id="3" name="Content Placeholder 2">
            <a:extLst>
              <a:ext uri="{FF2B5EF4-FFF2-40B4-BE49-F238E27FC236}">
                <a16:creationId xmlns:a16="http://schemas.microsoft.com/office/drawing/2014/main" id="{39011522-9118-40C3-A09B-F25B95FAB7B4}"/>
              </a:ext>
            </a:extLst>
          </p:cNvPr>
          <p:cNvSpPr>
            <a:spLocks noGrp="1"/>
          </p:cNvSpPr>
          <p:nvPr>
            <p:ph idx="1"/>
          </p:nvPr>
        </p:nvSpPr>
        <p:spPr/>
        <p:txBody>
          <a:bodyPr/>
          <a:lstStyle/>
          <a:p>
            <a:pPr marL="86400" indent="0">
              <a:buNone/>
            </a:pPr>
            <a:r>
              <a:rPr lang="nl-BE" dirty="0">
                <a:solidFill>
                  <a:srgbClr val="002060"/>
                </a:solidFill>
              </a:rPr>
              <a:t>De </a:t>
            </a:r>
            <a:r>
              <a:rPr lang="nl-BE" b="1" dirty="0">
                <a:solidFill>
                  <a:srgbClr val="002060"/>
                </a:solidFill>
              </a:rPr>
              <a:t>zes-stappen-procedure</a:t>
            </a:r>
            <a:r>
              <a:rPr lang="nl-BE" dirty="0">
                <a:solidFill>
                  <a:srgbClr val="002060"/>
                </a:solidFill>
              </a:rPr>
              <a:t> bij </a:t>
            </a:r>
            <a:r>
              <a:rPr lang="nl-BE" dirty="0" err="1">
                <a:solidFill>
                  <a:srgbClr val="002060"/>
                </a:solidFill>
              </a:rPr>
              <a:t>inferentiële</a:t>
            </a:r>
            <a:r>
              <a:rPr lang="nl-BE" dirty="0">
                <a:solidFill>
                  <a:srgbClr val="002060"/>
                </a:solidFill>
              </a:rPr>
              <a:t> statistiek (</a:t>
            </a:r>
            <a:r>
              <a:rPr lang="nl-BE">
                <a:solidFill>
                  <a:srgbClr val="002060"/>
                </a:solidFill>
              </a:rPr>
              <a:t>zie hoorcollege 05/11</a:t>
            </a:r>
            <a:r>
              <a:rPr lang="nl-BE" dirty="0">
                <a:solidFill>
                  <a:srgbClr val="002060"/>
                </a:solidFill>
              </a:rPr>
              <a:t>)</a:t>
            </a:r>
          </a:p>
          <a:p>
            <a:pPr marL="86400" indent="0">
              <a:buNone/>
            </a:pPr>
            <a:endParaRPr lang="nl-BE" dirty="0">
              <a:solidFill>
                <a:srgbClr val="002060"/>
              </a:solidFill>
            </a:endParaRPr>
          </a:p>
          <a:p>
            <a:pPr lvl="1"/>
            <a:r>
              <a:rPr lang="nl-BE" dirty="0">
                <a:solidFill>
                  <a:srgbClr val="002060"/>
                </a:solidFill>
              </a:rPr>
              <a:t>STAP 1: Kiezen van de juiste analysemethode</a:t>
            </a:r>
          </a:p>
          <a:p>
            <a:pPr lvl="1"/>
            <a:r>
              <a:rPr lang="nl-BE" dirty="0">
                <a:solidFill>
                  <a:srgbClr val="002060"/>
                </a:solidFill>
              </a:rPr>
              <a:t>STAP 2: Datacontrole</a:t>
            </a:r>
          </a:p>
          <a:p>
            <a:pPr lvl="1"/>
            <a:r>
              <a:rPr lang="nl-BE" dirty="0">
                <a:solidFill>
                  <a:srgbClr val="002060"/>
                </a:solidFill>
              </a:rPr>
              <a:t>STAP 3: Hypothesen formuleren</a:t>
            </a:r>
          </a:p>
          <a:p>
            <a:pPr lvl="1"/>
            <a:r>
              <a:rPr lang="nl-BE" dirty="0">
                <a:solidFill>
                  <a:srgbClr val="002060"/>
                </a:solidFill>
              </a:rPr>
              <a:t>STAP 4: Significantieniveau bepalen</a:t>
            </a:r>
          </a:p>
          <a:p>
            <a:pPr lvl="1"/>
            <a:r>
              <a:rPr lang="nl-BE" dirty="0">
                <a:solidFill>
                  <a:srgbClr val="002060"/>
                </a:solidFill>
              </a:rPr>
              <a:t>STAP 5: Toetsingsgrootheid en p-waarde berekenen</a:t>
            </a:r>
          </a:p>
          <a:p>
            <a:pPr lvl="1"/>
            <a:r>
              <a:rPr lang="nl-BE" dirty="0">
                <a:solidFill>
                  <a:srgbClr val="002060"/>
                </a:solidFill>
              </a:rPr>
              <a:t>STAP 6: Conclusie en rapportering</a:t>
            </a:r>
          </a:p>
        </p:txBody>
      </p:sp>
      <p:sp>
        <p:nvSpPr>
          <p:cNvPr id="4" name="Slide Number Placeholder 3">
            <a:extLst>
              <a:ext uri="{FF2B5EF4-FFF2-40B4-BE49-F238E27FC236}">
                <a16:creationId xmlns:a16="http://schemas.microsoft.com/office/drawing/2014/main" id="{F93E06FF-5536-4AE6-A548-5BFECE8621EB}"/>
              </a:ext>
            </a:extLst>
          </p:cNvPr>
          <p:cNvSpPr>
            <a:spLocks noGrp="1"/>
          </p:cNvSpPr>
          <p:nvPr>
            <p:ph type="sldNum" sz="quarter" idx="12"/>
          </p:nvPr>
        </p:nvSpPr>
        <p:spPr/>
        <p:txBody>
          <a:bodyPr/>
          <a:lstStyle/>
          <a:p>
            <a:fld id="{7AE184E0-0BD4-4705-A12B-9B71DDE63301}" type="slidenum">
              <a:rPr lang="en-GB" noProof="0" smtClean="0"/>
              <a:t>3</a:t>
            </a:fld>
            <a:endParaRPr lang="en-GB" noProof="0" dirty="0"/>
          </a:p>
        </p:txBody>
      </p:sp>
    </p:spTree>
    <p:extLst>
      <p:ext uri="{BB962C8B-B14F-4D97-AF65-F5344CB8AC3E}">
        <p14:creationId xmlns:p14="http://schemas.microsoft.com/office/powerpoint/2010/main" val="3685650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H09 kruistabellen</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endParaRPr lang="nl-BE" u="none" dirty="0"/>
          </a:p>
        </p:txBody>
      </p:sp>
    </p:spTree>
    <p:extLst>
      <p:ext uri="{BB962C8B-B14F-4D97-AF65-F5344CB8AC3E}">
        <p14:creationId xmlns:p14="http://schemas.microsoft.com/office/powerpoint/2010/main" val="4021574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46417C-7983-4933-A24B-130127A2F9C5}"/>
              </a:ext>
            </a:extLst>
          </p:cNvPr>
          <p:cNvSpPr>
            <a:spLocks noGrp="1"/>
          </p:cNvSpPr>
          <p:nvPr>
            <p:ph type="title"/>
          </p:nvPr>
        </p:nvSpPr>
        <p:spPr/>
        <p:txBody>
          <a:bodyPr/>
          <a:lstStyle/>
          <a:p>
            <a:r>
              <a:rPr lang="nl-BE" dirty="0"/>
              <a:t>Inleiding</a:t>
            </a:r>
          </a:p>
        </p:txBody>
      </p:sp>
      <p:sp>
        <p:nvSpPr>
          <p:cNvPr id="3" name="Tijdelijke aanduiding voor inhoud 2">
            <a:extLst>
              <a:ext uri="{FF2B5EF4-FFF2-40B4-BE49-F238E27FC236}">
                <a16:creationId xmlns:a16="http://schemas.microsoft.com/office/drawing/2014/main" id="{B79653B5-31CC-4B30-84DF-73319A19B7F6}"/>
              </a:ext>
            </a:extLst>
          </p:cNvPr>
          <p:cNvSpPr>
            <a:spLocks noGrp="1"/>
          </p:cNvSpPr>
          <p:nvPr>
            <p:ph idx="1"/>
          </p:nvPr>
        </p:nvSpPr>
        <p:spPr/>
        <p:txBody>
          <a:bodyPr>
            <a:normAutofit/>
          </a:bodyPr>
          <a:lstStyle/>
          <a:p>
            <a:pPr marL="86400" indent="0">
              <a:buNone/>
            </a:pPr>
            <a:r>
              <a:rPr lang="nl-BE" b="1" dirty="0"/>
              <a:t>Multivariate statistiek met twee categorische variabelen</a:t>
            </a:r>
          </a:p>
          <a:p>
            <a:r>
              <a:rPr lang="nl-BE" dirty="0"/>
              <a:t>Descriptieve statistiek:</a:t>
            </a:r>
          </a:p>
          <a:p>
            <a:pPr lvl="1"/>
            <a:r>
              <a:rPr lang="nl-BE" b="1" dirty="0"/>
              <a:t>Kruistabel</a:t>
            </a:r>
            <a:endParaRPr lang="nl-BE" dirty="0"/>
          </a:p>
          <a:p>
            <a:pPr lvl="1"/>
            <a:r>
              <a:rPr lang="nl-BE" b="1" dirty="0"/>
              <a:t>Geclusterde en gestapelde staafdiagrammen</a:t>
            </a:r>
          </a:p>
        </p:txBody>
      </p:sp>
      <p:sp>
        <p:nvSpPr>
          <p:cNvPr id="4" name="Tijdelijke aanduiding voor dianummer 3">
            <a:extLst>
              <a:ext uri="{FF2B5EF4-FFF2-40B4-BE49-F238E27FC236}">
                <a16:creationId xmlns:a16="http://schemas.microsoft.com/office/drawing/2014/main" id="{A4374D4C-6505-4CF5-A6BD-81EDD63240E9}"/>
              </a:ext>
            </a:extLst>
          </p:cNvPr>
          <p:cNvSpPr>
            <a:spLocks noGrp="1"/>
          </p:cNvSpPr>
          <p:nvPr>
            <p:ph type="sldNum" sz="quarter" idx="12"/>
          </p:nvPr>
        </p:nvSpPr>
        <p:spPr/>
        <p:txBody>
          <a:bodyPr/>
          <a:lstStyle/>
          <a:p>
            <a:fld id="{7AE184E0-0BD4-4705-A12B-9B71DDE63301}" type="slidenum">
              <a:rPr lang="en-GB" noProof="0" smtClean="0"/>
              <a:t>5</a:t>
            </a:fld>
            <a:endParaRPr lang="en-GB" noProof="0" dirty="0"/>
          </a:p>
        </p:txBody>
      </p:sp>
      <p:pic>
        <p:nvPicPr>
          <p:cNvPr id="7" name="Afbeelding 6">
            <a:extLst>
              <a:ext uri="{FF2B5EF4-FFF2-40B4-BE49-F238E27FC236}">
                <a16:creationId xmlns:a16="http://schemas.microsoft.com/office/drawing/2014/main" id="{E388C77D-2A02-F239-7685-9E1AAC756F33}"/>
              </a:ext>
            </a:extLst>
          </p:cNvPr>
          <p:cNvPicPr>
            <a:picLocks noChangeAspect="1"/>
          </p:cNvPicPr>
          <p:nvPr/>
        </p:nvPicPr>
        <p:blipFill>
          <a:blip r:embed="rId3"/>
          <a:stretch>
            <a:fillRect/>
          </a:stretch>
        </p:blipFill>
        <p:spPr>
          <a:xfrm>
            <a:off x="9192904" y="4389326"/>
            <a:ext cx="6724719" cy="4915230"/>
          </a:xfrm>
          <a:prstGeom prst="rect">
            <a:avLst/>
          </a:prstGeom>
        </p:spPr>
      </p:pic>
      <p:pic>
        <p:nvPicPr>
          <p:cNvPr id="8" name="Tijdelijke aanduiding voor inhoud 12">
            <a:extLst>
              <a:ext uri="{FF2B5EF4-FFF2-40B4-BE49-F238E27FC236}">
                <a16:creationId xmlns:a16="http://schemas.microsoft.com/office/drawing/2014/main" id="{77A9AEB7-FDF0-BD61-1F6E-72D37BBF984E}"/>
              </a:ext>
            </a:extLst>
          </p:cNvPr>
          <p:cNvPicPr>
            <a:picLocks noChangeAspect="1"/>
          </p:cNvPicPr>
          <p:nvPr/>
        </p:nvPicPr>
        <p:blipFill rotWithShape="1">
          <a:blip r:embed="rId4">
            <a:extLst>
              <a:ext uri="{28A0092B-C50C-407E-A947-70E740481C1C}">
                <a14:useLocalDpi xmlns:a14="http://schemas.microsoft.com/office/drawing/2010/main" val="0"/>
              </a:ext>
            </a:extLst>
          </a:blip>
          <a:srcRect r="3313"/>
          <a:stretch/>
        </p:blipFill>
        <p:spPr>
          <a:xfrm>
            <a:off x="628536" y="4425681"/>
            <a:ext cx="8109729" cy="3894230"/>
          </a:xfrm>
          <a:prstGeom prst="rect">
            <a:avLst/>
          </a:prstGeom>
        </p:spPr>
      </p:pic>
    </p:spTree>
    <p:extLst>
      <p:ext uri="{BB962C8B-B14F-4D97-AF65-F5344CB8AC3E}">
        <p14:creationId xmlns:p14="http://schemas.microsoft.com/office/powerpoint/2010/main" val="1819581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46417C-7983-4933-A24B-130127A2F9C5}"/>
              </a:ext>
            </a:extLst>
          </p:cNvPr>
          <p:cNvSpPr>
            <a:spLocks noGrp="1"/>
          </p:cNvSpPr>
          <p:nvPr>
            <p:ph type="title"/>
          </p:nvPr>
        </p:nvSpPr>
        <p:spPr/>
        <p:txBody>
          <a:bodyPr/>
          <a:lstStyle/>
          <a:p>
            <a:r>
              <a:rPr lang="nl-BE" dirty="0"/>
              <a:t>Inleiding</a:t>
            </a:r>
          </a:p>
        </p:txBody>
      </p:sp>
      <p:sp>
        <p:nvSpPr>
          <p:cNvPr id="3" name="Tijdelijke aanduiding voor inhoud 2">
            <a:extLst>
              <a:ext uri="{FF2B5EF4-FFF2-40B4-BE49-F238E27FC236}">
                <a16:creationId xmlns:a16="http://schemas.microsoft.com/office/drawing/2014/main" id="{B79653B5-31CC-4B30-84DF-73319A19B7F6}"/>
              </a:ext>
            </a:extLst>
          </p:cNvPr>
          <p:cNvSpPr>
            <a:spLocks noGrp="1"/>
          </p:cNvSpPr>
          <p:nvPr>
            <p:ph idx="1"/>
          </p:nvPr>
        </p:nvSpPr>
        <p:spPr/>
        <p:txBody>
          <a:bodyPr>
            <a:normAutofit fontScale="92500" lnSpcReduction="20000"/>
          </a:bodyPr>
          <a:lstStyle/>
          <a:p>
            <a:pPr marL="86400" indent="0">
              <a:buNone/>
            </a:pPr>
            <a:r>
              <a:rPr lang="nl-BE" b="1" dirty="0"/>
              <a:t>Multivariate statistiek met twee categorische variabelen</a:t>
            </a:r>
          </a:p>
          <a:p>
            <a:r>
              <a:rPr lang="nl-BE" dirty="0"/>
              <a:t>Descriptieve statistiek:</a:t>
            </a:r>
          </a:p>
          <a:p>
            <a:pPr lvl="1"/>
            <a:r>
              <a:rPr lang="nl-BE" b="1" dirty="0"/>
              <a:t>Kruistabel</a:t>
            </a:r>
            <a:endParaRPr lang="nl-BE" dirty="0"/>
          </a:p>
          <a:p>
            <a:pPr lvl="1"/>
            <a:r>
              <a:rPr lang="nl-BE" b="1" dirty="0"/>
              <a:t>Geclusterde en gestapelde staafdiagrammen</a:t>
            </a:r>
          </a:p>
          <a:p>
            <a:pPr lvl="1"/>
            <a:endParaRPr lang="nl-BE" b="1" dirty="0"/>
          </a:p>
          <a:p>
            <a:r>
              <a:rPr lang="nl-BE" dirty="0" err="1"/>
              <a:t>Inferentiële</a:t>
            </a:r>
            <a:r>
              <a:rPr lang="nl-BE" dirty="0"/>
              <a:t> statistiek: verband tussen twee categorische variabelen toetsen</a:t>
            </a:r>
          </a:p>
          <a:p>
            <a:pPr lvl="1"/>
            <a:r>
              <a:rPr lang="nl-BE" b="1" dirty="0"/>
              <a:t>Chi-kwadraat toets</a:t>
            </a:r>
          </a:p>
          <a:p>
            <a:pPr lvl="2"/>
            <a:r>
              <a:rPr lang="nl-BE" dirty="0"/>
              <a:t>Bij onafhankelijke groepen</a:t>
            </a:r>
          </a:p>
          <a:p>
            <a:pPr lvl="2"/>
            <a:r>
              <a:rPr lang="nl-BE" b="1" dirty="0"/>
              <a:t>Fisher-Exact toets </a:t>
            </a:r>
            <a:r>
              <a:rPr lang="nl-BE" dirty="0"/>
              <a:t>= alternatieve toets bij schending assumpties Chi</a:t>
            </a:r>
            <a:r>
              <a:rPr lang="nl-BE" baseline="30000" dirty="0"/>
              <a:t>2</a:t>
            </a:r>
          </a:p>
          <a:p>
            <a:pPr lvl="2"/>
            <a:r>
              <a:rPr lang="nl-BE" b="1" dirty="0" err="1"/>
              <a:t>Partitioneren</a:t>
            </a:r>
            <a:endParaRPr lang="nl-BE" b="1" dirty="0"/>
          </a:p>
          <a:p>
            <a:pPr lvl="3"/>
            <a:r>
              <a:rPr lang="nl-BE" dirty="0"/>
              <a:t>In situaties waarbij minstens één categorische variabele meer dan 2 categorieën heeft (dus geen 2x2-kruistabel, maar bv. een 4x2-kruistabel)</a:t>
            </a:r>
          </a:p>
          <a:p>
            <a:pPr lvl="3"/>
            <a:r>
              <a:rPr lang="nl-BE" dirty="0"/>
              <a:t>= opsplitsen in 2x2-tabellen, en per tabel een Chi-kwadraat toets uitvoeren</a:t>
            </a:r>
          </a:p>
          <a:p>
            <a:pPr lvl="1"/>
            <a:r>
              <a:rPr lang="nl-BE" b="1" dirty="0" err="1"/>
              <a:t>McNemar</a:t>
            </a:r>
            <a:r>
              <a:rPr lang="nl-BE" b="1" dirty="0"/>
              <a:t> toets</a:t>
            </a:r>
          </a:p>
          <a:p>
            <a:pPr lvl="2"/>
            <a:r>
              <a:rPr lang="nl-BE" dirty="0"/>
              <a:t>Bij afhankelijke groepen</a:t>
            </a:r>
          </a:p>
        </p:txBody>
      </p:sp>
      <p:sp>
        <p:nvSpPr>
          <p:cNvPr id="4" name="Tijdelijke aanduiding voor dianummer 3">
            <a:extLst>
              <a:ext uri="{FF2B5EF4-FFF2-40B4-BE49-F238E27FC236}">
                <a16:creationId xmlns:a16="http://schemas.microsoft.com/office/drawing/2014/main" id="{A4374D4C-6505-4CF5-A6BD-81EDD63240E9}"/>
              </a:ext>
            </a:extLst>
          </p:cNvPr>
          <p:cNvSpPr>
            <a:spLocks noGrp="1"/>
          </p:cNvSpPr>
          <p:nvPr>
            <p:ph type="sldNum" sz="quarter" idx="12"/>
          </p:nvPr>
        </p:nvSpPr>
        <p:spPr/>
        <p:txBody>
          <a:bodyPr/>
          <a:lstStyle/>
          <a:p>
            <a:fld id="{7AE184E0-0BD4-4705-A12B-9B71DDE63301}" type="slidenum">
              <a:rPr lang="en-GB" noProof="0" smtClean="0"/>
              <a:t>6</a:t>
            </a:fld>
            <a:endParaRPr lang="en-GB" noProof="0" dirty="0"/>
          </a:p>
        </p:txBody>
      </p:sp>
      <p:pic>
        <p:nvPicPr>
          <p:cNvPr id="6" name="Picture 5">
            <a:extLst>
              <a:ext uri="{FF2B5EF4-FFF2-40B4-BE49-F238E27FC236}">
                <a16:creationId xmlns:a16="http://schemas.microsoft.com/office/drawing/2014/main" id="{FA7BAC0E-BBF8-6D81-7A28-B23F055D1E68}"/>
              </a:ext>
            </a:extLst>
          </p:cNvPr>
          <p:cNvPicPr>
            <a:picLocks noChangeAspect="1"/>
          </p:cNvPicPr>
          <p:nvPr/>
        </p:nvPicPr>
        <p:blipFill>
          <a:blip r:embed="rId3"/>
          <a:stretch>
            <a:fillRect/>
          </a:stretch>
        </p:blipFill>
        <p:spPr>
          <a:xfrm>
            <a:off x="9312676" y="9350534"/>
            <a:ext cx="7502217" cy="213232"/>
          </a:xfrm>
          <a:prstGeom prst="rect">
            <a:avLst/>
          </a:prstGeom>
        </p:spPr>
      </p:pic>
    </p:spTree>
    <p:extLst>
      <p:ext uri="{BB962C8B-B14F-4D97-AF65-F5344CB8AC3E}">
        <p14:creationId xmlns:p14="http://schemas.microsoft.com/office/powerpoint/2010/main" val="694882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Opgave 1</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p>
        </p:txBody>
      </p:sp>
    </p:spTree>
    <p:extLst>
      <p:ext uri="{BB962C8B-B14F-4D97-AF65-F5344CB8AC3E}">
        <p14:creationId xmlns:p14="http://schemas.microsoft.com/office/powerpoint/2010/main" val="235740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14CCC-3C85-9AE5-DD84-1E47396E390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FD8BEEA-FB3F-4C62-F3D0-24AE72F97AF8}"/>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007102A2-5791-C4C6-80A0-4A217205E912}"/>
              </a:ext>
            </a:extLst>
          </p:cNvPr>
          <p:cNvSpPr>
            <a:spLocks noGrp="1"/>
          </p:cNvSpPr>
          <p:nvPr>
            <p:ph idx="1"/>
          </p:nvPr>
        </p:nvSpPr>
        <p:spPr>
          <a:xfrm>
            <a:off x="327578" y="1816461"/>
            <a:ext cx="16857612" cy="7936842"/>
          </a:xfrm>
        </p:spPr>
        <p:txBody>
          <a:bodyPr>
            <a:normAutofit/>
          </a:bodyPr>
          <a:lstStyle/>
          <a:p>
            <a:pPr marL="86390" indent="0">
              <a:buNone/>
            </a:pPr>
            <a:r>
              <a:rPr lang="nl-BE" b="1" dirty="0"/>
              <a:t>Opgave 1</a:t>
            </a:r>
          </a:p>
          <a:p>
            <a:r>
              <a:rPr lang="nl-BE" dirty="0"/>
              <a:t>Open ‘DATA_WAVE1_CenW.sav’. Is er een significant verband tussen een partner hebben zijn (W1_Relatiestatus) en werksituatie (W1_ACT)?</a:t>
            </a:r>
          </a:p>
        </p:txBody>
      </p:sp>
      <p:sp>
        <p:nvSpPr>
          <p:cNvPr id="4" name="Tijdelijke aanduiding voor dianummer 3">
            <a:extLst>
              <a:ext uri="{FF2B5EF4-FFF2-40B4-BE49-F238E27FC236}">
                <a16:creationId xmlns:a16="http://schemas.microsoft.com/office/drawing/2014/main" id="{6E14C9DF-7450-E23A-8C0F-15FD5AE175A3}"/>
              </a:ext>
            </a:extLst>
          </p:cNvPr>
          <p:cNvSpPr>
            <a:spLocks noGrp="1"/>
          </p:cNvSpPr>
          <p:nvPr>
            <p:ph type="sldNum" sz="quarter" idx="12"/>
          </p:nvPr>
        </p:nvSpPr>
        <p:spPr/>
        <p:txBody>
          <a:bodyPr/>
          <a:lstStyle/>
          <a:p>
            <a:fld id="{7AE184E0-0BD4-4705-A12B-9B71DDE63301}" type="slidenum">
              <a:rPr lang="en-GB" noProof="0" smtClean="0"/>
              <a:t>8</a:t>
            </a:fld>
            <a:endParaRPr lang="en-GB" noProof="0" dirty="0"/>
          </a:p>
        </p:txBody>
      </p:sp>
    </p:spTree>
    <p:extLst>
      <p:ext uri="{BB962C8B-B14F-4D97-AF65-F5344CB8AC3E}">
        <p14:creationId xmlns:p14="http://schemas.microsoft.com/office/powerpoint/2010/main" val="29468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42E9E-C87C-FA9C-0F89-DD646FD2B8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0A46B93-4772-14EF-990B-E354F5E03B9D}"/>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D347AF0C-38D9-1342-5254-814D057E7D63}"/>
              </a:ext>
            </a:extLst>
          </p:cNvPr>
          <p:cNvSpPr>
            <a:spLocks noGrp="1"/>
          </p:cNvSpPr>
          <p:nvPr>
            <p:ph idx="1"/>
          </p:nvPr>
        </p:nvSpPr>
        <p:spPr>
          <a:xfrm>
            <a:off x="327578" y="1816461"/>
            <a:ext cx="16857612" cy="7936842"/>
          </a:xfrm>
        </p:spPr>
        <p:txBody>
          <a:bodyPr>
            <a:normAutofit/>
          </a:bodyPr>
          <a:lstStyle/>
          <a:p>
            <a:pPr marL="86390" indent="0">
              <a:buNone/>
            </a:pPr>
            <a:r>
              <a:rPr lang="nl-BE" b="1" dirty="0"/>
              <a:t>Opgave 1</a:t>
            </a:r>
          </a:p>
          <a:p>
            <a:r>
              <a:rPr lang="nl-BE" dirty="0"/>
              <a:t>Open ‘DATA_WAVE1_CenW.sav’. Is er een significant verband tussen een partner hebben zijn (W1_Relatiestatus) en werksituatie (W1_ACT)?</a:t>
            </a:r>
          </a:p>
          <a:p>
            <a:r>
              <a:rPr lang="nl-BE" b="1" dirty="0"/>
              <a:t>Stap 1. </a:t>
            </a:r>
            <a:r>
              <a:rPr lang="nl-BE" dirty="0"/>
              <a:t>Kiezen van juiste analysemethode</a:t>
            </a:r>
          </a:p>
          <a:p>
            <a:pPr marL="1234199" lvl="1" indent="-514287">
              <a:buFont typeface="+mj-lt"/>
              <a:buAutoNum type="arabicPeriod"/>
            </a:pPr>
            <a:r>
              <a:rPr lang="nl-BE" b="1" dirty="0"/>
              <a:t>Hoeveel variabelen?</a:t>
            </a:r>
            <a:endParaRPr lang="nl-BE" dirty="0"/>
          </a:p>
          <a:p>
            <a:pPr marL="1234199" lvl="1" indent="-514287">
              <a:buFont typeface="+mj-lt"/>
              <a:buAutoNum type="arabicPeriod"/>
            </a:pPr>
            <a:r>
              <a:rPr lang="nl-BE" b="1" dirty="0"/>
              <a:t>Welk meetniveau?</a:t>
            </a:r>
            <a:endParaRPr lang="nl-BE" dirty="0"/>
          </a:p>
          <a:p>
            <a:pPr marL="1234199" lvl="1" indent="-514287">
              <a:buFont typeface="+mj-lt"/>
              <a:buAutoNum type="arabicPeriod"/>
            </a:pPr>
            <a:r>
              <a:rPr lang="nl-BE" b="1" dirty="0"/>
              <a:t>Welke rol?</a:t>
            </a:r>
            <a:endParaRPr lang="nl-BE" dirty="0"/>
          </a:p>
          <a:p>
            <a:pPr marL="86400" indent="0">
              <a:buNone/>
            </a:pPr>
            <a:endParaRPr lang="nl-BE" dirty="0"/>
          </a:p>
        </p:txBody>
      </p:sp>
      <p:sp>
        <p:nvSpPr>
          <p:cNvPr id="4" name="Tijdelijke aanduiding voor dianummer 3">
            <a:extLst>
              <a:ext uri="{FF2B5EF4-FFF2-40B4-BE49-F238E27FC236}">
                <a16:creationId xmlns:a16="http://schemas.microsoft.com/office/drawing/2014/main" id="{A0C49BC8-861D-CDCE-0F61-0FE437755A05}"/>
              </a:ext>
            </a:extLst>
          </p:cNvPr>
          <p:cNvSpPr>
            <a:spLocks noGrp="1"/>
          </p:cNvSpPr>
          <p:nvPr>
            <p:ph type="sldNum" sz="quarter" idx="12"/>
          </p:nvPr>
        </p:nvSpPr>
        <p:spPr/>
        <p:txBody>
          <a:bodyPr/>
          <a:lstStyle/>
          <a:p>
            <a:fld id="{7AE184E0-0BD4-4705-A12B-9B71DDE63301}" type="slidenum">
              <a:rPr lang="en-GB" noProof="0" smtClean="0"/>
              <a:t>9</a:t>
            </a:fld>
            <a:endParaRPr lang="en-GB" noProof="0" dirty="0"/>
          </a:p>
        </p:txBody>
      </p:sp>
    </p:spTree>
    <p:extLst>
      <p:ext uri="{BB962C8B-B14F-4D97-AF65-F5344CB8AC3E}">
        <p14:creationId xmlns:p14="http://schemas.microsoft.com/office/powerpoint/2010/main" val="2378685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137F89-A959-A38F-14A5-73D0042EF67D}"/>
              </a:ext>
            </a:extLst>
          </p:cNvPr>
          <p:cNvSpPr>
            <a:spLocks noGrp="1"/>
          </p:cNvSpPr>
          <p:nvPr>
            <p:ph type="title"/>
          </p:nvPr>
        </p:nvSpPr>
        <p:spPr/>
        <p:txBody>
          <a:bodyPr/>
          <a:lstStyle/>
          <a:p>
            <a:r>
              <a:rPr lang="nl-BE" dirty="0"/>
              <a:t>Opgave 1: Verband Relatiestatus x Werksituatie</a:t>
            </a:r>
            <a:endParaRPr lang="nl-NL" dirty="0"/>
          </a:p>
        </p:txBody>
      </p:sp>
      <p:sp>
        <p:nvSpPr>
          <p:cNvPr id="3" name="Tijdelijke aanduiding voor inhoud 2">
            <a:extLst>
              <a:ext uri="{FF2B5EF4-FFF2-40B4-BE49-F238E27FC236}">
                <a16:creationId xmlns:a16="http://schemas.microsoft.com/office/drawing/2014/main" id="{640EEB03-205D-9CF3-B7DC-88954EA347BC}"/>
              </a:ext>
            </a:extLst>
          </p:cNvPr>
          <p:cNvSpPr>
            <a:spLocks noGrp="1"/>
          </p:cNvSpPr>
          <p:nvPr>
            <p:ph idx="1"/>
          </p:nvPr>
        </p:nvSpPr>
        <p:spPr/>
        <p:txBody>
          <a:bodyPr/>
          <a:lstStyle/>
          <a:p>
            <a:r>
              <a:rPr lang="nl-NL" b="1" dirty="0"/>
              <a:t>Stap 2. </a:t>
            </a:r>
            <a:r>
              <a:rPr lang="nl-NL" dirty="0"/>
              <a:t>Datacontrole.</a:t>
            </a:r>
          </a:p>
          <a:p>
            <a:pPr lvl="1"/>
            <a:r>
              <a:rPr lang="nl-NL" b="1" dirty="0"/>
              <a:t>Inconsistentiecheck</a:t>
            </a:r>
          </a:p>
        </p:txBody>
      </p:sp>
      <p:sp>
        <p:nvSpPr>
          <p:cNvPr id="4" name="Tijdelijke aanduiding voor dianummer 3">
            <a:extLst>
              <a:ext uri="{FF2B5EF4-FFF2-40B4-BE49-F238E27FC236}">
                <a16:creationId xmlns:a16="http://schemas.microsoft.com/office/drawing/2014/main" id="{A203801E-F623-CB83-C039-EAA731B429D0}"/>
              </a:ext>
            </a:extLst>
          </p:cNvPr>
          <p:cNvSpPr>
            <a:spLocks noGrp="1"/>
          </p:cNvSpPr>
          <p:nvPr>
            <p:ph type="sldNum" sz="quarter" idx="12"/>
          </p:nvPr>
        </p:nvSpPr>
        <p:spPr/>
        <p:txBody>
          <a:bodyPr/>
          <a:lstStyle/>
          <a:p>
            <a:fld id="{7AE184E0-0BD4-4705-A12B-9B71DDE63301}" type="slidenum">
              <a:rPr lang="en-GB" noProof="0" smtClean="0"/>
              <a:t>10</a:t>
            </a:fld>
            <a:endParaRPr lang="en-GB" noProof="0" dirty="0"/>
          </a:p>
        </p:txBody>
      </p:sp>
      <p:sp>
        <p:nvSpPr>
          <p:cNvPr id="6" name="Rectangle 3">
            <a:extLst>
              <a:ext uri="{FF2B5EF4-FFF2-40B4-BE49-F238E27FC236}">
                <a16:creationId xmlns:a16="http://schemas.microsoft.com/office/drawing/2014/main" id="{6EA26256-339C-1234-41B8-C8A56B7012CE}"/>
              </a:ext>
            </a:extLst>
          </p:cNvPr>
          <p:cNvSpPr>
            <a:spLocks noChangeArrowheads="1"/>
          </p:cNvSpPr>
          <p:nvPr/>
        </p:nvSpPr>
        <p:spPr bwMode="auto">
          <a:xfrm>
            <a:off x="0" y="0"/>
            <a:ext cx="1733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
        <p:nvSpPr>
          <p:cNvPr id="7" name="Rectangle 4">
            <a:extLst>
              <a:ext uri="{FF2B5EF4-FFF2-40B4-BE49-F238E27FC236}">
                <a16:creationId xmlns:a16="http://schemas.microsoft.com/office/drawing/2014/main" id="{0A63004D-FE79-AB01-AE71-68192C9FF5F2}"/>
              </a:ext>
            </a:extLst>
          </p:cNvPr>
          <p:cNvSpPr>
            <a:spLocks noChangeArrowheads="1"/>
          </p:cNvSpPr>
          <p:nvPr/>
        </p:nvSpPr>
        <p:spPr bwMode="auto">
          <a:xfrm>
            <a:off x="0" y="3378200"/>
            <a:ext cx="17338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Tree>
    <p:extLst>
      <p:ext uri="{BB962C8B-B14F-4D97-AF65-F5344CB8AC3E}">
        <p14:creationId xmlns:p14="http://schemas.microsoft.com/office/powerpoint/2010/main" val="1491679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137F89-A959-A38F-14A5-73D0042EF67D}"/>
              </a:ext>
            </a:extLst>
          </p:cNvPr>
          <p:cNvSpPr>
            <a:spLocks noGrp="1"/>
          </p:cNvSpPr>
          <p:nvPr>
            <p:ph type="title"/>
          </p:nvPr>
        </p:nvSpPr>
        <p:spPr/>
        <p:txBody>
          <a:bodyPr/>
          <a:lstStyle/>
          <a:p>
            <a:r>
              <a:rPr lang="nl-BE" dirty="0"/>
              <a:t>Opgave 1: Verband Relatiestatus x Werksituatie</a:t>
            </a:r>
            <a:endParaRPr lang="nl-NL" dirty="0"/>
          </a:p>
        </p:txBody>
      </p:sp>
      <p:sp>
        <p:nvSpPr>
          <p:cNvPr id="3" name="Tijdelijke aanduiding voor inhoud 2">
            <a:extLst>
              <a:ext uri="{FF2B5EF4-FFF2-40B4-BE49-F238E27FC236}">
                <a16:creationId xmlns:a16="http://schemas.microsoft.com/office/drawing/2014/main" id="{640EEB03-205D-9CF3-B7DC-88954EA347BC}"/>
              </a:ext>
            </a:extLst>
          </p:cNvPr>
          <p:cNvSpPr>
            <a:spLocks noGrp="1"/>
          </p:cNvSpPr>
          <p:nvPr>
            <p:ph idx="1"/>
          </p:nvPr>
        </p:nvSpPr>
        <p:spPr/>
        <p:txBody>
          <a:bodyPr/>
          <a:lstStyle/>
          <a:p>
            <a:r>
              <a:rPr lang="nl-NL" b="1" dirty="0"/>
              <a:t>Stap 2. </a:t>
            </a:r>
            <a:r>
              <a:rPr lang="nl-NL" dirty="0"/>
              <a:t>Datacontrole.</a:t>
            </a:r>
          </a:p>
          <a:p>
            <a:pPr lvl="1"/>
            <a:r>
              <a:rPr lang="nl-BE" b="1" dirty="0"/>
              <a:t>Assumptiecheck</a:t>
            </a:r>
            <a:r>
              <a:rPr lang="nl-BE" dirty="0"/>
              <a:t>:</a:t>
            </a:r>
          </a:p>
          <a:p>
            <a:pPr marL="1821150" lvl="2" indent="-514350">
              <a:buFont typeface="+mj-lt"/>
              <a:buAutoNum type="arabicPeriod"/>
            </a:pPr>
            <a:r>
              <a:rPr lang="nl-BE" dirty="0"/>
              <a:t>Data = absolute frequenties, geen percentages</a:t>
            </a:r>
          </a:p>
          <a:p>
            <a:pPr marL="1821150" lvl="2" indent="-514350">
              <a:buFont typeface="+mj-lt"/>
              <a:buAutoNum type="arabicPeriod"/>
            </a:pPr>
            <a:r>
              <a:rPr lang="nl-BE" dirty="0"/>
              <a:t>Elke variabele minimum twee mutueel exclusieve categorieën</a:t>
            </a:r>
          </a:p>
          <a:p>
            <a:pPr marL="1821150" lvl="2" indent="-514350">
              <a:buFont typeface="+mj-lt"/>
              <a:buAutoNum type="arabicPeriod"/>
            </a:pPr>
            <a:r>
              <a:rPr lang="nl-BE" dirty="0"/>
              <a:t>Onafhankelijke groepen onderzoekseenheden</a:t>
            </a:r>
          </a:p>
          <a:p>
            <a:pPr marL="1821150" lvl="2" indent="-514350">
              <a:buFont typeface="+mj-lt"/>
              <a:buAutoNum type="arabicPeriod"/>
            </a:pPr>
            <a:r>
              <a:rPr lang="nl-BE" dirty="0"/>
              <a:t>f(e) van elke cel &gt; 5</a:t>
            </a:r>
          </a:p>
        </p:txBody>
      </p:sp>
      <p:sp>
        <p:nvSpPr>
          <p:cNvPr id="4" name="Tijdelijke aanduiding voor dianummer 3">
            <a:extLst>
              <a:ext uri="{FF2B5EF4-FFF2-40B4-BE49-F238E27FC236}">
                <a16:creationId xmlns:a16="http://schemas.microsoft.com/office/drawing/2014/main" id="{A203801E-F623-CB83-C039-EAA731B429D0}"/>
              </a:ext>
            </a:extLst>
          </p:cNvPr>
          <p:cNvSpPr>
            <a:spLocks noGrp="1"/>
          </p:cNvSpPr>
          <p:nvPr>
            <p:ph type="sldNum" sz="quarter" idx="12"/>
          </p:nvPr>
        </p:nvSpPr>
        <p:spPr/>
        <p:txBody>
          <a:bodyPr/>
          <a:lstStyle/>
          <a:p>
            <a:fld id="{7AE184E0-0BD4-4705-A12B-9B71DDE63301}" type="slidenum">
              <a:rPr lang="en-GB" noProof="0" smtClean="0"/>
              <a:t>11</a:t>
            </a:fld>
            <a:endParaRPr lang="en-GB" noProof="0" dirty="0"/>
          </a:p>
        </p:txBody>
      </p:sp>
      <p:sp>
        <p:nvSpPr>
          <p:cNvPr id="6" name="Rectangle 3">
            <a:extLst>
              <a:ext uri="{FF2B5EF4-FFF2-40B4-BE49-F238E27FC236}">
                <a16:creationId xmlns:a16="http://schemas.microsoft.com/office/drawing/2014/main" id="{6EA26256-339C-1234-41B8-C8A56B7012CE}"/>
              </a:ext>
            </a:extLst>
          </p:cNvPr>
          <p:cNvSpPr>
            <a:spLocks noChangeArrowheads="1"/>
          </p:cNvSpPr>
          <p:nvPr/>
        </p:nvSpPr>
        <p:spPr bwMode="auto">
          <a:xfrm>
            <a:off x="0" y="0"/>
            <a:ext cx="1733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
        <p:nvSpPr>
          <p:cNvPr id="7" name="Rectangle 4">
            <a:extLst>
              <a:ext uri="{FF2B5EF4-FFF2-40B4-BE49-F238E27FC236}">
                <a16:creationId xmlns:a16="http://schemas.microsoft.com/office/drawing/2014/main" id="{0A63004D-FE79-AB01-AE71-68192C9FF5F2}"/>
              </a:ext>
            </a:extLst>
          </p:cNvPr>
          <p:cNvSpPr>
            <a:spLocks noChangeArrowheads="1"/>
          </p:cNvSpPr>
          <p:nvPr/>
        </p:nvSpPr>
        <p:spPr bwMode="auto">
          <a:xfrm>
            <a:off x="0" y="3378200"/>
            <a:ext cx="17338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Tree>
    <p:extLst>
      <p:ext uri="{BB962C8B-B14F-4D97-AF65-F5344CB8AC3E}">
        <p14:creationId xmlns:p14="http://schemas.microsoft.com/office/powerpoint/2010/main" val="3749820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3. </a:t>
            </a:r>
            <a:r>
              <a:rPr lang="nl-BE" dirty="0"/>
              <a:t>Hypothesen formuleren</a:t>
            </a:r>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12</a:t>
            </a:fld>
            <a:endParaRPr lang="en-GB" noProof="0" dirty="0"/>
          </a:p>
        </p:txBody>
      </p:sp>
    </p:spTree>
    <p:extLst>
      <p:ext uri="{BB962C8B-B14F-4D97-AF65-F5344CB8AC3E}">
        <p14:creationId xmlns:p14="http://schemas.microsoft.com/office/powerpoint/2010/main" val="3431343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Ouderschap x Leefsituatie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endParaRPr lang="nl-BE" dirty="0"/>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13</a:t>
            </a:fld>
            <a:endParaRPr lang="en-GB" noProof="0" dirty="0"/>
          </a:p>
        </p:txBody>
      </p:sp>
    </p:spTree>
    <p:extLst>
      <p:ext uri="{BB962C8B-B14F-4D97-AF65-F5344CB8AC3E}">
        <p14:creationId xmlns:p14="http://schemas.microsoft.com/office/powerpoint/2010/main" val="3000885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p:txBody>
      </p:sp>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14</a:t>
            </a:fld>
            <a:endParaRPr lang="en-GB" noProof="0" dirty="0"/>
          </a:p>
        </p:txBody>
      </p:sp>
    </p:spTree>
    <p:extLst>
      <p:ext uri="{BB962C8B-B14F-4D97-AF65-F5344CB8AC3E}">
        <p14:creationId xmlns:p14="http://schemas.microsoft.com/office/powerpoint/2010/main" val="1306100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dirty="0"/>
              <a:t>+ indien significant: maat van effectgrootte!</a:t>
            </a:r>
          </a:p>
        </p:txBody>
      </p:sp>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15</a:t>
            </a:fld>
            <a:endParaRPr lang="en-GB" noProof="0" dirty="0"/>
          </a:p>
        </p:txBody>
      </p:sp>
      <p:pic>
        <p:nvPicPr>
          <p:cNvPr id="2" name="Afbeelding 1">
            <a:extLst>
              <a:ext uri="{FF2B5EF4-FFF2-40B4-BE49-F238E27FC236}">
                <a16:creationId xmlns:a16="http://schemas.microsoft.com/office/drawing/2014/main" id="{4A6975E5-424D-BC6A-4B15-601D5D14BA25}"/>
              </a:ext>
            </a:extLst>
          </p:cNvPr>
          <p:cNvPicPr>
            <a:picLocks noChangeAspect="1"/>
          </p:cNvPicPr>
          <p:nvPr/>
        </p:nvPicPr>
        <p:blipFill>
          <a:blip r:embed="rId2"/>
          <a:stretch>
            <a:fillRect/>
          </a:stretch>
        </p:blipFill>
        <p:spPr>
          <a:xfrm>
            <a:off x="4811172" y="3683068"/>
            <a:ext cx="7716327" cy="4258269"/>
          </a:xfrm>
          <a:prstGeom prst="rect">
            <a:avLst/>
          </a:prstGeom>
        </p:spPr>
      </p:pic>
    </p:spTree>
    <p:extLst>
      <p:ext uri="{BB962C8B-B14F-4D97-AF65-F5344CB8AC3E}">
        <p14:creationId xmlns:p14="http://schemas.microsoft.com/office/powerpoint/2010/main" val="2804104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C940F-E877-17D8-810D-78A99996C758}"/>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158C0885-FFE3-C44E-ED67-88899EDB9B70}"/>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849BAA4E-F1DD-B201-E132-4A189B3766E8}"/>
              </a:ext>
            </a:extLst>
          </p:cNvPr>
          <p:cNvSpPr>
            <a:spLocks noGrp="1"/>
          </p:cNvSpPr>
          <p:nvPr>
            <p:ph idx="1"/>
          </p:nvPr>
        </p:nvSpPr>
        <p:spPr>
          <a:xfrm>
            <a:off x="240016" y="1812263"/>
            <a:ext cx="16858641" cy="7164888"/>
          </a:xfrm>
        </p:spPr>
        <p:txBody>
          <a:bodyPr>
            <a:normAutofit/>
          </a:bodyPr>
          <a:lstStyle/>
          <a:p>
            <a:r>
              <a:rPr lang="nl-BE" b="1" dirty="0"/>
              <a:t>Stap 6. </a:t>
            </a:r>
            <a:r>
              <a:rPr lang="nl-BE" dirty="0"/>
              <a:t>Conclusie en rapportering</a:t>
            </a:r>
          </a:p>
        </p:txBody>
      </p:sp>
      <p:sp>
        <p:nvSpPr>
          <p:cNvPr id="8" name="Tijdelijke aanduiding voor dianummer 3">
            <a:extLst>
              <a:ext uri="{FF2B5EF4-FFF2-40B4-BE49-F238E27FC236}">
                <a16:creationId xmlns:a16="http://schemas.microsoft.com/office/drawing/2014/main" id="{6D63BC41-63B4-C586-1E29-0B6A29DA2423}"/>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16</a:t>
            </a:fld>
            <a:endParaRPr lang="en-GB" noProof="0" dirty="0"/>
          </a:p>
        </p:txBody>
      </p:sp>
    </p:spTree>
    <p:extLst>
      <p:ext uri="{BB962C8B-B14F-4D97-AF65-F5344CB8AC3E}">
        <p14:creationId xmlns:p14="http://schemas.microsoft.com/office/powerpoint/2010/main" val="1132304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Opgave 2</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endParaRPr lang="nl-BE" u="none" dirty="0"/>
          </a:p>
        </p:txBody>
      </p:sp>
    </p:spTree>
    <p:extLst>
      <p:ext uri="{BB962C8B-B14F-4D97-AF65-F5344CB8AC3E}">
        <p14:creationId xmlns:p14="http://schemas.microsoft.com/office/powerpoint/2010/main" val="3677660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2: Verband Relatiestatus x Tijd</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578" y="1816461"/>
            <a:ext cx="16857612" cy="7936842"/>
          </a:xfrm>
        </p:spPr>
        <p:txBody>
          <a:bodyPr>
            <a:normAutofit/>
          </a:bodyPr>
          <a:lstStyle/>
          <a:p>
            <a:pPr marL="86390" indent="0">
              <a:buNone/>
            </a:pPr>
            <a:r>
              <a:rPr lang="nl-BE" b="1" dirty="0"/>
              <a:t>Opgave 2</a:t>
            </a:r>
          </a:p>
          <a:p>
            <a:r>
              <a:rPr lang="nl-BE" dirty="0"/>
              <a:t>Open ‘DATA_WAVE1_WAVE2_CenW.sav’. Je vermoedt dat het aantal mensen in een relatie (W1_Relatiestatus) toegenomen is na één jaar coronacrisis (W2_ Relatiestatus). Is het aantal individuen die een partner hebben is significant veranderd?</a:t>
            </a:r>
            <a:endParaRPr lang="nl-BE" b="1"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18</a:t>
            </a:fld>
            <a:endParaRPr lang="en-GB" noProof="0" dirty="0"/>
          </a:p>
        </p:txBody>
      </p:sp>
    </p:spTree>
    <p:extLst>
      <p:ext uri="{BB962C8B-B14F-4D97-AF65-F5344CB8AC3E}">
        <p14:creationId xmlns:p14="http://schemas.microsoft.com/office/powerpoint/2010/main" val="2883456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2: Verband Relatiestatus x Tijd</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069" y="1816272"/>
            <a:ext cx="16858641" cy="7937327"/>
          </a:xfrm>
        </p:spPr>
        <p:txBody>
          <a:bodyPr>
            <a:normAutofit/>
          </a:bodyPr>
          <a:lstStyle/>
          <a:p>
            <a:pPr marL="86390" indent="0">
              <a:buNone/>
            </a:pPr>
            <a:r>
              <a:rPr lang="nl-BE" b="1" dirty="0"/>
              <a:t>Opgave 2</a:t>
            </a:r>
          </a:p>
          <a:p>
            <a:r>
              <a:rPr lang="nl-BE" dirty="0"/>
              <a:t>Open ‘DATA_WAVE1_WAVE2_CenW.sav’. Je vermoedt dat het aantal mensen in een relatie (W1_Relatiestatus) toegenomen is na één jaar coronacrisis (W2_ Relatiestatus). Is het aantal individuen die een partner hebben is significant veranderd?</a:t>
            </a:r>
            <a:endParaRPr lang="nl-BE" b="1" dirty="0"/>
          </a:p>
          <a:p>
            <a:r>
              <a:rPr lang="nl-BE" b="1" dirty="0"/>
              <a:t>Stap 1. </a:t>
            </a:r>
            <a:r>
              <a:rPr lang="nl-BE" dirty="0"/>
              <a:t>Kiezen van juiste analysemethode</a:t>
            </a:r>
          </a:p>
          <a:p>
            <a:pPr marL="1234350" lvl="1" indent="-514350">
              <a:buFont typeface="+mj-lt"/>
              <a:buAutoNum type="arabicPeriod"/>
            </a:pPr>
            <a:r>
              <a:rPr lang="nl-BE" b="1" dirty="0"/>
              <a:t>Hoeveel variabelen?</a:t>
            </a:r>
          </a:p>
          <a:p>
            <a:pPr marL="1234350" lvl="1" indent="-514350">
              <a:buFont typeface="+mj-lt"/>
              <a:buAutoNum type="arabicPeriod"/>
            </a:pPr>
            <a:endParaRPr lang="nl-BE" dirty="0"/>
          </a:p>
          <a:p>
            <a:pPr marL="1234350" lvl="1" indent="-514350">
              <a:buFont typeface="+mj-lt"/>
              <a:buAutoNum type="arabicPeriod"/>
            </a:pPr>
            <a:r>
              <a:rPr lang="nl-BE" b="1" dirty="0"/>
              <a:t>Welk meetniveau?</a:t>
            </a:r>
            <a:endParaRPr lang="nl-BE" dirty="0"/>
          </a:p>
          <a:p>
            <a:pPr lvl="2"/>
            <a:endParaRPr lang="nl-BE" dirty="0"/>
          </a:p>
          <a:p>
            <a:pPr marL="1234350" lvl="1" indent="-514350">
              <a:buFont typeface="+mj-lt"/>
              <a:buAutoNum type="arabicPeriod"/>
            </a:pPr>
            <a:r>
              <a:rPr lang="nl-BE" b="1" dirty="0"/>
              <a:t>Welke rol?</a:t>
            </a:r>
            <a:endParaRPr lang="nl-BE"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19</a:t>
            </a:fld>
            <a:endParaRPr lang="en-GB" noProof="0" dirty="0"/>
          </a:p>
        </p:txBody>
      </p:sp>
    </p:spTree>
    <p:extLst>
      <p:ext uri="{BB962C8B-B14F-4D97-AF65-F5344CB8AC3E}">
        <p14:creationId xmlns:p14="http://schemas.microsoft.com/office/powerpoint/2010/main" val="1050311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Inconsistentiecheck</a:t>
            </a:r>
            <a:endParaRPr lang="nl-BE" dirty="0"/>
          </a:p>
          <a:p>
            <a:endParaRPr lang="nl-BE" dirty="0"/>
          </a:p>
        </p:txBody>
      </p:sp>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20</a:t>
            </a:fld>
            <a:endParaRPr lang="en-GB" noProof="0" dirty="0"/>
          </a:p>
        </p:txBody>
      </p:sp>
    </p:spTree>
    <p:extLst>
      <p:ext uri="{BB962C8B-B14F-4D97-AF65-F5344CB8AC3E}">
        <p14:creationId xmlns:p14="http://schemas.microsoft.com/office/powerpoint/2010/main" val="2715246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2. </a:t>
            </a:r>
            <a:r>
              <a:rPr lang="nl-BE" dirty="0"/>
              <a:t>Datacontrole</a:t>
            </a:r>
          </a:p>
          <a:p>
            <a:pPr lvl="1"/>
            <a:r>
              <a:rPr lang="nl-BE" b="1" dirty="0"/>
              <a:t>Assumptiecheck</a:t>
            </a:r>
            <a:r>
              <a:rPr lang="nl-BE" dirty="0"/>
              <a:t>:</a:t>
            </a:r>
          </a:p>
          <a:p>
            <a:pPr marL="1821150" lvl="2" indent="-514350">
              <a:buFont typeface="+mj-lt"/>
              <a:buAutoNum type="arabicPeriod"/>
            </a:pPr>
            <a:r>
              <a:rPr lang="nl-BE" dirty="0"/>
              <a:t>Twee nominale variabelen met elk dezelfde twee categorieën</a:t>
            </a:r>
          </a:p>
          <a:p>
            <a:pPr marL="1821150" lvl="2" indent="-514350">
              <a:buFont typeface="+mj-lt"/>
              <a:buAutoNum type="arabicPeriod"/>
            </a:pPr>
            <a:r>
              <a:rPr lang="nl-BE" dirty="0"/>
              <a:t>De twee groepen die vergeleken worden zijn afhankelijk van elkaar</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21</a:t>
            </a:fld>
            <a:endParaRPr lang="en-GB" noProof="0" dirty="0"/>
          </a:p>
        </p:txBody>
      </p:sp>
    </p:spTree>
    <p:extLst>
      <p:ext uri="{BB962C8B-B14F-4D97-AF65-F5344CB8AC3E}">
        <p14:creationId xmlns:p14="http://schemas.microsoft.com/office/powerpoint/2010/main" val="742242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3. </a:t>
            </a:r>
            <a:r>
              <a:rPr lang="nl-BE" dirty="0"/>
              <a:t>Hypothesen formuleren</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22</a:t>
            </a:fld>
            <a:endParaRPr lang="en-GB" noProof="0" dirty="0"/>
          </a:p>
        </p:txBody>
      </p:sp>
    </p:spTree>
    <p:extLst>
      <p:ext uri="{BB962C8B-B14F-4D97-AF65-F5344CB8AC3E}">
        <p14:creationId xmlns:p14="http://schemas.microsoft.com/office/powerpoint/2010/main" val="4115517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pPr marL="1306800" lvl="2" indent="0">
              <a:buNone/>
            </a:pPr>
            <a:endParaRPr lang="nl-BE" dirty="0"/>
          </a:p>
          <a:p>
            <a:r>
              <a:rPr lang="nl-BE" b="1" dirty="0"/>
              <a:t>Stap 5. </a:t>
            </a:r>
            <a:r>
              <a:rPr lang="nl-BE" dirty="0"/>
              <a:t>Toetsingsgrootheid en p-waarde berekenen</a:t>
            </a:r>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23</a:t>
            </a:fld>
            <a:endParaRPr lang="en-GB" noProof="0" dirty="0"/>
          </a:p>
        </p:txBody>
      </p:sp>
    </p:spTree>
    <p:extLst>
      <p:ext uri="{BB962C8B-B14F-4D97-AF65-F5344CB8AC3E}">
        <p14:creationId xmlns:p14="http://schemas.microsoft.com/office/powerpoint/2010/main" val="3812698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89856-FAD6-689D-D5CA-3F1BF5AD112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87AA256-44C7-C71D-6FDF-F1AF9830D506}"/>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D94E533-2FCB-2C98-3245-B3DB772A357C}"/>
              </a:ext>
            </a:extLst>
          </p:cNvPr>
          <p:cNvSpPr>
            <a:spLocks noGrp="1"/>
          </p:cNvSpPr>
          <p:nvPr>
            <p:ph idx="1"/>
          </p:nvPr>
        </p:nvSpPr>
        <p:spPr>
          <a:xfrm>
            <a:off x="327069" y="1816273"/>
            <a:ext cx="16858641" cy="7164888"/>
          </a:xfrm>
        </p:spPr>
        <p:txBody>
          <a:bodyPr>
            <a:normAutofit/>
          </a:bodyPr>
          <a:lstStyle/>
          <a:p>
            <a:r>
              <a:rPr lang="nl-BE" b="1" dirty="0"/>
              <a:t>Stap 6. </a:t>
            </a:r>
            <a:r>
              <a:rPr lang="nl-BE" dirty="0"/>
              <a:t>Conclusie en rapportering</a:t>
            </a:r>
          </a:p>
        </p:txBody>
      </p:sp>
      <p:sp>
        <p:nvSpPr>
          <p:cNvPr id="8" name="Tijdelijke aanduiding voor dianummer 3">
            <a:extLst>
              <a:ext uri="{FF2B5EF4-FFF2-40B4-BE49-F238E27FC236}">
                <a16:creationId xmlns:a16="http://schemas.microsoft.com/office/drawing/2014/main" id="{FBD419C2-1C4D-BAD8-C614-EF069688E946}"/>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24</a:t>
            </a:fld>
            <a:endParaRPr lang="en-GB" noProof="0" dirty="0"/>
          </a:p>
        </p:txBody>
      </p:sp>
    </p:spTree>
    <p:extLst>
      <p:ext uri="{BB962C8B-B14F-4D97-AF65-F5344CB8AC3E}">
        <p14:creationId xmlns:p14="http://schemas.microsoft.com/office/powerpoint/2010/main" val="769784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Opgave 3</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p>
        </p:txBody>
      </p:sp>
    </p:spTree>
    <p:extLst>
      <p:ext uri="{BB962C8B-B14F-4D97-AF65-F5344CB8AC3E}">
        <p14:creationId xmlns:p14="http://schemas.microsoft.com/office/powerpoint/2010/main" val="3905965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3: Verband Vaccin x Coronasymptomen</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578" y="1816461"/>
            <a:ext cx="16857612" cy="7936842"/>
          </a:xfrm>
        </p:spPr>
        <p:txBody>
          <a:bodyPr>
            <a:normAutofit/>
          </a:bodyPr>
          <a:lstStyle/>
          <a:p>
            <a:pPr marL="86390" indent="0">
              <a:buNone/>
            </a:pPr>
            <a:r>
              <a:rPr lang="nl-BE" b="1" dirty="0"/>
              <a:t>Opgave 3</a:t>
            </a:r>
          </a:p>
          <a:p>
            <a:r>
              <a:rPr lang="nl-BE" dirty="0"/>
              <a:t>Open ‘DATA_WAVE2_CenW.sav’. Is er onder respondenten die 50 jaar of ouder zijn een significant verband tussen al dan niet gevaccineerd zijn tegen corona (W2_Coronavaccin) en het vertonen van coronasymptomen (W2_Corona)?</a:t>
            </a:r>
          </a:p>
          <a:p>
            <a:endParaRPr lang="nl-BE" b="1"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26</a:t>
            </a:fld>
            <a:endParaRPr lang="en-GB" noProof="0" dirty="0"/>
          </a:p>
        </p:txBody>
      </p:sp>
    </p:spTree>
    <p:extLst>
      <p:ext uri="{BB962C8B-B14F-4D97-AF65-F5344CB8AC3E}">
        <p14:creationId xmlns:p14="http://schemas.microsoft.com/office/powerpoint/2010/main" val="2290124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NL" dirty="0"/>
              <a:t>Opgave 3: Verband Vaccin x Coronasymptomen</a:t>
            </a:r>
            <a:endParaRPr lang="nl-BE" dirty="0"/>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069" y="1816272"/>
            <a:ext cx="16858641" cy="7937327"/>
          </a:xfrm>
        </p:spPr>
        <p:txBody>
          <a:bodyPr>
            <a:normAutofit/>
          </a:bodyPr>
          <a:lstStyle/>
          <a:p>
            <a:pPr marL="86390" indent="0">
              <a:buNone/>
            </a:pPr>
            <a:r>
              <a:rPr lang="nl-BE" b="1" dirty="0"/>
              <a:t>Opgave 2</a:t>
            </a:r>
          </a:p>
          <a:p>
            <a:r>
              <a:rPr lang="nl-BE" dirty="0"/>
              <a:t>Open ‘DATA_WAVE2_CenW.sav’. Is er onder respondenten die 50 jaar of ouder zijn een significant verband tussen al dan niet gevaccineerd zijn tegen corona (W2_Coronavaccin) en het vertonen van coronasymptomen (W2_Corona)?</a:t>
            </a:r>
          </a:p>
          <a:p>
            <a:r>
              <a:rPr lang="nl-BE" b="1" dirty="0"/>
              <a:t>Stap 1. </a:t>
            </a:r>
            <a:r>
              <a:rPr lang="nl-BE" dirty="0"/>
              <a:t>Kiezen van juiste analysemethode</a:t>
            </a:r>
          </a:p>
          <a:p>
            <a:pPr marL="1234350" lvl="1" indent="-514350">
              <a:buFont typeface="+mj-lt"/>
              <a:buAutoNum type="arabicPeriod"/>
            </a:pPr>
            <a:r>
              <a:rPr lang="nl-BE" b="1" dirty="0"/>
              <a:t>Hoeveel variabelen?</a:t>
            </a:r>
          </a:p>
          <a:p>
            <a:pPr marL="1234350" lvl="1" indent="-514350">
              <a:buFont typeface="+mj-lt"/>
              <a:buAutoNum type="arabicPeriod"/>
            </a:pPr>
            <a:endParaRPr lang="nl-BE" dirty="0"/>
          </a:p>
          <a:p>
            <a:pPr marL="1234350" lvl="1" indent="-514350">
              <a:buFont typeface="+mj-lt"/>
              <a:buAutoNum type="arabicPeriod"/>
            </a:pPr>
            <a:r>
              <a:rPr lang="nl-BE" b="1" dirty="0"/>
              <a:t>Welk meetniveau?</a:t>
            </a:r>
            <a:endParaRPr lang="nl-BE" dirty="0"/>
          </a:p>
          <a:p>
            <a:pPr lvl="2"/>
            <a:endParaRPr lang="nl-BE" dirty="0"/>
          </a:p>
          <a:p>
            <a:pPr marL="1234350" lvl="1" indent="-514350">
              <a:buFont typeface="+mj-lt"/>
              <a:buAutoNum type="arabicPeriod"/>
            </a:pPr>
            <a:r>
              <a:rPr lang="nl-BE" b="1" dirty="0"/>
              <a:t>Welke rol?</a:t>
            </a:r>
            <a:endParaRPr lang="nl-BE"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27</a:t>
            </a:fld>
            <a:endParaRPr lang="en-GB" noProof="0" dirty="0"/>
          </a:p>
        </p:txBody>
      </p:sp>
    </p:spTree>
    <p:extLst>
      <p:ext uri="{BB962C8B-B14F-4D97-AF65-F5344CB8AC3E}">
        <p14:creationId xmlns:p14="http://schemas.microsoft.com/office/powerpoint/2010/main" val="3111627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Inconsistentiecheck</a:t>
            </a:r>
            <a:endParaRPr lang="nl-BE" dirty="0"/>
          </a:p>
          <a:p>
            <a:endParaRPr lang="nl-BE" dirty="0"/>
          </a:p>
        </p:txBody>
      </p:sp>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28</a:t>
            </a:fld>
            <a:endParaRPr lang="en-GB" noProof="0" dirty="0"/>
          </a:p>
        </p:txBody>
      </p:sp>
    </p:spTree>
    <p:extLst>
      <p:ext uri="{BB962C8B-B14F-4D97-AF65-F5344CB8AC3E}">
        <p14:creationId xmlns:p14="http://schemas.microsoft.com/office/powerpoint/2010/main" val="2566649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2. </a:t>
            </a:r>
            <a:r>
              <a:rPr lang="nl-BE" dirty="0"/>
              <a:t>Datacontrole</a:t>
            </a:r>
          </a:p>
          <a:p>
            <a:pPr lvl="1"/>
            <a:r>
              <a:rPr lang="nl-BE" b="1" dirty="0"/>
              <a:t>Assumptiecheck</a:t>
            </a:r>
            <a:r>
              <a:rPr lang="nl-BE" dirty="0"/>
              <a:t>:</a:t>
            </a:r>
          </a:p>
          <a:p>
            <a:pPr marL="1821150" lvl="2" indent="-514350">
              <a:buFont typeface="+mj-lt"/>
              <a:buAutoNum type="arabicPeriod"/>
            </a:pPr>
            <a:r>
              <a:rPr lang="nl-BE" dirty="0"/>
              <a:t>Data = absolute frequenties, geen percentages</a:t>
            </a:r>
          </a:p>
          <a:p>
            <a:pPr marL="1821150" lvl="2" indent="-514350">
              <a:buFont typeface="+mj-lt"/>
              <a:buAutoNum type="arabicPeriod"/>
            </a:pPr>
            <a:r>
              <a:rPr lang="nl-BE" dirty="0"/>
              <a:t>Elke variabele minimum twee mutueel exclusieve categorieën</a:t>
            </a:r>
          </a:p>
          <a:p>
            <a:pPr marL="1821150" lvl="2" indent="-514350">
              <a:buFont typeface="+mj-lt"/>
              <a:buAutoNum type="arabicPeriod"/>
            </a:pPr>
            <a:r>
              <a:rPr lang="nl-BE" dirty="0"/>
              <a:t>Onafhankelijke groepen onderzoekseenheden</a:t>
            </a:r>
          </a:p>
          <a:p>
            <a:pPr marL="1821150" lvl="2" indent="-514350">
              <a:buFont typeface="+mj-lt"/>
              <a:buAutoNum type="arabicPeriod"/>
            </a:pPr>
            <a:r>
              <a:rPr lang="nl-BE" dirty="0"/>
              <a:t>f(e) van elke cel &gt; 5</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29</a:t>
            </a:fld>
            <a:endParaRPr lang="en-GB" noProof="0" dirty="0"/>
          </a:p>
        </p:txBody>
      </p:sp>
    </p:spTree>
    <p:extLst>
      <p:ext uri="{BB962C8B-B14F-4D97-AF65-F5344CB8AC3E}">
        <p14:creationId xmlns:p14="http://schemas.microsoft.com/office/powerpoint/2010/main" val="3871101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3. </a:t>
            </a:r>
            <a:r>
              <a:rPr lang="nl-BE" dirty="0"/>
              <a:t>Hypothesen formuleren</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30</a:t>
            </a:fld>
            <a:endParaRPr lang="en-GB" noProof="0" dirty="0"/>
          </a:p>
        </p:txBody>
      </p:sp>
    </p:spTree>
    <p:extLst>
      <p:ext uri="{BB962C8B-B14F-4D97-AF65-F5344CB8AC3E}">
        <p14:creationId xmlns:p14="http://schemas.microsoft.com/office/powerpoint/2010/main" val="2582515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pPr marL="1306800" lvl="2" indent="0">
              <a:buNone/>
            </a:pPr>
            <a:endParaRPr lang="nl-BE" dirty="0"/>
          </a:p>
          <a:p>
            <a:r>
              <a:rPr lang="nl-BE" b="1" dirty="0"/>
              <a:t>Stap 5. </a:t>
            </a:r>
            <a:r>
              <a:rPr lang="nl-BE" dirty="0"/>
              <a:t>Toetsingsgrootheid en p-waarde berekenen</a:t>
            </a:r>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31</a:t>
            </a:fld>
            <a:endParaRPr lang="en-GB" noProof="0" dirty="0"/>
          </a:p>
        </p:txBody>
      </p:sp>
    </p:spTree>
    <p:extLst>
      <p:ext uri="{BB962C8B-B14F-4D97-AF65-F5344CB8AC3E}">
        <p14:creationId xmlns:p14="http://schemas.microsoft.com/office/powerpoint/2010/main" val="1963046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70" y="1816273"/>
            <a:ext cx="15727018" cy="7164888"/>
          </a:xfrm>
        </p:spPr>
        <p:txBody>
          <a:bodyPr>
            <a:normAutofit/>
          </a:bodyPr>
          <a:lstStyle/>
          <a:p>
            <a:r>
              <a:rPr lang="nl-BE" b="1" dirty="0"/>
              <a:t>Stap 6. </a:t>
            </a:r>
            <a:r>
              <a:rPr lang="nl-BE" dirty="0"/>
              <a:t>Conclusie en rapportering</a:t>
            </a:r>
          </a:p>
          <a:p>
            <a:pPr marL="1306800" lvl="2" indent="0">
              <a:buNone/>
            </a:pPr>
            <a:endParaRPr lang="nl-BE"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p:txBody>
      </p:sp>
      <p:sp>
        <p:nvSpPr>
          <p:cNvPr id="43" name="Tijdelijke aanduiding voor dianummer 3">
            <a:extLst>
              <a:ext uri="{FF2B5EF4-FFF2-40B4-BE49-F238E27FC236}">
                <a16:creationId xmlns:a16="http://schemas.microsoft.com/office/drawing/2014/main" id="{90ABE4EF-EF12-491A-965F-901562F55120}"/>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32</a:t>
            </a:fld>
            <a:endParaRPr lang="en-GB" noProof="0" dirty="0"/>
          </a:p>
        </p:txBody>
      </p:sp>
    </p:spTree>
    <p:extLst>
      <p:ext uri="{BB962C8B-B14F-4D97-AF65-F5344CB8AC3E}">
        <p14:creationId xmlns:p14="http://schemas.microsoft.com/office/powerpoint/2010/main" val="1012992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Extra Oefening voor thuis</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p>
        </p:txBody>
      </p:sp>
    </p:spTree>
    <p:extLst>
      <p:ext uri="{BB962C8B-B14F-4D97-AF65-F5344CB8AC3E}">
        <p14:creationId xmlns:p14="http://schemas.microsoft.com/office/powerpoint/2010/main" val="8517607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216C8-F2A3-4DC4-80C7-D0E811EAF6C0}"/>
              </a:ext>
            </a:extLst>
          </p:cNvPr>
          <p:cNvSpPr>
            <a:spLocks noGrp="1"/>
          </p:cNvSpPr>
          <p:nvPr>
            <p:ph type="title"/>
          </p:nvPr>
        </p:nvSpPr>
        <p:spPr/>
        <p:txBody>
          <a:bodyPr/>
          <a:lstStyle/>
          <a:p>
            <a:r>
              <a:rPr lang="nl-BE" dirty="0">
                <a:solidFill>
                  <a:srgbClr val="003366"/>
                </a:solidFill>
              </a:rPr>
              <a:t>Extra opgave: Verband Geslacht x Coronavaccin</a:t>
            </a:r>
          </a:p>
        </p:txBody>
      </p:sp>
      <p:sp>
        <p:nvSpPr>
          <p:cNvPr id="3" name="Content Placeholder 2">
            <a:extLst>
              <a:ext uri="{FF2B5EF4-FFF2-40B4-BE49-F238E27FC236}">
                <a16:creationId xmlns:a16="http://schemas.microsoft.com/office/drawing/2014/main" id="{D91C806A-C7E3-476B-A7C4-246A16CAB50A}"/>
              </a:ext>
            </a:extLst>
          </p:cNvPr>
          <p:cNvSpPr>
            <a:spLocks noGrp="1"/>
          </p:cNvSpPr>
          <p:nvPr>
            <p:ph idx="1"/>
          </p:nvPr>
        </p:nvSpPr>
        <p:spPr>
          <a:noFill/>
        </p:spPr>
        <p:txBody>
          <a:bodyPr/>
          <a:lstStyle/>
          <a:p>
            <a:pPr marL="86400" indent="0">
              <a:buNone/>
            </a:pPr>
            <a:r>
              <a:rPr lang="nl-BE" b="1" dirty="0"/>
              <a:t>Extra opgave</a:t>
            </a:r>
          </a:p>
          <a:p>
            <a:r>
              <a:rPr lang="nl-BE" dirty="0"/>
              <a:t>Open ‘DATA_WAVE2_CenW.sav’. Is geslacht (W2_Geslacht) geassocieerd met het al dan niet gevaccineerd zijn tegen corona (W2_Coronavaccin)?</a:t>
            </a:r>
          </a:p>
        </p:txBody>
      </p:sp>
      <p:sp>
        <p:nvSpPr>
          <p:cNvPr id="4" name="Slide Number Placeholder 3">
            <a:extLst>
              <a:ext uri="{FF2B5EF4-FFF2-40B4-BE49-F238E27FC236}">
                <a16:creationId xmlns:a16="http://schemas.microsoft.com/office/drawing/2014/main" id="{5964EAF9-8DC8-4FF6-8801-B65B12C2D1AC}"/>
              </a:ext>
            </a:extLst>
          </p:cNvPr>
          <p:cNvSpPr>
            <a:spLocks noGrp="1"/>
          </p:cNvSpPr>
          <p:nvPr>
            <p:ph type="sldNum" sz="quarter" idx="12"/>
          </p:nvPr>
        </p:nvSpPr>
        <p:spPr/>
        <p:txBody>
          <a:bodyPr/>
          <a:lstStyle/>
          <a:p>
            <a:fld id="{7AE184E0-0BD4-4705-A12B-9B71DDE63301}" type="slidenum">
              <a:rPr lang="en-GB" noProof="0" smtClean="0"/>
              <a:t>34</a:t>
            </a:fld>
            <a:endParaRPr lang="en-GB" noProof="0" dirty="0"/>
          </a:p>
        </p:txBody>
      </p:sp>
    </p:spTree>
    <p:extLst>
      <p:ext uri="{BB962C8B-B14F-4D97-AF65-F5344CB8AC3E}">
        <p14:creationId xmlns:p14="http://schemas.microsoft.com/office/powerpoint/2010/main" val="23869847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A829EE-E84C-4356-83EA-58A3EC2E1B4B}"/>
              </a:ext>
            </a:extLst>
          </p:cNvPr>
          <p:cNvSpPr>
            <a:spLocks noGrp="1"/>
          </p:cNvSpPr>
          <p:nvPr>
            <p:ph type="title"/>
          </p:nvPr>
        </p:nvSpPr>
        <p:spPr/>
        <p:txBody>
          <a:bodyPr/>
          <a:lstStyle/>
          <a:p>
            <a:r>
              <a:rPr lang="nl-BE" dirty="0"/>
              <a:t>Nog meer oefeningen</a:t>
            </a:r>
          </a:p>
        </p:txBody>
      </p:sp>
      <p:sp>
        <p:nvSpPr>
          <p:cNvPr id="3" name="Tijdelijke aanduiding voor inhoud 2">
            <a:extLst>
              <a:ext uri="{FF2B5EF4-FFF2-40B4-BE49-F238E27FC236}">
                <a16:creationId xmlns:a16="http://schemas.microsoft.com/office/drawing/2014/main" id="{88E490A1-2B9C-4218-B91B-BD1026FC6AEC}"/>
              </a:ext>
            </a:extLst>
          </p:cNvPr>
          <p:cNvSpPr>
            <a:spLocks noGrp="1"/>
          </p:cNvSpPr>
          <p:nvPr>
            <p:ph idx="1"/>
          </p:nvPr>
        </p:nvSpPr>
        <p:spPr/>
        <p:txBody>
          <a:bodyPr/>
          <a:lstStyle/>
          <a:p>
            <a:r>
              <a:rPr lang="nl-BE" dirty="0">
                <a:solidFill>
                  <a:srgbClr val="002060"/>
                </a:solidFill>
              </a:rPr>
              <a:t>Zie handboek en QR-code</a:t>
            </a:r>
          </a:p>
        </p:txBody>
      </p:sp>
      <p:sp>
        <p:nvSpPr>
          <p:cNvPr id="4" name="Tijdelijke aanduiding voor dianummer 3">
            <a:extLst>
              <a:ext uri="{FF2B5EF4-FFF2-40B4-BE49-F238E27FC236}">
                <a16:creationId xmlns:a16="http://schemas.microsoft.com/office/drawing/2014/main" id="{A3A16FA6-05F8-482B-B342-24F3B7044D46}"/>
              </a:ext>
            </a:extLst>
          </p:cNvPr>
          <p:cNvSpPr>
            <a:spLocks noGrp="1"/>
          </p:cNvSpPr>
          <p:nvPr>
            <p:ph type="sldNum" sz="quarter" idx="12"/>
          </p:nvPr>
        </p:nvSpPr>
        <p:spPr/>
        <p:txBody>
          <a:bodyPr/>
          <a:lstStyle/>
          <a:p>
            <a:fld id="{7AE184E0-0BD4-4705-A12B-9B71DDE63301}" type="slidenum">
              <a:rPr lang="en-GB" noProof="0" smtClean="0"/>
              <a:t>35</a:t>
            </a:fld>
            <a:endParaRPr lang="en-GB" noProof="0" dirty="0"/>
          </a:p>
        </p:txBody>
      </p:sp>
    </p:spTree>
    <p:extLst>
      <p:ext uri="{BB962C8B-B14F-4D97-AF65-F5344CB8AC3E}">
        <p14:creationId xmlns:p14="http://schemas.microsoft.com/office/powerpoint/2010/main" val="103995283"/>
      </p:ext>
    </p:extLst>
  </p:cSld>
  <p:clrMapOvr>
    <a:masterClrMapping/>
  </p:clrMapOvr>
</p:sld>
</file>

<file path=ppt/theme/theme1.xml><?xml version="1.0" encoding="utf-8"?>
<a:theme xmlns:a="http://schemas.openxmlformats.org/drawingml/2006/main" name="Powerpoint_UGent_EN_PS">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Universiteit Ge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rgbClr val="1E64C8"/>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1750">
          <a:solidFill>
            <a:srgbClr val="1E64C8"/>
          </a:solidFill>
          <a:headEnd type="triangle" w="lg" len="lg"/>
          <a:tailEnd type="triangl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120000"/>
          </a:lnSpc>
          <a:defRPr sz="2500" smtClean="0"/>
        </a:defPPr>
      </a:lstStyle>
    </a:txDef>
  </a:objectDefaults>
  <a:extraClrSchemeLst/>
  <a:extLst>
    <a:ext uri="{05A4C25C-085E-4340-85A3-A5531E510DB2}">
      <thm15:themeFamily xmlns:thm15="http://schemas.microsoft.com/office/thememl/2012/main" name="Presentation-UK-LW_1_0_13.potx" id="{3201E771-F791-46B7-8648-80514AB81F54}" vid="{1858D3B1-E83B-4AD4-AB74-FC64152F8D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43D96E506A014DBE714040E5AF9AEC" ma:contentTypeVersion="14" ma:contentTypeDescription="Een nieuw document maken." ma:contentTypeScope="" ma:versionID="4db89dd7ed044dc385e9181649206e88">
  <xsd:schema xmlns:xsd="http://www.w3.org/2001/XMLSchema" xmlns:xs="http://www.w3.org/2001/XMLSchema" xmlns:p="http://schemas.microsoft.com/office/2006/metadata/properties" xmlns:ns3="8f55a228-4e6a-4e20-9588-cb37277e13ee" xmlns:ns4="6f55e950-31a6-446f-893a-ec17b70e2fc0" targetNamespace="http://schemas.microsoft.com/office/2006/metadata/properties" ma:root="true" ma:fieldsID="73c8890e8e488906fdb084e1f109c950" ns3:_="" ns4:_="">
    <xsd:import namespace="8f55a228-4e6a-4e20-9588-cb37277e13ee"/>
    <xsd:import namespace="6f55e950-31a6-446f-893a-ec17b70e2fc0"/>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ServiceOCR"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55a228-4e6a-4e20-9588-cb37277e13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55e950-31a6-446f-893a-ec17b70e2fc0" elementFormDefault="qualified">
    <xsd:import namespace="http://schemas.microsoft.com/office/2006/documentManagement/types"/>
    <xsd:import namespace="http://schemas.microsoft.com/office/infopath/2007/PartnerControls"/>
    <xsd:element name="SharedWithUsers" ma:index="1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Gedeeld met details" ma:internalName="SharedWithDetails" ma:readOnly="true">
      <xsd:simpleType>
        <xsd:restriction base="dms:Note">
          <xsd:maxLength value="255"/>
        </xsd:restriction>
      </xsd:simpleType>
    </xsd:element>
    <xsd:element name="SharingHintHash" ma:index="2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45ED3-65E3-46F5-B5F4-2680BEB22463}">
  <ds:schemaRefs>
    <ds:schemaRef ds:uri="http://schemas.microsoft.com/sharepoint/v3/contenttype/forms"/>
  </ds:schemaRefs>
</ds:datastoreItem>
</file>

<file path=customXml/itemProps2.xml><?xml version="1.0" encoding="utf-8"?>
<ds:datastoreItem xmlns:ds="http://schemas.openxmlformats.org/officeDocument/2006/customXml" ds:itemID="{2ACDEEF3-4B1C-4171-B99B-B5C23D3BEC6D}">
  <ds:schemaRefs>
    <ds:schemaRef ds:uri="http://schemas.microsoft.com/office/2006/documentManagement/types"/>
    <ds:schemaRef ds:uri="http://purl.org/dc/elements/1.1/"/>
    <ds:schemaRef ds:uri="http://schemas.microsoft.com/office/2006/metadata/properties"/>
    <ds:schemaRef ds:uri="http://www.w3.org/XML/1998/namespace"/>
    <ds:schemaRef ds:uri="http://purl.org/dc/terms/"/>
    <ds:schemaRef ds:uri="http://schemas.openxmlformats.org/package/2006/metadata/core-properties"/>
    <ds:schemaRef ds:uri="8f55a228-4e6a-4e20-9588-cb37277e13ee"/>
    <ds:schemaRef ds:uri="http://purl.org/dc/dcmitype/"/>
    <ds:schemaRef ds:uri="http://schemas.microsoft.com/office/infopath/2007/PartnerControls"/>
    <ds:schemaRef ds:uri="6f55e950-31a6-446f-893a-ec17b70e2fc0"/>
  </ds:schemaRefs>
</ds:datastoreItem>
</file>

<file path=customXml/itemProps3.xml><?xml version="1.0" encoding="utf-8"?>
<ds:datastoreItem xmlns:ds="http://schemas.openxmlformats.org/officeDocument/2006/customXml" ds:itemID="{46BEFBFB-09B0-49FE-924A-3EA3E6D25F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55a228-4e6a-4e20-9588-cb37277e13ee"/>
    <ds:schemaRef ds:uri="6f55e950-31a6-446f-893a-ec17b70e2f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Powerpoint_UGent_EN_PS</Template>
  <TotalTime>9114</TotalTime>
  <Words>995</Words>
  <Application>Microsoft Office PowerPoint</Application>
  <PresentationFormat>Aangepast</PresentationFormat>
  <Paragraphs>191</Paragraphs>
  <Slides>35</Slides>
  <Notes>10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35</vt:i4>
      </vt:variant>
    </vt:vector>
  </HeadingPairs>
  <TitlesOfParts>
    <vt:vector size="40" baseType="lpstr">
      <vt:lpstr>Arial</vt:lpstr>
      <vt:lpstr>Calibri</vt:lpstr>
      <vt:lpstr>Verdana</vt:lpstr>
      <vt:lpstr>Wingdings</vt:lpstr>
      <vt:lpstr>Powerpoint_UGent_EN_PS</vt:lpstr>
      <vt:lpstr>SPSS-WERKCOLLEGE 3 (XX/XX)</vt:lpstr>
      <vt:lpstr>H08 Inferentiële statistiek in zes stappen</vt:lpstr>
      <vt:lpstr>Gebruik van zes-stappen-procedure </vt:lpstr>
      <vt:lpstr>H09 kruistabellen</vt:lpstr>
      <vt:lpstr>Inleiding</vt:lpstr>
      <vt:lpstr>Inleiding</vt:lpstr>
      <vt:lpstr>Opgave 1</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Ouderschap x Leefsituatie</vt:lpstr>
      <vt:lpstr>Opgave 1: Verband Relatiestatus x Werksituatie</vt:lpstr>
      <vt:lpstr>Opgave 1: Verband Relatiestatus x Werksituatie</vt:lpstr>
      <vt:lpstr>Opgave 1: Verband Relatiestatus x Werksituatie</vt:lpstr>
      <vt:lpstr>Opgave 2</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3</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Extra Oefening voor thuis</vt:lpstr>
      <vt:lpstr>Extra opgave: Verband Geslacht x Coronavaccin</vt:lpstr>
      <vt:lpstr>Nog meer oefeningen</vt:lpstr>
    </vt:vector>
  </TitlesOfParts>
  <Company>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Ponnet</dc:creator>
  <cp:lastModifiedBy>Fauve Duprez</cp:lastModifiedBy>
  <cp:revision>273</cp:revision>
  <cp:lastPrinted>2022-09-25T19:30:31Z</cp:lastPrinted>
  <dcterms:created xsi:type="dcterms:W3CDTF">2016-09-23T07:15:13Z</dcterms:created>
  <dcterms:modified xsi:type="dcterms:W3CDTF">2024-11-21T13:43:25Z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censed to">
    <vt:lpwstr>Ghent University</vt:lpwstr>
  </property>
  <property fmtid="{D5CDD505-2E9C-101B-9397-08002B2CF9AE}" pid="3" name="Version">
    <vt:lpwstr>1.0</vt:lpwstr>
  </property>
  <property fmtid="{D5CDD505-2E9C-101B-9397-08002B2CF9AE}" pid="4" name="Date">
    <vt:filetime>2016-09-20T22:00:00Z</vt:filetime>
  </property>
  <property fmtid="{D5CDD505-2E9C-101B-9397-08002B2CF9AE}" pid="5" name="Build">
    <vt:i4>13</vt:i4>
  </property>
  <property fmtid="{D5CDD505-2E9C-101B-9397-08002B2CF9AE}" pid="6" name="Cmt 1">
    <vt:lpwstr>create</vt:lpwstr>
  </property>
  <property fmtid="{D5CDD505-2E9C-101B-9397-08002B2CF9AE}" pid="7" name="Cmt 2">
    <vt:lpwstr>1st draft</vt:lpwstr>
  </property>
  <property fmtid="{D5CDD505-2E9C-101B-9397-08002B2CF9AE}" pid="8" name="Cmt 3">
    <vt:lpwstr>Corporate splitt off</vt:lpwstr>
  </property>
  <property fmtid="{D5CDD505-2E9C-101B-9397-08002B2CF9AE}" pid="9" name="Cmt 4">
    <vt:lpwstr>2nd draft</vt:lpwstr>
  </property>
  <property fmtid="{D5CDD505-2E9C-101B-9397-08002B2CF9AE}" pid="10" name="Cmt 5">
    <vt:lpwstr>set text box and shape defaults</vt:lpwstr>
  </property>
  <property fmtid="{D5CDD505-2E9C-101B-9397-08002B2CF9AE}" pid="11" name="Cmt 6">
    <vt:lpwstr>end slide text acc. to letter</vt:lpwstr>
  </property>
  <property fmtid="{D5CDD505-2E9C-101B-9397-08002B2CF9AE}" pid="12" name="Cmt 7">
    <vt:lpwstr>logo opening slide sharpened</vt:lpwstr>
  </property>
  <property fmtid="{D5CDD505-2E9C-101B-9397-08002B2CF9AE}" pid="13" name="Cmt 8-9">
    <vt:lpwstr>comments 19-9-2016</vt:lpwstr>
  </property>
  <property fmtid="{D5CDD505-2E9C-101B-9397-08002B2CF9AE}" pid="14" name="Cmt 10">
    <vt:lpwstr>social media data redesigned</vt:lpwstr>
  </property>
  <property fmtid="{D5CDD505-2E9C-101B-9397-08002B2CF9AE}" pid="15" name="Cmt 11">
    <vt:lpwstr>Title Slide renamed to TitleSlide</vt:lpwstr>
  </property>
  <property fmtid="{D5CDD505-2E9C-101B-9397-08002B2CF9AE}" pid="16" name="Cmt 12">
    <vt:lpwstr>Title and text size</vt:lpwstr>
  </property>
  <property fmtid="{D5CDD505-2E9C-101B-9397-08002B2CF9AE}" pid="17" name="Cmt 13">
    <vt:lpwstr>socmed pictos &gt; normal view</vt:lpwstr>
  </property>
  <property fmtid="{D5CDD505-2E9C-101B-9397-08002B2CF9AE}" pid="18" name="ContentTypeId">
    <vt:lpwstr>0x0101003A43D96E506A014DBE714040E5AF9AEC</vt:lpwstr>
  </property>
</Properties>
</file>