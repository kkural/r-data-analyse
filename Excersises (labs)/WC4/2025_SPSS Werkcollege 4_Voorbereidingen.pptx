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9" r:id="rId5"/>
    <p:sldId id="1721" r:id="rId6"/>
    <p:sldId id="1949" r:id="rId7"/>
    <p:sldId id="1951" r:id="rId8"/>
    <p:sldId id="1950" r:id="rId9"/>
    <p:sldId id="1732" r:id="rId10"/>
    <p:sldId id="1769" r:id="rId11"/>
    <p:sldId id="1680" r:id="rId12"/>
    <p:sldId id="1971" r:id="rId13"/>
    <p:sldId id="1973" r:id="rId14"/>
    <p:sldId id="1980" r:id="rId15"/>
    <p:sldId id="1981" r:id="rId16"/>
    <p:sldId id="1614" r:id="rId17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1949"/>
            <p14:sldId id="1951"/>
            <p14:sldId id="1950"/>
            <p14:sldId id="1732"/>
            <p14:sldId id="1769"/>
            <p14:sldId id="1680"/>
            <p14:sldId id="1971"/>
            <p14:sldId id="1973"/>
            <p14:sldId id="1980"/>
            <p14:sldId id="1981"/>
            <p14:sldId id="1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80C0E0"/>
    <a:srgbClr val="4472C4"/>
    <a:srgbClr val="DC8621"/>
    <a:srgbClr val="5D9CC7"/>
    <a:srgbClr val="5B9BD5"/>
    <a:srgbClr val="8FBBE2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40080-45A7-4910-8ECC-FBD2331CD953}" v="74" dt="2024-11-21T16:18:29.978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26" y="62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A8B29B6A-56E4-453B-AB54-C77BA085FBE8}"/>
    <pc:docChg chg="delSld delMainMaster modSection">
      <pc:chgData name="Fauve Duprez" userId="59fdc1fb-507d-4cdb-a31c-e3fd651e0acf" providerId="ADAL" clId="{A8B29B6A-56E4-453B-AB54-C77BA085FBE8}" dt="2024-11-21T16:34:21.178" v="71" actId="47"/>
      <pc:docMkLst>
        <pc:docMk/>
      </pc:docMkLst>
      <pc:sldChg chg="del">
        <pc:chgData name="Fauve Duprez" userId="59fdc1fb-507d-4cdb-a31c-e3fd651e0acf" providerId="ADAL" clId="{A8B29B6A-56E4-453B-AB54-C77BA085FBE8}" dt="2024-11-21T16:34:07.583" v="43" actId="47"/>
        <pc:sldMkLst>
          <pc:docMk/>
          <pc:sldMk cId="87977084" sldId="1666"/>
        </pc:sldMkLst>
      </pc:sldChg>
      <pc:sldChg chg="del">
        <pc:chgData name="Fauve Duprez" userId="59fdc1fb-507d-4cdb-a31c-e3fd651e0acf" providerId="ADAL" clId="{A8B29B6A-56E4-453B-AB54-C77BA085FBE8}" dt="2024-11-21T16:34:07.772" v="44" actId="47"/>
        <pc:sldMkLst>
          <pc:docMk/>
          <pc:sldMk cId="3670847624" sldId="1668"/>
        </pc:sldMkLst>
      </pc:sldChg>
      <pc:sldChg chg="del">
        <pc:chgData name="Fauve Duprez" userId="59fdc1fb-507d-4cdb-a31c-e3fd651e0acf" providerId="ADAL" clId="{A8B29B6A-56E4-453B-AB54-C77BA085FBE8}" dt="2024-11-21T16:34:08.177" v="46" actId="47"/>
        <pc:sldMkLst>
          <pc:docMk/>
          <pc:sldMk cId="1343698569" sldId="1670"/>
        </pc:sldMkLst>
      </pc:sldChg>
      <pc:sldChg chg="del">
        <pc:chgData name="Fauve Duprez" userId="59fdc1fb-507d-4cdb-a31c-e3fd651e0acf" providerId="ADAL" clId="{A8B29B6A-56E4-453B-AB54-C77BA085FBE8}" dt="2024-11-21T16:33:53.834" v="3" actId="47"/>
        <pc:sldMkLst>
          <pc:docMk/>
          <pc:sldMk cId="2715246657" sldId="1707"/>
        </pc:sldMkLst>
      </pc:sldChg>
      <pc:sldChg chg="del">
        <pc:chgData name="Fauve Duprez" userId="59fdc1fb-507d-4cdb-a31c-e3fd651e0acf" providerId="ADAL" clId="{A8B29B6A-56E4-453B-AB54-C77BA085FBE8}" dt="2024-11-21T16:33:56.860" v="12" actId="47"/>
        <pc:sldMkLst>
          <pc:docMk/>
          <pc:sldMk cId="3812698982" sldId="1709"/>
        </pc:sldMkLst>
      </pc:sldChg>
      <pc:sldChg chg="del">
        <pc:chgData name="Fauve Duprez" userId="59fdc1fb-507d-4cdb-a31c-e3fd651e0acf" providerId="ADAL" clId="{A8B29B6A-56E4-453B-AB54-C77BA085FBE8}" dt="2024-11-21T16:34:09.398" v="49" actId="47"/>
        <pc:sldMkLst>
          <pc:docMk/>
          <pc:sldMk cId="912549233" sldId="1736"/>
        </pc:sldMkLst>
      </pc:sldChg>
      <pc:sldChg chg="del">
        <pc:chgData name="Fauve Duprez" userId="59fdc1fb-507d-4cdb-a31c-e3fd651e0acf" providerId="ADAL" clId="{A8B29B6A-56E4-453B-AB54-C77BA085FBE8}" dt="2024-11-21T16:33:52.407" v="0" actId="47"/>
        <pc:sldMkLst>
          <pc:docMk/>
          <pc:sldMk cId="2871171670" sldId="1748"/>
        </pc:sldMkLst>
      </pc:sldChg>
      <pc:sldChg chg="del">
        <pc:chgData name="Fauve Duprez" userId="59fdc1fb-507d-4cdb-a31c-e3fd651e0acf" providerId="ADAL" clId="{A8B29B6A-56E4-453B-AB54-C77BA085FBE8}" dt="2024-11-21T16:34:12.259" v="53" actId="47"/>
        <pc:sldMkLst>
          <pc:docMk/>
          <pc:sldMk cId="587871540" sldId="1752"/>
        </pc:sldMkLst>
      </pc:sldChg>
      <pc:sldChg chg="del">
        <pc:chgData name="Fauve Duprez" userId="59fdc1fb-507d-4cdb-a31c-e3fd651e0acf" providerId="ADAL" clId="{A8B29B6A-56E4-453B-AB54-C77BA085FBE8}" dt="2024-11-21T16:34:12.578" v="54" actId="47"/>
        <pc:sldMkLst>
          <pc:docMk/>
          <pc:sldMk cId="3229127732" sldId="1758"/>
        </pc:sldMkLst>
      </pc:sldChg>
      <pc:sldChg chg="del">
        <pc:chgData name="Fauve Duprez" userId="59fdc1fb-507d-4cdb-a31c-e3fd651e0acf" providerId="ADAL" clId="{A8B29B6A-56E4-453B-AB54-C77BA085FBE8}" dt="2024-11-21T16:34:12.787" v="55" actId="47"/>
        <pc:sldMkLst>
          <pc:docMk/>
          <pc:sldMk cId="2274667188" sldId="1759"/>
        </pc:sldMkLst>
      </pc:sldChg>
      <pc:sldChg chg="del">
        <pc:chgData name="Fauve Duprez" userId="59fdc1fb-507d-4cdb-a31c-e3fd651e0acf" providerId="ADAL" clId="{A8B29B6A-56E4-453B-AB54-C77BA085FBE8}" dt="2024-11-21T16:33:57.848" v="19" actId="47"/>
        <pc:sldMkLst>
          <pc:docMk/>
          <pc:sldMk cId="2263981969" sldId="1772"/>
        </pc:sldMkLst>
      </pc:sldChg>
      <pc:sldChg chg="del">
        <pc:chgData name="Fauve Duprez" userId="59fdc1fb-507d-4cdb-a31c-e3fd651e0acf" providerId="ADAL" clId="{A8B29B6A-56E4-453B-AB54-C77BA085FBE8}" dt="2024-11-21T16:33:57.216" v="14" actId="47"/>
        <pc:sldMkLst>
          <pc:docMk/>
          <pc:sldMk cId="2784690418" sldId="1779"/>
        </pc:sldMkLst>
      </pc:sldChg>
      <pc:sldChg chg="del">
        <pc:chgData name="Fauve Duprez" userId="59fdc1fb-507d-4cdb-a31c-e3fd651e0acf" providerId="ADAL" clId="{A8B29B6A-56E4-453B-AB54-C77BA085FBE8}" dt="2024-11-21T16:33:57.748" v="15" actId="47"/>
        <pc:sldMkLst>
          <pc:docMk/>
          <pc:sldMk cId="2116437000" sldId="1780"/>
        </pc:sldMkLst>
      </pc:sldChg>
      <pc:sldChg chg="del">
        <pc:chgData name="Fauve Duprez" userId="59fdc1fb-507d-4cdb-a31c-e3fd651e0acf" providerId="ADAL" clId="{A8B29B6A-56E4-453B-AB54-C77BA085FBE8}" dt="2024-11-21T16:33:57.787" v="17" actId="47"/>
        <pc:sldMkLst>
          <pc:docMk/>
          <pc:sldMk cId="1780119918" sldId="1781"/>
        </pc:sldMkLst>
      </pc:sldChg>
      <pc:sldChg chg="del">
        <pc:chgData name="Fauve Duprez" userId="59fdc1fb-507d-4cdb-a31c-e3fd651e0acf" providerId="ADAL" clId="{A8B29B6A-56E4-453B-AB54-C77BA085FBE8}" dt="2024-11-21T16:33:54.206" v="4" actId="47"/>
        <pc:sldMkLst>
          <pc:docMk/>
          <pc:sldMk cId="3807610048" sldId="1784"/>
        </pc:sldMkLst>
      </pc:sldChg>
      <pc:sldChg chg="del">
        <pc:chgData name="Fauve Duprez" userId="59fdc1fb-507d-4cdb-a31c-e3fd651e0acf" providerId="ADAL" clId="{A8B29B6A-56E4-453B-AB54-C77BA085FBE8}" dt="2024-11-21T16:33:54.955" v="6" actId="47"/>
        <pc:sldMkLst>
          <pc:docMk/>
          <pc:sldMk cId="531235983" sldId="1785"/>
        </pc:sldMkLst>
      </pc:sldChg>
      <pc:sldChg chg="del">
        <pc:chgData name="Fauve Duprez" userId="59fdc1fb-507d-4cdb-a31c-e3fd651e0acf" providerId="ADAL" clId="{A8B29B6A-56E4-453B-AB54-C77BA085FBE8}" dt="2024-11-21T16:33:56.096" v="9" actId="47"/>
        <pc:sldMkLst>
          <pc:docMk/>
          <pc:sldMk cId="742242949" sldId="1788"/>
        </pc:sldMkLst>
      </pc:sldChg>
      <pc:sldChg chg="del">
        <pc:chgData name="Fauve Duprez" userId="59fdc1fb-507d-4cdb-a31c-e3fd651e0acf" providerId="ADAL" clId="{A8B29B6A-56E4-453B-AB54-C77BA085FBE8}" dt="2024-11-21T16:33:56.406" v="10" actId="47"/>
        <pc:sldMkLst>
          <pc:docMk/>
          <pc:sldMk cId="4115517203" sldId="1789"/>
        </pc:sldMkLst>
      </pc:sldChg>
      <pc:sldChg chg="del">
        <pc:chgData name="Fauve Duprez" userId="59fdc1fb-507d-4cdb-a31c-e3fd651e0acf" providerId="ADAL" clId="{A8B29B6A-56E4-453B-AB54-C77BA085FBE8}" dt="2024-11-21T16:33:57.090" v="13" actId="47"/>
        <pc:sldMkLst>
          <pc:docMk/>
          <pc:sldMk cId="1733060434" sldId="1791"/>
        </pc:sldMkLst>
      </pc:sldChg>
      <pc:sldChg chg="del">
        <pc:chgData name="Fauve Duprez" userId="59fdc1fb-507d-4cdb-a31c-e3fd651e0acf" providerId="ADAL" clId="{A8B29B6A-56E4-453B-AB54-C77BA085FBE8}" dt="2024-11-21T16:33:59.558" v="27" actId="47"/>
        <pc:sldMkLst>
          <pc:docMk/>
          <pc:sldMk cId="1832081326" sldId="1797"/>
        </pc:sldMkLst>
      </pc:sldChg>
      <pc:sldChg chg="del">
        <pc:chgData name="Fauve Duprez" userId="59fdc1fb-507d-4cdb-a31c-e3fd651e0acf" providerId="ADAL" clId="{A8B29B6A-56E4-453B-AB54-C77BA085FBE8}" dt="2024-11-21T16:33:59.699" v="28" actId="47"/>
        <pc:sldMkLst>
          <pc:docMk/>
          <pc:sldMk cId="2280520052" sldId="1798"/>
        </pc:sldMkLst>
      </pc:sldChg>
      <pc:sldChg chg="del">
        <pc:chgData name="Fauve Duprez" userId="59fdc1fb-507d-4cdb-a31c-e3fd651e0acf" providerId="ADAL" clId="{A8B29B6A-56E4-453B-AB54-C77BA085FBE8}" dt="2024-11-21T16:34:00.433" v="30" actId="47"/>
        <pc:sldMkLst>
          <pc:docMk/>
          <pc:sldMk cId="3274392759" sldId="1799"/>
        </pc:sldMkLst>
      </pc:sldChg>
      <pc:sldChg chg="del">
        <pc:chgData name="Fauve Duprez" userId="59fdc1fb-507d-4cdb-a31c-e3fd651e0acf" providerId="ADAL" clId="{A8B29B6A-56E4-453B-AB54-C77BA085FBE8}" dt="2024-11-21T16:34:19.938" v="69" actId="47"/>
        <pc:sldMkLst>
          <pc:docMk/>
          <pc:sldMk cId="1301237701" sldId="1818"/>
        </pc:sldMkLst>
      </pc:sldChg>
      <pc:sldChg chg="del">
        <pc:chgData name="Fauve Duprez" userId="59fdc1fb-507d-4cdb-a31c-e3fd651e0acf" providerId="ADAL" clId="{A8B29B6A-56E4-453B-AB54-C77BA085FBE8}" dt="2024-11-21T16:33:58.848" v="25" actId="47"/>
        <pc:sldMkLst>
          <pc:docMk/>
          <pc:sldMk cId="327366500" sldId="1830"/>
        </pc:sldMkLst>
      </pc:sldChg>
      <pc:sldChg chg="del">
        <pc:chgData name="Fauve Duprez" userId="59fdc1fb-507d-4cdb-a31c-e3fd651e0acf" providerId="ADAL" clId="{A8B29B6A-56E4-453B-AB54-C77BA085FBE8}" dt="2024-11-21T16:33:53.435" v="2" actId="47"/>
        <pc:sldMkLst>
          <pc:docMk/>
          <pc:sldMk cId="973695710" sldId="1835"/>
        </pc:sldMkLst>
      </pc:sldChg>
      <pc:sldChg chg="del">
        <pc:chgData name="Fauve Duprez" userId="59fdc1fb-507d-4cdb-a31c-e3fd651e0acf" providerId="ADAL" clId="{A8B29B6A-56E4-453B-AB54-C77BA085FBE8}" dt="2024-11-21T16:34:06.129" v="34" actId="47"/>
        <pc:sldMkLst>
          <pc:docMk/>
          <pc:sldMk cId="2763635484" sldId="1859"/>
        </pc:sldMkLst>
      </pc:sldChg>
      <pc:sldChg chg="del">
        <pc:chgData name="Fauve Duprez" userId="59fdc1fb-507d-4cdb-a31c-e3fd651e0acf" providerId="ADAL" clId="{A8B29B6A-56E4-453B-AB54-C77BA085FBE8}" dt="2024-11-21T16:34:06.237" v="37" actId="47"/>
        <pc:sldMkLst>
          <pc:docMk/>
          <pc:sldMk cId="3075885642" sldId="1860"/>
        </pc:sldMkLst>
      </pc:sldChg>
      <pc:sldChg chg="del">
        <pc:chgData name="Fauve Duprez" userId="59fdc1fb-507d-4cdb-a31c-e3fd651e0acf" providerId="ADAL" clId="{A8B29B6A-56E4-453B-AB54-C77BA085FBE8}" dt="2024-11-21T16:34:06.855" v="39" actId="47"/>
        <pc:sldMkLst>
          <pc:docMk/>
          <pc:sldMk cId="3976812726" sldId="1865"/>
        </pc:sldMkLst>
      </pc:sldChg>
      <pc:sldChg chg="del">
        <pc:chgData name="Fauve Duprez" userId="59fdc1fb-507d-4cdb-a31c-e3fd651e0acf" providerId="ADAL" clId="{A8B29B6A-56E4-453B-AB54-C77BA085FBE8}" dt="2024-11-21T16:34:07.212" v="41" actId="47"/>
        <pc:sldMkLst>
          <pc:docMk/>
          <pc:sldMk cId="705502928" sldId="1866"/>
        </pc:sldMkLst>
      </pc:sldChg>
      <pc:sldChg chg="del">
        <pc:chgData name="Fauve Duprez" userId="59fdc1fb-507d-4cdb-a31c-e3fd651e0acf" providerId="ADAL" clId="{A8B29B6A-56E4-453B-AB54-C77BA085FBE8}" dt="2024-11-21T16:34:07.994" v="45" actId="47"/>
        <pc:sldMkLst>
          <pc:docMk/>
          <pc:sldMk cId="4238352803" sldId="1874"/>
        </pc:sldMkLst>
      </pc:sldChg>
      <pc:sldChg chg="del">
        <pc:chgData name="Fauve Duprez" userId="59fdc1fb-507d-4cdb-a31c-e3fd651e0acf" providerId="ADAL" clId="{A8B29B6A-56E4-453B-AB54-C77BA085FBE8}" dt="2024-11-21T16:34:13.087" v="56" actId="47"/>
        <pc:sldMkLst>
          <pc:docMk/>
          <pc:sldMk cId="806283066" sldId="1878"/>
        </pc:sldMkLst>
      </pc:sldChg>
      <pc:sldChg chg="del">
        <pc:chgData name="Fauve Duprez" userId="59fdc1fb-507d-4cdb-a31c-e3fd651e0acf" providerId="ADAL" clId="{A8B29B6A-56E4-453B-AB54-C77BA085FBE8}" dt="2024-11-21T16:34:13.468" v="57" actId="47"/>
        <pc:sldMkLst>
          <pc:docMk/>
          <pc:sldMk cId="4204406132" sldId="1879"/>
        </pc:sldMkLst>
      </pc:sldChg>
      <pc:sldChg chg="del">
        <pc:chgData name="Fauve Duprez" userId="59fdc1fb-507d-4cdb-a31c-e3fd651e0acf" providerId="ADAL" clId="{A8B29B6A-56E4-453B-AB54-C77BA085FBE8}" dt="2024-11-21T16:34:14.154" v="59" actId="47"/>
        <pc:sldMkLst>
          <pc:docMk/>
          <pc:sldMk cId="1102596552" sldId="1880"/>
        </pc:sldMkLst>
      </pc:sldChg>
      <pc:sldChg chg="del">
        <pc:chgData name="Fauve Duprez" userId="59fdc1fb-507d-4cdb-a31c-e3fd651e0acf" providerId="ADAL" clId="{A8B29B6A-56E4-453B-AB54-C77BA085FBE8}" dt="2024-11-21T16:34:06.101" v="33" actId="47"/>
        <pc:sldMkLst>
          <pc:docMk/>
          <pc:sldMk cId="224636282" sldId="1881"/>
        </pc:sldMkLst>
      </pc:sldChg>
      <pc:sldChg chg="del">
        <pc:chgData name="Fauve Duprez" userId="59fdc1fb-507d-4cdb-a31c-e3fd651e0acf" providerId="ADAL" clId="{A8B29B6A-56E4-453B-AB54-C77BA085FBE8}" dt="2024-11-21T16:34:06.193" v="36" actId="47"/>
        <pc:sldMkLst>
          <pc:docMk/>
          <pc:sldMk cId="2153805064" sldId="1882"/>
        </pc:sldMkLst>
      </pc:sldChg>
      <pc:sldChg chg="del">
        <pc:chgData name="Fauve Duprez" userId="59fdc1fb-507d-4cdb-a31c-e3fd651e0acf" providerId="ADAL" clId="{A8B29B6A-56E4-453B-AB54-C77BA085FBE8}" dt="2024-11-21T16:34:09.733" v="50" actId="47"/>
        <pc:sldMkLst>
          <pc:docMk/>
          <pc:sldMk cId="2777352345" sldId="1883"/>
        </pc:sldMkLst>
      </pc:sldChg>
      <pc:sldChg chg="del">
        <pc:chgData name="Fauve Duprez" userId="59fdc1fb-507d-4cdb-a31c-e3fd651e0acf" providerId="ADAL" clId="{A8B29B6A-56E4-453B-AB54-C77BA085FBE8}" dt="2024-11-21T16:34:11.577" v="51" actId="47"/>
        <pc:sldMkLst>
          <pc:docMk/>
          <pc:sldMk cId="4267290163" sldId="1884"/>
        </pc:sldMkLst>
      </pc:sldChg>
      <pc:sldChg chg="del">
        <pc:chgData name="Fauve Duprez" userId="59fdc1fb-507d-4cdb-a31c-e3fd651e0acf" providerId="ADAL" clId="{A8B29B6A-56E4-453B-AB54-C77BA085FBE8}" dt="2024-11-21T16:34:13.768" v="58" actId="47"/>
        <pc:sldMkLst>
          <pc:docMk/>
          <pc:sldMk cId="1988262404" sldId="1885"/>
        </pc:sldMkLst>
      </pc:sldChg>
      <pc:sldChg chg="del">
        <pc:chgData name="Fauve Duprez" userId="59fdc1fb-507d-4cdb-a31c-e3fd651e0acf" providerId="ADAL" clId="{A8B29B6A-56E4-453B-AB54-C77BA085FBE8}" dt="2024-11-21T16:34:17.055" v="63" actId="47"/>
        <pc:sldMkLst>
          <pc:docMk/>
          <pc:sldMk cId="1547956717" sldId="1893"/>
        </pc:sldMkLst>
      </pc:sldChg>
      <pc:sldChg chg="del">
        <pc:chgData name="Fauve Duprez" userId="59fdc1fb-507d-4cdb-a31c-e3fd651e0acf" providerId="ADAL" clId="{A8B29B6A-56E4-453B-AB54-C77BA085FBE8}" dt="2024-11-21T16:34:17.648" v="64" actId="47"/>
        <pc:sldMkLst>
          <pc:docMk/>
          <pc:sldMk cId="4072465433" sldId="1894"/>
        </pc:sldMkLst>
      </pc:sldChg>
      <pc:sldChg chg="del">
        <pc:chgData name="Fauve Duprez" userId="59fdc1fb-507d-4cdb-a31c-e3fd651e0acf" providerId="ADAL" clId="{A8B29B6A-56E4-453B-AB54-C77BA085FBE8}" dt="2024-11-21T16:34:18.178" v="65" actId="47"/>
        <pc:sldMkLst>
          <pc:docMk/>
          <pc:sldMk cId="4003317209" sldId="1895"/>
        </pc:sldMkLst>
      </pc:sldChg>
      <pc:sldChg chg="del">
        <pc:chgData name="Fauve Duprez" userId="59fdc1fb-507d-4cdb-a31c-e3fd651e0acf" providerId="ADAL" clId="{A8B29B6A-56E4-453B-AB54-C77BA085FBE8}" dt="2024-11-21T16:34:18.810" v="66" actId="47"/>
        <pc:sldMkLst>
          <pc:docMk/>
          <pc:sldMk cId="1484916096" sldId="1896"/>
        </pc:sldMkLst>
      </pc:sldChg>
      <pc:sldChg chg="del">
        <pc:chgData name="Fauve Duprez" userId="59fdc1fb-507d-4cdb-a31c-e3fd651e0acf" providerId="ADAL" clId="{A8B29B6A-56E4-453B-AB54-C77BA085FBE8}" dt="2024-11-21T16:34:19.117" v="67" actId="47"/>
        <pc:sldMkLst>
          <pc:docMk/>
          <pc:sldMk cId="2507539037" sldId="1897"/>
        </pc:sldMkLst>
      </pc:sldChg>
      <pc:sldChg chg="del">
        <pc:chgData name="Fauve Duprez" userId="59fdc1fb-507d-4cdb-a31c-e3fd651e0acf" providerId="ADAL" clId="{A8B29B6A-56E4-453B-AB54-C77BA085FBE8}" dt="2024-11-21T16:34:19.559" v="68" actId="47"/>
        <pc:sldMkLst>
          <pc:docMk/>
          <pc:sldMk cId="2029966077" sldId="1898"/>
        </pc:sldMkLst>
      </pc:sldChg>
      <pc:sldChg chg="del">
        <pc:chgData name="Fauve Duprez" userId="59fdc1fb-507d-4cdb-a31c-e3fd651e0acf" providerId="ADAL" clId="{A8B29B6A-56E4-453B-AB54-C77BA085FBE8}" dt="2024-11-21T16:34:20.418" v="70" actId="47"/>
        <pc:sldMkLst>
          <pc:docMk/>
          <pc:sldMk cId="155666921" sldId="1901"/>
        </pc:sldMkLst>
      </pc:sldChg>
      <pc:sldChg chg="del">
        <pc:chgData name="Fauve Duprez" userId="59fdc1fb-507d-4cdb-a31c-e3fd651e0acf" providerId="ADAL" clId="{A8B29B6A-56E4-453B-AB54-C77BA085FBE8}" dt="2024-11-21T16:34:21.178" v="71" actId="47"/>
        <pc:sldMkLst>
          <pc:docMk/>
          <pc:sldMk cId="1578831498" sldId="1902"/>
        </pc:sldMkLst>
      </pc:sldChg>
      <pc:sldChg chg="del">
        <pc:chgData name="Fauve Duprez" userId="59fdc1fb-507d-4cdb-a31c-e3fd651e0acf" providerId="ADAL" clId="{A8B29B6A-56E4-453B-AB54-C77BA085FBE8}" dt="2024-11-21T16:33:52.945" v="1" actId="47"/>
        <pc:sldMkLst>
          <pc:docMk/>
          <pc:sldMk cId="2499787990" sldId="1952"/>
        </pc:sldMkLst>
      </pc:sldChg>
      <pc:sldChg chg="del">
        <pc:chgData name="Fauve Duprez" userId="59fdc1fb-507d-4cdb-a31c-e3fd651e0acf" providerId="ADAL" clId="{A8B29B6A-56E4-453B-AB54-C77BA085FBE8}" dt="2024-11-21T16:33:55.325" v="7" actId="47"/>
        <pc:sldMkLst>
          <pc:docMk/>
          <pc:sldMk cId="275074898" sldId="1955"/>
        </pc:sldMkLst>
      </pc:sldChg>
      <pc:sldChg chg="del">
        <pc:chgData name="Fauve Duprez" userId="59fdc1fb-507d-4cdb-a31c-e3fd651e0acf" providerId="ADAL" clId="{A8B29B6A-56E4-453B-AB54-C77BA085FBE8}" dt="2024-11-21T16:33:55.778" v="8" actId="47"/>
        <pc:sldMkLst>
          <pc:docMk/>
          <pc:sldMk cId="1122221762" sldId="1956"/>
        </pc:sldMkLst>
      </pc:sldChg>
      <pc:sldChg chg="del">
        <pc:chgData name="Fauve Duprez" userId="59fdc1fb-507d-4cdb-a31c-e3fd651e0acf" providerId="ADAL" clId="{A8B29B6A-56E4-453B-AB54-C77BA085FBE8}" dt="2024-11-21T16:33:56.666" v="11" actId="47"/>
        <pc:sldMkLst>
          <pc:docMk/>
          <pc:sldMk cId="344622623" sldId="1957"/>
        </pc:sldMkLst>
      </pc:sldChg>
      <pc:sldChg chg="del">
        <pc:chgData name="Fauve Duprez" userId="59fdc1fb-507d-4cdb-a31c-e3fd651e0acf" providerId="ADAL" clId="{A8B29B6A-56E4-453B-AB54-C77BA085FBE8}" dt="2024-11-21T16:33:57.768" v="16" actId="47"/>
        <pc:sldMkLst>
          <pc:docMk/>
          <pc:sldMk cId="1966566293" sldId="1958"/>
        </pc:sldMkLst>
      </pc:sldChg>
      <pc:sldChg chg="del">
        <pc:chgData name="Fauve Duprez" userId="59fdc1fb-507d-4cdb-a31c-e3fd651e0acf" providerId="ADAL" clId="{A8B29B6A-56E4-453B-AB54-C77BA085FBE8}" dt="2024-11-21T16:33:57.878" v="20" actId="47"/>
        <pc:sldMkLst>
          <pc:docMk/>
          <pc:sldMk cId="2610525854" sldId="1960"/>
        </pc:sldMkLst>
      </pc:sldChg>
      <pc:sldChg chg="del">
        <pc:chgData name="Fauve Duprez" userId="59fdc1fb-507d-4cdb-a31c-e3fd651e0acf" providerId="ADAL" clId="{A8B29B6A-56E4-453B-AB54-C77BA085FBE8}" dt="2024-11-21T16:33:57.944" v="21" actId="47"/>
        <pc:sldMkLst>
          <pc:docMk/>
          <pc:sldMk cId="2404716583" sldId="1962"/>
        </pc:sldMkLst>
      </pc:sldChg>
      <pc:sldChg chg="del">
        <pc:chgData name="Fauve Duprez" userId="59fdc1fb-507d-4cdb-a31c-e3fd651e0acf" providerId="ADAL" clId="{A8B29B6A-56E4-453B-AB54-C77BA085FBE8}" dt="2024-11-21T16:33:57.967" v="22" actId="47"/>
        <pc:sldMkLst>
          <pc:docMk/>
          <pc:sldMk cId="308917927" sldId="1964"/>
        </pc:sldMkLst>
      </pc:sldChg>
      <pc:sldChg chg="del">
        <pc:chgData name="Fauve Duprez" userId="59fdc1fb-507d-4cdb-a31c-e3fd651e0acf" providerId="ADAL" clId="{A8B29B6A-56E4-453B-AB54-C77BA085FBE8}" dt="2024-11-21T16:33:58.338" v="24" actId="47"/>
        <pc:sldMkLst>
          <pc:docMk/>
          <pc:sldMk cId="199971453" sldId="1965"/>
        </pc:sldMkLst>
      </pc:sldChg>
      <pc:sldChg chg="del">
        <pc:chgData name="Fauve Duprez" userId="59fdc1fb-507d-4cdb-a31c-e3fd651e0acf" providerId="ADAL" clId="{A8B29B6A-56E4-453B-AB54-C77BA085FBE8}" dt="2024-11-21T16:33:57.988" v="23" actId="47"/>
        <pc:sldMkLst>
          <pc:docMk/>
          <pc:sldMk cId="2801155604" sldId="1968"/>
        </pc:sldMkLst>
      </pc:sldChg>
      <pc:sldChg chg="del">
        <pc:chgData name="Fauve Duprez" userId="59fdc1fb-507d-4cdb-a31c-e3fd651e0acf" providerId="ADAL" clId="{A8B29B6A-56E4-453B-AB54-C77BA085FBE8}" dt="2024-11-21T16:33:59.397" v="26" actId="47"/>
        <pc:sldMkLst>
          <pc:docMk/>
          <pc:sldMk cId="2693450321" sldId="1969"/>
        </pc:sldMkLst>
      </pc:sldChg>
      <pc:sldChg chg="del">
        <pc:chgData name="Fauve Duprez" userId="59fdc1fb-507d-4cdb-a31c-e3fd651e0acf" providerId="ADAL" clId="{A8B29B6A-56E4-453B-AB54-C77BA085FBE8}" dt="2024-11-21T16:34:00.158" v="29" actId="47"/>
        <pc:sldMkLst>
          <pc:docMk/>
          <pc:sldMk cId="31270606" sldId="1970"/>
        </pc:sldMkLst>
      </pc:sldChg>
      <pc:sldChg chg="del">
        <pc:chgData name="Fauve Duprez" userId="59fdc1fb-507d-4cdb-a31c-e3fd651e0acf" providerId="ADAL" clId="{A8B29B6A-56E4-453B-AB54-C77BA085FBE8}" dt="2024-11-21T16:34:04.798" v="31" actId="47"/>
        <pc:sldMkLst>
          <pc:docMk/>
          <pc:sldMk cId="3037732167" sldId="1972"/>
        </pc:sldMkLst>
      </pc:sldChg>
      <pc:sldChg chg="del">
        <pc:chgData name="Fauve Duprez" userId="59fdc1fb-507d-4cdb-a31c-e3fd651e0acf" providerId="ADAL" clId="{A8B29B6A-56E4-453B-AB54-C77BA085FBE8}" dt="2024-11-21T16:34:05.652" v="32" actId="47"/>
        <pc:sldMkLst>
          <pc:docMk/>
          <pc:sldMk cId="327412352" sldId="1974"/>
        </pc:sldMkLst>
      </pc:sldChg>
      <pc:sldChg chg="del">
        <pc:chgData name="Fauve Duprez" userId="59fdc1fb-507d-4cdb-a31c-e3fd651e0acf" providerId="ADAL" clId="{A8B29B6A-56E4-453B-AB54-C77BA085FBE8}" dt="2024-11-21T16:34:08.982" v="48" actId="47"/>
        <pc:sldMkLst>
          <pc:docMk/>
          <pc:sldMk cId="3608538771" sldId="1975"/>
        </pc:sldMkLst>
      </pc:sldChg>
      <pc:sldChg chg="del">
        <pc:chgData name="Fauve Duprez" userId="59fdc1fb-507d-4cdb-a31c-e3fd651e0acf" providerId="ADAL" clId="{A8B29B6A-56E4-453B-AB54-C77BA085FBE8}" dt="2024-11-21T16:34:07.038" v="40" actId="47"/>
        <pc:sldMkLst>
          <pc:docMk/>
          <pc:sldMk cId="692446252" sldId="1976"/>
        </pc:sldMkLst>
      </pc:sldChg>
      <pc:sldChg chg="del">
        <pc:chgData name="Fauve Duprez" userId="59fdc1fb-507d-4cdb-a31c-e3fd651e0acf" providerId="ADAL" clId="{A8B29B6A-56E4-453B-AB54-C77BA085FBE8}" dt="2024-11-21T16:34:07.434" v="42" actId="47"/>
        <pc:sldMkLst>
          <pc:docMk/>
          <pc:sldMk cId="1809737870" sldId="1977"/>
        </pc:sldMkLst>
      </pc:sldChg>
      <pc:sldChg chg="del">
        <pc:chgData name="Fauve Duprez" userId="59fdc1fb-507d-4cdb-a31c-e3fd651e0acf" providerId="ADAL" clId="{A8B29B6A-56E4-453B-AB54-C77BA085FBE8}" dt="2024-11-21T16:34:08.461" v="47" actId="47"/>
        <pc:sldMkLst>
          <pc:docMk/>
          <pc:sldMk cId="282660065" sldId="1978"/>
        </pc:sldMkLst>
      </pc:sldChg>
      <pc:sldChg chg="del">
        <pc:chgData name="Fauve Duprez" userId="59fdc1fb-507d-4cdb-a31c-e3fd651e0acf" providerId="ADAL" clId="{A8B29B6A-56E4-453B-AB54-C77BA085FBE8}" dt="2024-11-21T16:34:11.873" v="52" actId="47"/>
        <pc:sldMkLst>
          <pc:docMk/>
          <pc:sldMk cId="925947135" sldId="1979"/>
        </pc:sldMkLst>
      </pc:sldChg>
      <pc:sldChg chg="del">
        <pc:chgData name="Fauve Duprez" userId="59fdc1fb-507d-4cdb-a31c-e3fd651e0acf" providerId="ADAL" clId="{A8B29B6A-56E4-453B-AB54-C77BA085FBE8}" dt="2024-11-21T16:34:16.348" v="60" actId="47"/>
        <pc:sldMkLst>
          <pc:docMk/>
          <pc:sldMk cId="3224588789" sldId="1982"/>
        </pc:sldMkLst>
      </pc:sldChg>
      <pc:sldChg chg="del">
        <pc:chgData name="Fauve Duprez" userId="59fdc1fb-507d-4cdb-a31c-e3fd651e0acf" providerId="ADAL" clId="{A8B29B6A-56E4-453B-AB54-C77BA085FBE8}" dt="2024-11-21T16:34:16.599" v="61" actId="47"/>
        <pc:sldMkLst>
          <pc:docMk/>
          <pc:sldMk cId="4222222735" sldId="1983"/>
        </pc:sldMkLst>
      </pc:sldChg>
      <pc:sldChg chg="del">
        <pc:chgData name="Fauve Duprez" userId="59fdc1fb-507d-4cdb-a31c-e3fd651e0acf" providerId="ADAL" clId="{A8B29B6A-56E4-453B-AB54-C77BA085FBE8}" dt="2024-11-21T16:34:16.813" v="62" actId="47"/>
        <pc:sldMkLst>
          <pc:docMk/>
          <pc:sldMk cId="4294627614" sldId="1984"/>
        </pc:sldMkLst>
      </pc:sldChg>
      <pc:sldChg chg="del">
        <pc:chgData name="Fauve Duprez" userId="59fdc1fb-507d-4cdb-a31c-e3fd651e0acf" providerId="ADAL" clId="{A8B29B6A-56E4-453B-AB54-C77BA085FBE8}" dt="2024-11-21T16:33:54.574" v="5" actId="47"/>
        <pc:sldMkLst>
          <pc:docMk/>
          <pc:sldMk cId="3921011688" sldId="1985"/>
        </pc:sldMkLst>
      </pc:sldChg>
      <pc:sldChg chg="del">
        <pc:chgData name="Fauve Duprez" userId="59fdc1fb-507d-4cdb-a31c-e3fd651e0acf" providerId="ADAL" clId="{A8B29B6A-56E4-453B-AB54-C77BA085FBE8}" dt="2024-11-21T16:33:57.823" v="18" actId="47"/>
        <pc:sldMkLst>
          <pc:docMk/>
          <pc:sldMk cId="4277897767" sldId="1986"/>
        </pc:sldMkLst>
      </pc:sldChg>
      <pc:sldChg chg="del">
        <pc:chgData name="Fauve Duprez" userId="59fdc1fb-507d-4cdb-a31c-e3fd651e0acf" providerId="ADAL" clId="{A8B29B6A-56E4-453B-AB54-C77BA085FBE8}" dt="2024-11-21T16:34:06.598" v="38" actId="47"/>
        <pc:sldMkLst>
          <pc:docMk/>
          <pc:sldMk cId="1773998695" sldId="1987"/>
        </pc:sldMkLst>
      </pc:sldChg>
      <pc:sldChg chg="del">
        <pc:chgData name="Fauve Duprez" userId="59fdc1fb-507d-4cdb-a31c-e3fd651e0acf" providerId="ADAL" clId="{A8B29B6A-56E4-453B-AB54-C77BA085FBE8}" dt="2024-11-21T16:34:06.160" v="35" actId="47"/>
        <pc:sldMkLst>
          <pc:docMk/>
          <pc:sldMk cId="4267613256" sldId="1988"/>
        </pc:sldMkLst>
      </pc:sldChg>
      <pc:sldMasterChg chg="del delSldLayout">
        <pc:chgData name="Fauve Duprez" userId="59fdc1fb-507d-4cdb-a31c-e3fd651e0acf" providerId="ADAL" clId="{A8B29B6A-56E4-453B-AB54-C77BA085FBE8}" dt="2024-11-21T16:34:11.873" v="52" actId="47"/>
        <pc:sldMasterMkLst>
          <pc:docMk/>
          <pc:sldMasterMk cId="134218545" sldId="2147483679"/>
        </pc:sldMasterMkLst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1332307128" sldId="2147483680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4090541917" sldId="2147483681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1397646137" sldId="2147483682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481505731" sldId="2147483683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1865144703" sldId="2147483684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982599686" sldId="2147483685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4099739279" sldId="2147483686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1884062869" sldId="2147483687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2488455166" sldId="2147483688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2093178849" sldId="2147483689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2499342545" sldId="2147483690"/>
          </pc:sldLayoutMkLst>
        </pc:sldLayoutChg>
        <pc:sldLayoutChg chg="del">
          <pc:chgData name="Fauve Duprez" userId="59fdc1fb-507d-4cdb-a31c-e3fd651e0acf" providerId="ADAL" clId="{A8B29B6A-56E4-453B-AB54-C77BA085FBE8}" dt="2024-11-21T16:34:11.873" v="52" actId="47"/>
          <pc:sldLayoutMkLst>
            <pc:docMk/>
            <pc:sldMasterMk cId="134218545" sldId="2147483679"/>
            <pc:sldLayoutMk cId="2313936969" sldId="214748369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Of nog korter: via </a:t>
            </a:r>
            <a:r>
              <a:rPr lang="nl-NL" err="1"/>
              <a:t>Explore</a:t>
            </a:r>
            <a:r>
              <a:rPr lang="nl-NL"/>
              <a:t> en geslacht invullen bij ‘Factor List’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950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5</a:t>
            </a:r>
            <a:r>
              <a:rPr lang="nl-NL" baseline="30000"/>
              <a:t>de</a:t>
            </a:r>
            <a:r>
              <a:rPr lang="nl-NL"/>
              <a:t> toets die gebruikt wordt in geval van 1 steekproef</a:t>
            </a:r>
          </a:p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046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402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57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/>
              <a:t>Click to add subtitle / presenter / date [</a:t>
            </a:r>
            <a:r>
              <a:rPr lang="en-GB" noProof="0" err="1"/>
              <a:t>dd</a:t>
            </a:r>
            <a:r>
              <a:rPr lang="en-GB" noProof="0"/>
              <a:t>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21/11/2024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21/11/2024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add social media names</a:t>
            </a:r>
            <a:endParaRPr lang="nl-NL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21/11/2024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4 (XX/XX)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AJ 2025-2026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H10 twee gemiddelden vergelijken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SPSS-WERKCOLLEGE 4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/>
              <a:t>Multivariate statistiek: </a:t>
            </a:r>
            <a:r>
              <a:rPr lang="nl-BE" b="1">
                <a:solidFill>
                  <a:srgbClr val="C00000"/>
                </a:solidFill>
              </a:rPr>
              <a:t>Scores van twee groepen respondenten vergelijken</a:t>
            </a:r>
          </a:p>
          <a:p>
            <a:r>
              <a:rPr lang="nl-BE"/>
              <a:t>Descriptieve statistiek:</a:t>
            </a:r>
          </a:p>
          <a:p>
            <a:pPr lvl="1"/>
            <a:r>
              <a:rPr lang="nl-BE" b="1"/>
              <a:t>Boxplot:</a:t>
            </a:r>
            <a:br>
              <a:rPr lang="nl-BE" b="1"/>
            </a:br>
            <a:r>
              <a:rPr lang="nl-BE"/>
              <a:t>Visuele vergelijking van verdeling metrische variabele voor verschillende groepen</a:t>
            </a:r>
            <a:br>
              <a:rPr lang="nl-BE"/>
            </a:br>
            <a:r>
              <a:rPr lang="nl-BE"/>
              <a:t>Bv. Eenzaamheid bij mannen vs. vrouwen</a:t>
            </a:r>
            <a:endParaRPr lang="nl-BE" b="1"/>
          </a:p>
          <a:p>
            <a:pPr marL="86400" indent="0"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/>
          </a:p>
        </p:txBody>
      </p:sp>
      <p:pic>
        <p:nvPicPr>
          <p:cNvPr id="6" name="Tijdelijke aanduiding voor inhoud 6">
            <a:extLst>
              <a:ext uri="{FF2B5EF4-FFF2-40B4-BE49-F238E27FC236}">
                <a16:creationId xmlns:a16="http://schemas.microsoft.com/office/drawing/2014/main" id="{ACB1F4A4-66E2-B7AB-288B-A71435F8A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5305637"/>
            <a:ext cx="7076947" cy="417316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CA5AFA94-72C9-67F7-C891-564337BC47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17"/>
          <a:stretch/>
        </p:blipFill>
        <p:spPr>
          <a:xfrm>
            <a:off x="2147544" y="4632299"/>
            <a:ext cx="6397453" cy="1658586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338B40A4-27D4-7166-6E9F-DF3D7473F625}"/>
              </a:ext>
            </a:extLst>
          </p:cNvPr>
          <p:cNvSpPr/>
          <p:nvPr/>
        </p:nvSpPr>
        <p:spPr>
          <a:xfrm>
            <a:off x="6660763" y="4648530"/>
            <a:ext cx="1884234" cy="456539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9449050-31F2-336F-8C0E-1A5D99223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0739" y="5399664"/>
            <a:ext cx="3004258" cy="3420359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7B594E6-BB4D-1007-6DA5-6A73C9242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0739" y="8907596"/>
            <a:ext cx="3594174" cy="707451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F8E353ED-4507-3D27-E39C-D7AE3C13643D}"/>
              </a:ext>
            </a:extLst>
          </p:cNvPr>
          <p:cNvSpPr/>
          <p:nvPr/>
        </p:nvSpPr>
        <p:spPr>
          <a:xfrm>
            <a:off x="5540739" y="7267640"/>
            <a:ext cx="3004258" cy="1040337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FE002820-A85F-E186-F959-7B4C9DA3B3E1}"/>
              </a:ext>
            </a:extLst>
          </p:cNvPr>
          <p:cNvSpPr/>
          <p:nvPr/>
        </p:nvSpPr>
        <p:spPr>
          <a:xfrm>
            <a:off x="6100750" y="8933783"/>
            <a:ext cx="2886495" cy="653605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7694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/>
              <a:t>Multivariate statistiek: </a:t>
            </a:r>
            <a:r>
              <a:rPr lang="nl-BE" b="1">
                <a:solidFill>
                  <a:srgbClr val="C00000"/>
                </a:solidFill>
              </a:rPr>
              <a:t>Scores van twee groepen respondenten vergelijken</a:t>
            </a:r>
          </a:p>
          <a:p>
            <a:r>
              <a:rPr lang="nl-BE"/>
              <a:t>Descriptieve statistiek:</a:t>
            </a:r>
          </a:p>
          <a:p>
            <a:pPr lvl="1"/>
            <a:r>
              <a:rPr lang="nl-BE" b="1"/>
              <a:t>Boxplot:</a:t>
            </a:r>
          </a:p>
          <a:p>
            <a:r>
              <a:rPr lang="nl-BE" err="1"/>
              <a:t>Inferentiële</a:t>
            </a:r>
            <a:r>
              <a:rPr lang="nl-BE"/>
              <a:t> statistiek: verschil tussen twee groepen van categorische variabele toetsen</a:t>
            </a:r>
          </a:p>
          <a:p>
            <a:pPr lvl="1"/>
            <a:r>
              <a:rPr lang="nl-BE" b="1"/>
              <a:t>t-toetsen (gebaseerd op de t-steekproevenverdeling)</a:t>
            </a:r>
          </a:p>
          <a:p>
            <a:pPr lvl="2"/>
            <a:r>
              <a:rPr lang="nl-BE"/>
              <a:t>Twee gemiddelden vergelijken</a:t>
            </a:r>
          </a:p>
          <a:p>
            <a:pPr lvl="2"/>
            <a:r>
              <a:rPr lang="nl-NL"/>
              <a:t>Hypothese: 		H</a:t>
            </a:r>
            <a:r>
              <a:rPr lang="nl-NL" baseline="-25000"/>
              <a:t>0</a:t>
            </a:r>
            <a:r>
              <a:rPr lang="nl-NL"/>
              <a:t>: 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1</a:t>
            </a:r>
            <a:r>
              <a:rPr lang="nl-NL"/>
              <a:t> =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2</a:t>
            </a:r>
          </a:p>
          <a:p>
            <a:pPr marL="86400" indent="0">
              <a:buNone/>
            </a:pPr>
            <a:r>
              <a:rPr lang="nl-NL"/>
              <a:t>										H</a:t>
            </a:r>
            <a:r>
              <a:rPr lang="nl-NL" baseline="-25000"/>
              <a:t>A</a:t>
            </a:r>
            <a:r>
              <a:rPr lang="nl-NL"/>
              <a:t>: 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1</a:t>
            </a:r>
            <a:r>
              <a:rPr lang="nl-NL"/>
              <a:t> </a:t>
            </a:r>
            <a:r>
              <a:rPr lang="nl-BE" altLang="nl-BE" sz="3200">
                <a:sym typeface="Symbol" panose="05050102010706020507" pitchFamily="18" charset="2"/>
              </a:rPr>
              <a:t>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2  (in geval van tweezijdige toets)</a:t>
            </a:r>
            <a:endParaRPr lang="nl-BE" baseline="-25000"/>
          </a:p>
          <a:p>
            <a:pPr lvl="1"/>
            <a:r>
              <a:rPr lang="nl-BE" b="1"/>
              <a:t>Non-parametrische toetsen</a:t>
            </a:r>
          </a:p>
          <a:p>
            <a:pPr lvl="2"/>
            <a:r>
              <a:rPr lang="nl-BE"/>
              <a:t>Twee medianen vergelijken</a:t>
            </a:r>
          </a:p>
          <a:p>
            <a:pPr lvl="2"/>
            <a:r>
              <a:rPr lang="nl-BE"/>
              <a:t>Als assumptie(s) bij t-toets niet voldaan zijn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724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r>
              <a:rPr lang="nl-BE" b="1">
                <a:solidFill>
                  <a:srgbClr val="C00000"/>
                </a:solidFill>
              </a:rPr>
              <a:t>Welke toets? Afhankelijk van je onderzoeksvraag (en beschikbare data)!</a:t>
            </a:r>
          </a:p>
          <a:p>
            <a:endParaRPr lang="nl-BE"/>
          </a:p>
          <a:p>
            <a:pPr lvl="1"/>
            <a:r>
              <a:rPr lang="nl-BE" b="1"/>
              <a:t>Onafhankelijke t-toets</a:t>
            </a:r>
          </a:p>
          <a:p>
            <a:pPr lvl="2"/>
            <a:r>
              <a:rPr lang="nl-BE"/>
              <a:t>Vergelijken van </a:t>
            </a:r>
            <a:r>
              <a:rPr lang="nl-BE" b="1" u="sng"/>
              <a:t>onafhankelijke groepen </a:t>
            </a:r>
            <a:r>
              <a:rPr lang="nl-BE"/>
              <a:t>(bv. lengte mannen </a:t>
            </a:r>
            <a:r>
              <a:rPr lang="nl-BE" err="1"/>
              <a:t>vs</a:t>
            </a:r>
            <a:r>
              <a:rPr lang="nl-BE"/>
              <a:t> vrouwen)</a:t>
            </a:r>
          </a:p>
          <a:p>
            <a:pPr lvl="2"/>
            <a:r>
              <a:rPr lang="nl-BE"/>
              <a:t>Niet voldaan aan assumptie(s)?</a:t>
            </a:r>
          </a:p>
          <a:p>
            <a:pPr lvl="3"/>
            <a:r>
              <a:rPr lang="nl-BE" b="1"/>
              <a:t>Mann-Whitney toets </a:t>
            </a:r>
            <a:r>
              <a:rPr lang="nl-BE"/>
              <a:t>= non-parametrisch alternatief</a:t>
            </a:r>
          </a:p>
          <a:p>
            <a:pPr lvl="3"/>
            <a:endParaRPr lang="nl-BE"/>
          </a:p>
          <a:p>
            <a:pPr lvl="1"/>
            <a:r>
              <a:rPr lang="nl-BE" b="1"/>
              <a:t>Afhankelijke t-toets</a:t>
            </a:r>
          </a:p>
          <a:p>
            <a:pPr lvl="2"/>
            <a:r>
              <a:rPr lang="nl-BE"/>
              <a:t>Vergelijken van </a:t>
            </a:r>
            <a:r>
              <a:rPr lang="nl-BE" b="1" u="sng"/>
              <a:t>afhankelijke groepen </a:t>
            </a:r>
            <a:r>
              <a:rPr lang="nl-BE"/>
              <a:t>(bv. levenstevredenheid wave 1 </a:t>
            </a:r>
            <a:r>
              <a:rPr lang="nl-BE" err="1"/>
              <a:t>vs</a:t>
            </a:r>
            <a:r>
              <a:rPr lang="nl-BE"/>
              <a:t> wave 2)</a:t>
            </a:r>
          </a:p>
          <a:p>
            <a:pPr lvl="2"/>
            <a:r>
              <a:rPr lang="nl-BE"/>
              <a:t>Niet voldaan aan assumptie(s)?</a:t>
            </a:r>
          </a:p>
          <a:p>
            <a:pPr lvl="3"/>
            <a:r>
              <a:rPr lang="nl-BE" b="1"/>
              <a:t>Wilcoxon rangteken toets </a:t>
            </a:r>
            <a:r>
              <a:rPr lang="nl-BE"/>
              <a:t>= non-parametrisch alternatief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512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C2CD5-53DF-4A00-B5D9-6219B55A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B08EB8F-3F8B-4C10-8E9B-C5A5FAEBE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nl-BE" b="1"/>
                  <a:t>t-toets voor één steekproef</a:t>
                </a:r>
              </a:p>
              <a:p>
                <a:pPr lvl="2"/>
                <a:r>
                  <a:rPr lang="nl-BE"/>
                  <a:t>Vergelijkt gemiddelde van een steekproef met bepaalde vooropgestelde waarde</a:t>
                </a:r>
              </a:p>
              <a:p>
                <a:pPr lvl="2"/>
                <a:r>
                  <a:rPr lang="nl-BE"/>
                  <a:t>Bv. Onderzoek in 2019: gemiddelde levenstevredenheid = 6.82 (min 0, max 10), ruwe data niet beschikbaar.</a:t>
                </a:r>
              </a:p>
              <a:p>
                <a:pPr lvl="3"/>
                <a:r>
                  <a:rPr lang="nl-BE"/>
                  <a:t>Jij verzamelde zelf data in 2020 en komt op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/>
                  <a:t> = 6.5   verschillen beide gemiddeldes significant van elkaar?</a:t>
                </a:r>
              </a:p>
              <a:p>
                <a:endParaRPr lang="nl-BE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B08EB8F-3F8B-4C10-8E9B-C5A5FAEBE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FD4114-0D16-48A6-9CBD-004889C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15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Opgave 1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</a:t>
            </a:r>
          </a:p>
          <a:p>
            <a:r>
              <a:rPr lang="nl-BE" dirty="0"/>
              <a:t>Open ‘DATA_WAVE1_WAVE2_CenW.sav’. Voelen respondenten zich één jaar na het begin van de coronaperiode significant meer of minder angstig (W2_Angst1 t.e.m. W2_Angst4) dan in het begin van de coronaperiode (W1_Angst1 t.e.m. W1_Angst4)?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1800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SPSS-WERKCOLLEGE 4</a:t>
            </a:r>
          </a:p>
        </p:txBody>
      </p:sp>
    </p:spTree>
    <p:extLst>
      <p:ext uri="{BB962C8B-B14F-4D97-AF65-F5344CB8AC3E}">
        <p14:creationId xmlns:p14="http://schemas.microsoft.com/office/powerpoint/2010/main" val="373232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‘DATA_WAVE1_CenW.sav’. Hebben ouders (W1_Ouder) significant meer of minder eenzame gevoelens (W1_Eenz1 t.e.m. W1_Eenz3) dan respondenten die geen ouder zijn?</a:t>
            </a: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4755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Opgave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SPSS-WERKCOLLEGE 4</a:t>
            </a:r>
          </a:p>
        </p:txBody>
      </p:sp>
    </p:spTree>
    <p:extLst>
      <p:ext uri="{BB962C8B-B14F-4D97-AF65-F5344CB8AC3E}">
        <p14:creationId xmlns:p14="http://schemas.microsoft.com/office/powerpoint/2010/main" val="167193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‘DATA_WAVE1_CenW.sav’. Je leest een Amerikaans rapport dat handelt over eenzaamheidsgevoelens bij 18+ -personen. De onderzoekers hebben gebruik gemaakt van dezelfde items die eenzaamheidsgevoelens meten en </a:t>
            </a:r>
            <a:r>
              <a:rPr lang="nl-BE" u="sng" dirty="0"/>
              <a:t>rapporteren een gemiddelde eenzaamheid van 3.25</a:t>
            </a:r>
            <a:r>
              <a:rPr lang="nl-BE" dirty="0"/>
              <a:t>. Is dit gemiddelde significant hoger of lager dan deze uit de eerste wave van de Amerikaanse studie (W1_Eenz1 tot en met W1_Eenz4)?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3790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829EE-E84C-4356-83EA-58A3EC2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Nog meer 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E490A1-2B9C-4218-B91B-BD1026FC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>
                <a:solidFill>
                  <a:srgbClr val="002060"/>
                </a:solidFill>
              </a:rPr>
              <a:t>Zie handboek en QR-code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A16FA6-05F8-482B-B342-24F3B70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399528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335687-23C4-4A0C-B05E-C4FB348DC452}">
  <ds:schemaRefs>
    <ds:schemaRef ds:uri="6f55e950-31a6-446f-893a-ec17b70e2fc0"/>
    <ds:schemaRef ds:uri="8f55a228-4e6a-4e20-9588-cb37277e13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038F6D0-C956-4627-8011-D89B0CC11700}">
  <ds:schemaRefs>
    <ds:schemaRef ds:uri="6f55e950-31a6-446f-893a-ec17b70e2fc0"/>
    <ds:schemaRef ds:uri="8f55a228-4e6a-4e20-9588-cb37277e13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0</TotalTime>
  <Words>534</Words>
  <Application>Microsoft Office PowerPoint</Application>
  <PresentationFormat>Aangepast</PresentationFormat>
  <Paragraphs>71</Paragraphs>
  <Slides>13</Slides>
  <Notes>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Symbol</vt:lpstr>
      <vt:lpstr>Verdana</vt:lpstr>
      <vt:lpstr>Wingdings</vt:lpstr>
      <vt:lpstr>Powerpoint_UGent_EN_PS</vt:lpstr>
      <vt:lpstr>Spss-werkcollege 4 (XX/XX)  </vt:lpstr>
      <vt:lpstr>H10 twee gemiddelden vergelijken</vt:lpstr>
      <vt:lpstr>Inleiding</vt:lpstr>
      <vt:lpstr>Inleiding</vt:lpstr>
      <vt:lpstr>Inleiding</vt:lpstr>
      <vt:lpstr>Inleiding</vt:lpstr>
      <vt:lpstr>Opgave 1</vt:lpstr>
      <vt:lpstr>Opgave 1: Verband Tijd x Angst</vt:lpstr>
      <vt:lpstr>Opgave 2</vt:lpstr>
      <vt:lpstr>Opgave 2: Verband Ouder x Eenzaamheid</vt:lpstr>
      <vt:lpstr>Opgave 3</vt:lpstr>
      <vt:lpstr>Opgave 3: data vergelijken met gemiddelde waarde</vt:lpstr>
      <vt:lpstr>Nog meer oefeningen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2</cp:revision>
  <cp:lastPrinted>2022-09-25T19:30:31Z</cp:lastPrinted>
  <dcterms:created xsi:type="dcterms:W3CDTF">2016-09-23T07:15:13Z</dcterms:created>
  <dcterms:modified xsi:type="dcterms:W3CDTF">2024-11-21T16:34:23Z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