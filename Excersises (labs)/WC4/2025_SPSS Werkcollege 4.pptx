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9" r:id="rId5"/>
  </p:sldMasterIdLst>
  <p:notesMasterIdLst>
    <p:notesMasterId r:id="rId91"/>
  </p:notesMasterIdLst>
  <p:handoutMasterIdLst>
    <p:handoutMasterId r:id="rId92"/>
  </p:handoutMasterIdLst>
  <p:sldIdLst>
    <p:sldId id="259" r:id="rId6"/>
    <p:sldId id="1721" r:id="rId7"/>
    <p:sldId id="1949" r:id="rId8"/>
    <p:sldId id="1951" r:id="rId9"/>
    <p:sldId id="1950" r:id="rId10"/>
    <p:sldId id="1732" r:id="rId11"/>
    <p:sldId id="1769" r:id="rId12"/>
    <p:sldId id="1680" r:id="rId13"/>
    <p:sldId id="1748" r:id="rId14"/>
    <p:sldId id="1952" r:id="rId15"/>
    <p:sldId id="1835" r:id="rId16"/>
    <p:sldId id="1707" r:id="rId17"/>
    <p:sldId id="1784" r:id="rId18"/>
    <p:sldId id="1985" r:id="rId19"/>
    <p:sldId id="1785" r:id="rId20"/>
    <p:sldId id="1955" r:id="rId21"/>
    <p:sldId id="1956" r:id="rId22"/>
    <p:sldId id="1788" r:id="rId23"/>
    <p:sldId id="1789" r:id="rId24"/>
    <p:sldId id="1957" r:id="rId25"/>
    <p:sldId id="1709" r:id="rId26"/>
    <p:sldId id="1791" r:id="rId27"/>
    <p:sldId id="1779" r:id="rId28"/>
    <p:sldId id="1780" r:id="rId29"/>
    <p:sldId id="1958" r:id="rId30"/>
    <p:sldId id="1781" r:id="rId31"/>
    <p:sldId id="1986" r:id="rId32"/>
    <p:sldId id="1772" r:id="rId33"/>
    <p:sldId id="1960" r:id="rId34"/>
    <p:sldId id="1962" r:id="rId35"/>
    <p:sldId id="1964" r:id="rId36"/>
    <p:sldId id="1968" r:id="rId37"/>
    <p:sldId id="1965" r:id="rId38"/>
    <p:sldId id="1830" r:id="rId39"/>
    <p:sldId id="1969" r:id="rId40"/>
    <p:sldId id="1797" r:id="rId41"/>
    <p:sldId id="1798" r:id="rId42"/>
    <p:sldId id="1970" r:id="rId43"/>
    <p:sldId id="1799" r:id="rId44"/>
    <p:sldId id="1971" r:id="rId45"/>
    <p:sldId id="1973" r:id="rId46"/>
    <p:sldId id="1972" r:id="rId47"/>
    <p:sldId id="1974" r:id="rId48"/>
    <p:sldId id="1881" r:id="rId49"/>
    <p:sldId id="1859" r:id="rId50"/>
    <p:sldId id="1988" r:id="rId51"/>
    <p:sldId id="1882" r:id="rId52"/>
    <p:sldId id="1860" r:id="rId53"/>
    <p:sldId id="1987" r:id="rId54"/>
    <p:sldId id="1865" r:id="rId55"/>
    <p:sldId id="1976" r:id="rId56"/>
    <p:sldId id="1866" r:id="rId57"/>
    <p:sldId id="1977" r:id="rId58"/>
    <p:sldId id="1666" r:id="rId59"/>
    <p:sldId id="1668" r:id="rId60"/>
    <p:sldId id="1874" r:id="rId61"/>
    <p:sldId id="1670" r:id="rId62"/>
    <p:sldId id="1978" r:id="rId63"/>
    <p:sldId id="1975" r:id="rId64"/>
    <p:sldId id="1736" r:id="rId65"/>
    <p:sldId id="1883" r:id="rId66"/>
    <p:sldId id="1884" r:id="rId67"/>
    <p:sldId id="1979" r:id="rId68"/>
    <p:sldId id="1752" r:id="rId69"/>
    <p:sldId id="1758" r:id="rId70"/>
    <p:sldId id="1759" r:id="rId71"/>
    <p:sldId id="1878" r:id="rId72"/>
    <p:sldId id="1879" r:id="rId73"/>
    <p:sldId id="1885" r:id="rId74"/>
    <p:sldId id="1880" r:id="rId75"/>
    <p:sldId id="1980" r:id="rId76"/>
    <p:sldId id="1981" r:id="rId77"/>
    <p:sldId id="1982" r:id="rId78"/>
    <p:sldId id="1983" r:id="rId79"/>
    <p:sldId id="1984" r:id="rId80"/>
    <p:sldId id="1893" r:id="rId81"/>
    <p:sldId id="1894" r:id="rId82"/>
    <p:sldId id="1895" r:id="rId83"/>
    <p:sldId id="1896" r:id="rId84"/>
    <p:sldId id="1897" r:id="rId85"/>
    <p:sldId id="1898" r:id="rId86"/>
    <p:sldId id="1818" r:id="rId87"/>
    <p:sldId id="1901" r:id="rId88"/>
    <p:sldId id="1902" r:id="rId89"/>
    <p:sldId id="1614" r:id="rId90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1949"/>
            <p14:sldId id="1951"/>
            <p14:sldId id="1950"/>
            <p14:sldId id="1732"/>
            <p14:sldId id="1769"/>
            <p14:sldId id="1680"/>
            <p14:sldId id="1748"/>
            <p14:sldId id="1952"/>
            <p14:sldId id="1835"/>
            <p14:sldId id="1707"/>
            <p14:sldId id="1784"/>
            <p14:sldId id="1985"/>
            <p14:sldId id="1785"/>
            <p14:sldId id="1955"/>
            <p14:sldId id="1956"/>
            <p14:sldId id="1788"/>
            <p14:sldId id="1789"/>
            <p14:sldId id="1957"/>
            <p14:sldId id="1709"/>
            <p14:sldId id="1791"/>
            <p14:sldId id="1779"/>
            <p14:sldId id="1780"/>
            <p14:sldId id="1958"/>
            <p14:sldId id="1781"/>
            <p14:sldId id="1986"/>
            <p14:sldId id="1772"/>
            <p14:sldId id="1960"/>
            <p14:sldId id="1962"/>
            <p14:sldId id="1964"/>
            <p14:sldId id="1968"/>
            <p14:sldId id="1965"/>
            <p14:sldId id="1830"/>
            <p14:sldId id="1969"/>
            <p14:sldId id="1797"/>
            <p14:sldId id="1798"/>
            <p14:sldId id="1970"/>
            <p14:sldId id="1799"/>
            <p14:sldId id="1971"/>
            <p14:sldId id="1973"/>
            <p14:sldId id="1972"/>
            <p14:sldId id="1974"/>
            <p14:sldId id="1881"/>
            <p14:sldId id="1859"/>
            <p14:sldId id="1988"/>
            <p14:sldId id="1882"/>
            <p14:sldId id="1860"/>
            <p14:sldId id="1987"/>
            <p14:sldId id="1865"/>
            <p14:sldId id="1976"/>
            <p14:sldId id="1866"/>
            <p14:sldId id="1977"/>
            <p14:sldId id="1666"/>
            <p14:sldId id="1668"/>
            <p14:sldId id="1874"/>
            <p14:sldId id="1670"/>
            <p14:sldId id="1978"/>
            <p14:sldId id="1975"/>
            <p14:sldId id="1736"/>
            <p14:sldId id="1883"/>
            <p14:sldId id="1884"/>
            <p14:sldId id="1979"/>
            <p14:sldId id="1752"/>
            <p14:sldId id="1758"/>
            <p14:sldId id="1759"/>
            <p14:sldId id="1878"/>
            <p14:sldId id="1879"/>
            <p14:sldId id="1885"/>
            <p14:sldId id="1880"/>
            <p14:sldId id="1980"/>
            <p14:sldId id="1981"/>
            <p14:sldId id="1982"/>
            <p14:sldId id="1983"/>
            <p14:sldId id="1984"/>
            <p14:sldId id="1893"/>
            <p14:sldId id="1894"/>
            <p14:sldId id="1895"/>
            <p14:sldId id="1896"/>
            <p14:sldId id="1897"/>
            <p14:sldId id="1898"/>
            <p14:sldId id="1818"/>
            <p14:sldId id="1901"/>
            <p14:sldId id="1902"/>
            <p14:sldId id="16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1D2ED5F-A5E0-77FD-249A-9FC48669DA58}" name="Fauve Duprez" initials="FD" userId="S::Fauve.Duprez@UGent.be::59fdc1fb-507d-4cdb-a31c-e3fd651e0a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80C0E0"/>
    <a:srgbClr val="4472C4"/>
    <a:srgbClr val="DC8621"/>
    <a:srgbClr val="5D9CC7"/>
    <a:srgbClr val="5B9BD5"/>
    <a:srgbClr val="8FBBE2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40080-45A7-4910-8ECC-FBD2331CD953}" v="74" dt="2024-11-21T16:18:29.978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26" y="139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slide" Target="slides/slide84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viewProps" Target="viewProps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tableStyles" Target="tableStyles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microsoft.com/office/2018/10/relationships/authors" Target="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commentAuthors" Target="commentAuthors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A8140080-45A7-4910-8ECC-FBD2331CD953}"/>
    <pc:docChg chg="undo redo custSel addSld delSld modSld sldOrd modSection">
      <pc:chgData name="Fauve Duprez" userId="59fdc1fb-507d-4cdb-a31c-e3fd651e0acf" providerId="ADAL" clId="{A8140080-45A7-4910-8ECC-FBD2331CD953}" dt="2024-11-21T16:28:23.938" v="2418" actId="1076"/>
      <pc:docMkLst>
        <pc:docMk/>
      </pc:docMkLst>
      <pc:sldChg chg="modSp mod">
        <pc:chgData name="Fauve Duprez" userId="59fdc1fb-507d-4cdb-a31c-e3fd651e0acf" providerId="ADAL" clId="{A8140080-45A7-4910-8ECC-FBD2331CD953}" dt="2024-11-21T13:45:39.149" v="11" actId="20577"/>
        <pc:sldMkLst>
          <pc:docMk/>
          <pc:sldMk cId="4162507869" sldId="259"/>
        </pc:sldMkLst>
        <pc:spChg chg="mod">
          <ac:chgData name="Fauve Duprez" userId="59fdc1fb-507d-4cdb-a31c-e3fd651e0acf" providerId="ADAL" clId="{A8140080-45A7-4910-8ECC-FBD2331CD953}" dt="2024-11-21T13:45:33.473" v="7" actId="20577"/>
          <ac:spMkLst>
            <pc:docMk/>
            <pc:sldMk cId="4162507869" sldId="259"/>
            <ac:spMk id="2" creationId="{1D528B7A-3168-440C-A60C-A036931164EC}"/>
          </ac:spMkLst>
        </pc:spChg>
        <pc:spChg chg="mod">
          <ac:chgData name="Fauve Duprez" userId="59fdc1fb-507d-4cdb-a31c-e3fd651e0acf" providerId="ADAL" clId="{A8140080-45A7-4910-8ECC-FBD2331CD953}" dt="2024-11-21T13:45:39.149" v="11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5:21:22.577" v="1329" actId="1076"/>
        <pc:sldMkLst>
          <pc:docMk/>
          <pc:sldMk cId="87977084" sldId="1666"/>
        </pc:sldMkLst>
        <pc:spChg chg="mod">
          <ac:chgData name="Fauve Duprez" userId="59fdc1fb-507d-4cdb-a31c-e3fd651e0acf" providerId="ADAL" clId="{A8140080-45A7-4910-8ECC-FBD2331CD953}" dt="2024-11-21T15:08:45.716" v="1063"/>
          <ac:spMkLst>
            <pc:docMk/>
            <pc:sldMk cId="87977084" sldId="1666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5:18:44.887" v="1310" actId="20577"/>
          <ac:spMkLst>
            <pc:docMk/>
            <pc:sldMk cId="87977084" sldId="1666"/>
            <ac:spMk id="6" creationId="{D218D92A-74AD-49F8-A8A9-AD801B689B50}"/>
          </ac:spMkLst>
        </pc:spChg>
        <pc:spChg chg="add del mod">
          <ac:chgData name="Fauve Duprez" userId="59fdc1fb-507d-4cdb-a31c-e3fd651e0acf" providerId="ADAL" clId="{A8140080-45A7-4910-8ECC-FBD2331CD953}" dt="2024-11-21T15:20:27.177" v="1314" actId="478"/>
          <ac:spMkLst>
            <pc:docMk/>
            <pc:sldMk cId="87977084" sldId="1666"/>
            <ac:spMk id="17" creationId="{DBC1F5FA-EE1C-E74C-7837-E04A660024C5}"/>
          </ac:spMkLst>
        </pc:spChg>
        <pc:spChg chg="mod">
          <ac:chgData name="Fauve Duprez" userId="59fdc1fb-507d-4cdb-a31c-e3fd651e0acf" providerId="ADAL" clId="{A8140080-45A7-4910-8ECC-FBD2331CD953}" dt="2024-11-21T15:21:22.577" v="1329" actId="1076"/>
          <ac:spMkLst>
            <pc:docMk/>
            <pc:sldMk cId="87977084" sldId="1666"/>
            <ac:spMk id="34" creationId="{C80E484F-3423-47AB-BCBA-3A891D8FA953}"/>
          </ac:spMkLst>
        </pc:spChg>
        <pc:grpChg chg="del">
          <ac:chgData name="Fauve Duprez" userId="59fdc1fb-507d-4cdb-a31c-e3fd651e0acf" providerId="ADAL" clId="{A8140080-45A7-4910-8ECC-FBD2331CD953}" dt="2024-11-21T15:18:17.587" v="1287" actId="478"/>
          <ac:grpSpMkLst>
            <pc:docMk/>
            <pc:sldMk cId="87977084" sldId="1666"/>
            <ac:grpSpMk id="9" creationId="{9CC1CFB6-59E5-4C44-8E41-51C238292A7F}"/>
          </ac:grpSpMkLst>
        </pc:grpChg>
        <pc:grpChg chg="del">
          <ac:chgData name="Fauve Duprez" userId="59fdc1fb-507d-4cdb-a31c-e3fd651e0acf" providerId="ADAL" clId="{A8140080-45A7-4910-8ECC-FBD2331CD953}" dt="2024-11-21T15:20:19.827" v="1311" actId="478"/>
          <ac:grpSpMkLst>
            <pc:docMk/>
            <pc:sldMk cId="87977084" sldId="1666"/>
            <ac:grpSpMk id="13" creationId="{74848B95-A8B6-4190-8A76-5925125ED4B9}"/>
          </ac:grpSpMkLst>
        </pc:grpChg>
        <pc:grpChg chg="del">
          <ac:chgData name="Fauve Duprez" userId="59fdc1fb-507d-4cdb-a31c-e3fd651e0acf" providerId="ADAL" clId="{A8140080-45A7-4910-8ECC-FBD2331CD953}" dt="2024-11-21T15:20:19.827" v="1311" actId="478"/>
          <ac:grpSpMkLst>
            <pc:docMk/>
            <pc:sldMk cId="87977084" sldId="1666"/>
            <ac:grpSpMk id="21" creationId="{20A981D7-A7E5-4D73-AF05-171DE94228AE}"/>
          </ac:grpSpMkLst>
        </pc:grpChg>
        <pc:grpChg chg="del mod">
          <ac:chgData name="Fauve Duprez" userId="59fdc1fb-507d-4cdb-a31c-e3fd651e0acf" providerId="ADAL" clId="{A8140080-45A7-4910-8ECC-FBD2331CD953}" dt="2024-11-21T15:18:21.797" v="1290" actId="478"/>
          <ac:grpSpMkLst>
            <pc:docMk/>
            <pc:sldMk cId="87977084" sldId="1666"/>
            <ac:grpSpMk id="26" creationId="{9D5645BC-CD74-4587-95BD-3153464CB681}"/>
          </ac:grpSpMkLst>
        </pc:grpChg>
        <pc:grpChg chg="del">
          <ac:chgData name="Fauve Duprez" userId="59fdc1fb-507d-4cdb-a31c-e3fd651e0acf" providerId="ADAL" clId="{A8140080-45A7-4910-8ECC-FBD2331CD953}" dt="2024-11-21T15:20:19.827" v="1311" actId="478"/>
          <ac:grpSpMkLst>
            <pc:docMk/>
            <pc:sldMk cId="87977084" sldId="1666"/>
            <ac:grpSpMk id="28" creationId="{934B43BD-5546-4994-9FB6-47934D7E33A3}"/>
          </ac:grpSpMkLst>
        </pc:grpChg>
        <pc:grpChg chg="del">
          <ac:chgData name="Fauve Duprez" userId="59fdc1fb-507d-4cdb-a31c-e3fd651e0acf" providerId="ADAL" clId="{A8140080-45A7-4910-8ECC-FBD2331CD953}" dt="2024-11-21T15:21:04.376" v="1323" actId="478"/>
          <ac:grpSpMkLst>
            <pc:docMk/>
            <pc:sldMk cId="87977084" sldId="1666"/>
            <ac:grpSpMk id="35" creationId="{AB2C7FC8-33CF-431B-B321-5BDE95CD7471}"/>
          </ac:grpSpMkLst>
        </pc:grpChg>
        <pc:grpChg chg="del">
          <ac:chgData name="Fauve Duprez" userId="59fdc1fb-507d-4cdb-a31c-e3fd651e0acf" providerId="ADAL" clId="{A8140080-45A7-4910-8ECC-FBD2331CD953}" dt="2024-11-21T15:20:19.827" v="1311" actId="478"/>
          <ac:grpSpMkLst>
            <pc:docMk/>
            <pc:sldMk cId="87977084" sldId="1666"/>
            <ac:grpSpMk id="38" creationId="{AAC41CFE-A5EB-4167-A096-225887150665}"/>
          </ac:grpSpMkLst>
        </pc:grpChg>
        <pc:grpChg chg="del">
          <ac:chgData name="Fauve Duprez" userId="59fdc1fb-507d-4cdb-a31c-e3fd651e0acf" providerId="ADAL" clId="{A8140080-45A7-4910-8ECC-FBD2331CD953}" dt="2024-11-21T15:20:19.827" v="1311" actId="478"/>
          <ac:grpSpMkLst>
            <pc:docMk/>
            <pc:sldMk cId="87977084" sldId="1666"/>
            <ac:grpSpMk id="41" creationId="{300D482C-E9ED-42C7-A337-47B1EEAB4F75}"/>
          </ac:grpSpMkLst>
        </pc:grpChg>
        <pc:picChg chg="del">
          <ac:chgData name="Fauve Duprez" userId="59fdc1fb-507d-4cdb-a31c-e3fd651e0acf" providerId="ADAL" clId="{A8140080-45A7-4910-8ECC-FBD2331CD953}" dt="2024-11-21T15:20:19.827" v="1311" actId="478"/>
          <ac:picMkLst>
            <pc:docMk/>
            <pc:sldMk cId="87977084" sldId="1666"/>
            <ac:picMk id="3" creationId="{127CEAC5-BDD0-4C30-B46C-6723A4093A60}"/>
          </ac:picMkLst>
        </pc:picChg>
        <pc:picChg chg="add mod">
          <ac:chgData name="Fauve Duprez" userId="59fdc1fb-507d-4cdb-a31c-e3fd651e0acf" providerId="ADAL" clId="{A8140080-45A7-4910-8ECC-FBD2331CD953}" dt="2024-11-21T15:18:34.103" v="1294" actId="1076"/>
          <ac:picMkLst>
            <pc:docMk/>
            <pc:sldMk cId="87977084" sldId="1666"/>
            <ac:picMk id="4" creationId="{17202FD9-A1DA-A778-C662-98AAB6E99B35}"/>
          </ac:picMkLst>
        </pc:picChg>
        <pc:picChg chg="del">
          <ac:chgData name="Fauve Duprez" userId="59fdc1fb-507d-4cdb-a31c-e3fd651e0acf" providerId="ADAL" clId="{A8140080-45A7-4910-8ECC-FBD2331CD953}" dt="2024-11-21T15:18:12.127" v="1283" actId="478"/>
          <ac:picMkLst>
            <pc:docMk/>
            <pc:sldMk cId="87977084" sldId="1666"/>
            <ac:picMk id="8" creationId="{A5241E6A-32AD-4B71-91D7-941CB76BB99F}"/>
          </ac:picMkLst>
        </pc:picChg>
        <pc:picChg chg="del mod">
          <ac:chgData name="Fauve Duprez" userId="59fdc1fb-507d-4cdb-a31c-e3fd651e0acf" providerId="ADAL" clId="{A8140080-45A7-4910-8ECC-FBD2331CD953}" dt="2024-11-21T15:20:57.217" v="1320" actId="478"/>
          <ac:picMkLst>
            <pc:docMk/>
            <pc:sldMk cId="87977084" sldId="1666"/>
            <ac:picMk id="12" creationId="{4B389DE0-2393-4DC1-8B33-1127B21CE4CA}"/>
          </ac:picMkLst>
        </pc:picChg>
        <pc:picChg chg="add mod">
          <ac:chgData name="Fauve Duprez" userId="59fdc1fb-507d-4cdb-a31c-e3fd651e0acf" providerId="ADAL" clId="{A8140080-45A7-4910-8ECC-FBD2331CD953}" dt="2024-11-21T15:20:36.687" v="1319" actId="14100"/>
          <ac:picMkLst>
            <pc:docMk/>
            <pc:sldMk cId="87977084" sldId="1666"/>
            <ac:picMk id="19" creationId="{5ADC525E-0784-DF69-BC21-7CF5D38B3A8E}"/>
          </ac:picMkLst>
        </pc:picChg>
        <pc:picChg chg="add mod">
          <ac:chgData name="Fauve Duprez" userId="59fdc1fb-507d-4cdb-a31c-e3fd651e0acf" providerId="ADAL" clId="{A8140080-45A7-4910-8ECC-FBD2331CD953}" dt="2024-11-21T15:21:18.452" v="1328" actId="1076"/>
          <ac:picMkLst>
            <pc:docMk/>
            <pc:sldMk cId="87977084" sldId="1666"/>
            <ac:picMk id="24" creationId="{3530B805-F61F-3DD7-5337-715B179D5B7E}"/>
          </ac:picMkLst>
        </pc:picChg>
        <pc:cxnChg chg="del">
          <ac:chgData name="Fauve Duprez" userId="59fdc1fb-507d-4cdb-a31c-e3fd651e0acf" providerId="ADAL" clId="{A8140080-45A7-4910-8ECC-FBD2331CD953}" dt="2024-11-21T15:20:22.347" v="1312" actId="478"/>
          <ac:cxnSpMkLst>
            <pc:docMk/>
            <pc:sldMk cId="87977084" sldId="1666"/>
            <ac:cxnSpMk id="16" creationId="{11B08AB0-D1EA-48C6-9877-20FEF54C6D59}"/>
          </ac:cxnSpMkLst>
        </pc:cxnChg>
        <pc:cxnChg chg="del">
          <ac:chgData name="Fauve Duprez" userId="59fdc1fb-507d-4cdb-a31c-e3fd651e0acf" providerId="ADAL" clId="{A8140080-45A7-4910-8ECC-FBD2331CD953}" dt="2024-11-21T15:20:24.487" v="1313" actId="478"/>
          <ac:cxnSpMkLst>
            <pc:docMk/>
            <pc:sldMk cId="87977084" sldId="1666"/>
            <ac:cxnSpMk id="27" creationId="{3086E10F-F7AE-47B1-A99E-228250FF8227}"/>
          </ac:cxnSpMkLst>
        </pc:cxnChg>
      </pc:sldChg>
      <pc:sldChg chg="addSp delSp modSp mod">
        <pc:chgData name="Fauve Duprez" userId="59fdc1fb-507d-4cdb-a31c-e3fd651e0acf" providerId="ADAL" clId="{A8140080-45A7-4910-8ECC-FBD2331CD953}" dt="2024-11-21T15:24:12.727" v="1375" actId="1076"/>
        <pc:sldMkLst>
          <pc:docMk/>
          <pc:sldMk cId="3670847624" sldId="1668"/>
        </pc:sldMkLst>
        <pc:spChg chg="mod">
          <ac:chgData name="Fauve Duprez" userId="59fdc1fb-507d-4cdb-a31c-e3fd651e0acf" providerId="ADAL" clId="{A8140080-45A7-4910-8ECC-FBD2331CD953}" dt="2024-11-21T15:08:48.291" v="1064"/>
          <ac:spMkLst>
            <pc:docMk/>
            <pc:sldMk cId="3670847624" sldId="1668"/>
            <ac:spMk id="5" creationId="{3A004925-A370-44E2-A732-52A6295CBDEB}"/>
          </ac:spMkLst>
        </pc:spChg>
        <pc:spChg chg="del">
          <ac:chgData name="Fauve Duprez" userId="59fdc1fb-507d-4cdb-a31c-e3fd651e0acf" providerId="ADAL" clId="{A8140080-45A7-4910-8ECC-FBD2331CD953}" dt="2024-11-21T15:22:31.001" v="1335" actId="478"/>
          <ac:spMkLst>
            <pc:docMk/>
            <pc:sldMk cId="3670847624" sldId="1668"/>
            <ac:spMk id="9" creationId="{87062B0F-5811-420D-A17E-658D7E10D205}"/>
          </ac:spMkLst>
        </pc:spChg>
        <pc:spChg chg="del">
          <ac:chgData name="Fauve Duprez" userId="59fdc1fb-507d-4cdb-a31c-e3fd651e0acf" providerId="ADAL" clId="{A8140080-45A7-4910-8ECC-FBD2331CD953}" dt="2024-11-21T15:23:23.547" v="1341" actId="478"/>
          <ac:spMkLst>
            <pc:docMk/>
            <pc:sldMk cId="3670847624" sldId="1668"/>
            <ac:spMk id="10" creationId="{A2E199BB-E155-4AD2-A173-E8C23D1EB5EE}"/>
          </ac:spMkLst>
        </pc:spChg>
        <pc:spChg chg="del">
          <ac:chgData name="Fauve Duprez" userId="59fdc1fb-507d-4cdb-a31c-e3fd651e0acf" providerId="ADAL" clId="{A8140080-45A7-4910-8ECC-FBD2331CD953}" dt="2024-11-21T15:23:25.687" v="1342" actId="478"/>
          <ac:spMkLst>
            <pc:docMk/>
            <pc:sldMk cId="3670847624" sldId="1668"/>
            <ac:spMk id="15" creationId="{72D2D461-DB2A-4A79-9EFE-72837515809F}"/>
          </ac:spMkLst>
        </pc:spChg>
        <pc:spChg chg="del">
          <ac:chgData name="Fauve Duprez" userId="59fdc1fb-507d-4cdb-a31c-e3fd651e0acf" providerId="ADAL" clId="{A8140080-45A7-4910-8ECC-FBD2331CD953}" dt="2024-11-21T15:23:23.547" v="1341" actId="478"/>
          <ac:spMkLst>
            <pc:docMk/>
            <pc:sldMk cId="3670847624" sldId="1668"/>
            <ac:spMk id="16" creationId="{832ED483-A824-427E-8700-5234419C810C}"/>
          </ac:spMkLst>
        </pc:spChg>
        <pc:spChg chg="del">
          <ac:chgData name="Fauve Duprez" userId="59fdc1fb-507d-4cdb-a31c-e3fd651e0acf" providerId="ADAL" clId="{A8140080-45A7-4910-8ECC-FBD2331CD953}" dt="2024-11-21T15:23:23.547" v="1341" actId="478"/>
          <ac:spMkLst>
            <pc:docMk/>
            <pc:sldMk cId="3670847624" sldId="1668"/>
            <ac:spMk id="17" creationId="{BBBFF628-B181-435A-A768-7177B77A59AF}"/>
          </ac:spMkLst>
        </pc:spChg>
        <pc:spChg chg="mod">
          <ac:chgData name="Fauve Duprez" userId="59fdc1fb-507d-4cdb-a31c-e3fd651e0acf" providerId="ADAL" clId="{A8140080-45A7-4910-8ECC-FBD2331CD953}" dt="2024-11-21T15:24:12.727" v="1375" actId="1076"/>
          <ac:spMkLst>
            <pc:docMk/>
            <pc:sldMk cId="3670847624" sldId="1668"/>
            <ac:spMk id="27" creationId="{90E12F85-F281-4B37-8841-738766232637}"/>
          </ac:spMkLst>
        </pc:spChg>
        <pc:picChg chg="del">
          <ac:chgData name="Fauve Duprez" userId="59fdc1fb-507d-4cdb-a31c-e3fd651e0acf" providerId="ADAL" clId="{A8140080-45A7-4910-8ECC-FBD2331CD953}" dt="2024-11-21T15:22:29.549" v="1334" actId="478"/>
          <ac:picMkLst>
            <pc:docMk/>
            <pc:sldMk cId="3670847624" sldId="1668"/>
            <ac:picMk id="2" creationId="{D05017B2-61C4-42B6-9FCD-1D9EAD59095A}"/>
          </ac:picMkLst>
        </pc:picChg>
        <pc:picChg chg="del mod">
          <ac:chgData name="Fauve Duprez" userId="59fdc1fb-507d-4cdb-a31c-e3fd651e0acf" providerId="ADAL" clId="{A8140080-45A7-4910-8ECC-FBD2331CD953}" dt="2024-11-21T15:23:19.179" v="1340" actId="478"/>
          <ac:picMkLst>
            <pc:docMk/>
            <pc:sldMk cId="3670847624" sldId="1668"/>
            <ac:picMk id="3" creationId="{756A4041-57AE-4D41-96D2-8315E1491234}"/>
          </ac:picMkLst>
        </pc:picChg>
        <pc:picChg chg="add mod">
          <ac:chgData name="Fauve Duprez" userId="59fdc1fb-507d-4cdb-a31c-e3fd651e0acf" providerId="ADAL" clId="{A8140080-45A7-4910-8ECC-FBD2331CD953}" dt="2024-11-21T15:22:06.467" v="1333" actId="14100"/>
          <ac:picMkLst>
            <pc:docMk/>
            <pc:sldMk cId="3670847624" sldId="1668"/>
            <ac:picMk id="7" creationId="{9F50B53C-8D44-74F1-B107-E6524EB7BBEF}"/>
          </ac:picMkLst>
        </pc:picChg>
        <pc:picChg chg="del">
          <ac:chgData name="Fauve Duprez" userId="59fdc1fb-507d-4cdb-a31c-e3fd651e0acf" providerId="ADAL" clId="{A8140080-45A7-4910-8ECC-FBD2331CD953}" dt="2024-11-21T15:22:00.617" v="1330" actId="478"/>
          <ac:picMkLst>
            <pc:docMk/>
            <pc:sldMk cId="3670847624" sldId="1668"/>
            <ac:picMk id="11" creationId="{37818BD0-BA08-50B5-7D39-186E578422A7}"/>
          </ac:picMkLst>
        </pc:picChg>
        <pc:picChg chg="add mod">
          <ac:chgData name="Fauve Duprez" userId="59fdc1fb-507d-4cdb-a31c-e3fd651e0acf" providerId="ADAL" clId="{A8140080-45A7-4910-8ECC-FBD2331CD953}" dt="2024-11-21T15:22:37.248" v="1338" actId="14100"/>
          <ac:picMkLst>
            <pc:docMk/>
            <pc:sldMk cId="3670847624" sldId="1668"/>
            <ac:picMk id="12" creationId="{7A816A1E-548C-0961-D5FF-74928EFD180D}"/>
          </ac:picMkLst>
        </pc:picChg>
        <pc:picChg chg="add mod">
          <ac:chgData name="Fauve Duprez" userId="59fdc1fb-507d-4cdb-a31c-e3fd651e0acf" providerId="ADAL" clId="{A8140080-45A7-4910-8ECC-FBD2331CD953}" dt="2024-11-21T15:24:10.137" v="1374" actId="1076"/>
          <ac:picMkLst>
            <pc:docMk/>
            <pc:sldMk cId="3670847624" sldId="1668"/>
            <ac:picMk id="14" creationId="{EC43D217-FA39-97BC-EE72-36CC14B90035}"/>
          </ac:picMkLst>
        </pc:picChg>
      </pc:sldChg>
      <pc:sldChg chg="modSp mod">
        <pc:chgData name="Fauve Duprez" userId="59fdc1fb-507d-4cdb-a31c-e3fd651e0acf" providerId="ADAL" clId="{A8140080-45A7-4910-8ECC-FBD2331CD953}" dt="2024-11-21T15:28:05.207" v="1525" actId="1076"/>
        <pc:sldMkLst>
          <pc:docMk/>
          <pc:sldMk cId="1343698569" sldId="1670"/>
        </pc:sldMkLst>
        <pc:spChg chg="mod">
          <ac:chgData name="Fauve Duprez" userId="59fdc1fb-507d-4cdb-a31c-e3fd651e0acf" providerId="ADAL" clId="{A8140080-45A7-4910-8ECC-FBD2331CD953}" dt="2024-11-21T15:08:53.007" v="1066"/>
          <ac:spMkLst>
            <pc:docMk/>
            <pc:sldMk cId="1343698569" sldId="1670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5:27:55.101" v="1524" actId="20577"/>
          <ac:spMkLst>
            <pc:docMk/>
            <pc:sldMk cId="1343698569" sldId="1670"/>
            <ac:spMk id="6" creationId="{D218D92A-74AD-49F8-A8A9-AD801B689B50}"/>
          </ac:spMkLst>
        </pc:spChg>
        <pc:picChg chg="mod">
          <ac:chgData name="Fauve Duprez" userId="59fdc1fb-507d-4cdb-a31c-e3fd651e0acf" providerId="ADAL" clId="{A8140080-45A7-4910-8ECC-FBD2331CD953}" dt="2024-11-21T15:28:05.207" v="1525" actId="1076"/>
          <ac:picMkLst>
            <pc:docMk/>
            <pc:sldMk cId="1343698569" sldId="1670"/>
            <ac:picMk id="7" creationId="{A3034543-D310-4F3A-84BC-C6D5989DFDF5}"/>
          </ac:picMkLst>
        </pc:picChg>
      </pc:sldChg>
      <pc:sldChg chg="modSp mod">
        <pc:chgData name="Fauve Duprez" userId="59fdc1fb-507d-4cdb-a31c-e3fd651e0acf" providerId="ADAL" clId="{A8140080-45A7-4910-8ECC-FBD2331CD953}" dt="2024-11-21T14:21:27.028" v="393" actId="1076"/>
        <pc:sldMkLst>
          <pc:docMk/>
          <pc:sldMk cId="4018008952" sldId="1680"/>
        </pc:sldMkLst>
        <pc:spChg chg="mod">
          <ac:chgData name="Fauve Duprez" userId="59fdc1fb-507d-4cdb-a31c-e3fd651e0acf" providerId="ADAL" clId="{A8140080-45A7-4910-8ECC-FBD2331CD953}" dt="2024-11-21T13:58:19.430" v="93" actId="20577"/>
          <ac:spMkLst>
            <pc:docMk/>
            <pc:sldMk cId="4018008952" sldId="1680"/>
            <ac:spMk id="2" creationId="{2487FA35-A2A9-47D2-B705-6EA42514C1AE}"/>
          </ac:spMkLst>
        </pc:spChg>
        <pc:spChg chg="mod">
          <ac:chgData name="Fauve Duprez" userId="59fdc1fb-507d-4cdb-a31c-e3fd651e0acf" providerId="ADAL" clId="{A8140080-45A7-4910-8ECC-FBD2331CD953}" dt="2024-11-21T14:21:27.028" v="393" actId="1076"/>
          <ac:spMkLst>
            <pc:docMk/>
            <pc:sldMk cId="4018008952" sldId="1680"/>
            <ac:spMk id="3" creationId="{AFA9732D-AB41-4AF6-9647-B5196F5786EE}"/>
          </ac:spMkLst>
        </pc:spChg>
      </pc:sldChg>
      <pc:sldChg chg="modSp mod">
        <pc:chgData name="Fauve Duprez" userId="59fdc1fb-507d-4cdb-a31c-e3fd651e0acf" providerId="ADAL" clId="{A8140080-45A7-4910-8ECC-FBD2331CD953}" dt="2024-11-21T13:58:35.336" v="96"/>
        <pc:sldMkLst>
          <pc:docMk/>
          <pc:sldMk cId="2715246657" sldId="1707"/>
        </pc:sldMkLst>
        <pc:spChg chg="mod">
          <ac:chgData name="Fauve Duprez" userId="59fdc1fb-507d-4cdb-a31c-e3fd651e0acf" providerId="ADAL" clId="{A8140080-45A7-4910-8ECC-FBD2331CD953}" dt="2024-11-21T13:58:35.336" v="96"/>
          <ac:spMkLst>
            <pc:docMk/>
            <pc:sldMk cId="2715246657" sldId="1707"/>
            <ac:spMk id="5" creationId="{3A004925-A370-44E2-A732-52A6295CBDEB}"/>
          </ac:spMkLst>
        </pc:spChg>
      </pc:sldChg>
      <pc:sldChg chg="modSp mod">
        <pc:chgData name="Fauve Duprez" userId="59fdc1fb-507d-4cdb-a31c-e3fd651e0acf" providerId="ADAL" clId="{A8140080-45A7-4910-8ECC-FBD2331CD953}" dt="2024-11-21T14:09:35.061" v="202"/>
        <pc:sldMkLst>
          <pc:docMk/>
          <pc:sldMk cId="3812698982" sldId="1709"/>
        </pc:sldMkLst>
        <pc:spChg chg="mod">
          <ac:chgData name="Fauve Duprez" userId="59fdc1fb-507d-4cdb-a31c-e3fd651e0acf" providerId="ADAL" clId="{A8140080-45A7-4910-8ECC-FBD2331CD953}" dt="2024-11-21T14:09:35.061" v="202"/>
          <ac:spMkLst>
            <pc:docMk/>
            <pc:sldMk cId="3812698982" sldId="1709"/>
            <ac:spMk id="5" creationId="{3A004925-A370-44E2-A732-52A6295CBDEB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5:39:40.137" v="1652" actId="1076"/>
        <pc:sldMkLst>
          <pc:docMk/>
          <pc:sldMk cId="912549233" sldId="1736"/>
        </pc:sldMkLst>
        <pc:spChg chg="mod">
          <ac:chgData name="Fauve Duprez" userId="59fdc1fb-507d-4cdb-a31c-e3fd651e0acf" providerId="ADAL" clId="{A8140080-45A7-4910-8ECC-FBD2331CD953}" dt="2024-11-21T15:08:57.957" v="1068"/>
          <ac:spMkLst>
            <pc:docMk/>
            <pc:sldMk cId="912549233" sldId="1736"/>
            <ac:spMk id="2" creationId="{CB15C49E-74BB-4B20-BF2C-68F451A912DF}"/>
          </ac:spMkLst>
        </pc:spChg>
        <pc:picChg chg="add mod">
          <ac:chgData name="Fauve Duprez" userId="59fdc1fb-507d-4cdb-a31c-e3fd651e0acf" providerId="ADAL" clId="{A8140080-45A7-4910-8ECC-FBD2331CD953}" dt="2024-11-21T15:39:40.137" v="1652" actId="1076"/>
          <ac:picMkLst>
            <pc:docMk/>
            <pc:sldMk cId="912549233" sldId="1736"/>
            <ac:picMk id="6" creationId="{FC905E0A-5CDF-92FC-9256-55754049C2EC}"/>
          </ac:picMkLst>
        </pc:picChg>
        <pc:picChg chg="del">
          <ac:chgData name="Fauve Duprez" userId="59fdc1fb-507d-4cdb-a31c-e3fd651e0acf" providerId="ADAL" clId="{A8140080-45A7-4910-8ECC-FBD2331CD953}" dt="2024-11-21T15:39:34.979" v="1648" actId="478"/>
          <ac:picMkLst>
            <pc:docMk/>
            <pc:sldMk cId="912549233" sldId="1736"/>
            <ac:picMk id="10" creationId="{F21CFB91-3216-E6E2-41DB-F6836DAC1CDD}"/>
          </ac:picMkLst>
        </pc:picChg>
      </pc:sldChg>
      <pc:sldChg chg="modSp mod">
        <pc:chgData name="Fauve Duprez" userId="59fdc1fb-507d-4cdb-a31c-e3fd651e0acf" providerId="ADAL" clId="{A8140080-45A7-4910-8ECC-FBD2331CD953}" dt="2024-11-21T13:58:23.832" v="94"/>
        <pc:sldMkLst>
          <pc:docMk/>
          <pc:sldMk cId="2871171670" sldId="1748"/>
        </pc:sldMkLst>
        <pc:spChg chg="mod">
          <ac:chgData name="Fauve Duprez" userId="59fdc1fb-507d-4cdb-a31c-e3fd651e0acf" providerId="ADAL" clId="{A8140080-45A7-4910-8ECC-FBD2331CD953}" dt="2024-11-21T13:58:23.832" v="94"/>
          <ac:spMkLst>
            <pc:docMk/>
            <pc:sldMk cId="2871171670" sldId="1748"/>
            <ac:spMk id="2" creationId="{2487FA35-A2A9-47D2-B705-6EA42514C1AE}"/>
          </ac:spMkLst>
        </pc:spChg>
        <pc:spChg chg="mod">
          <ac:chgData name="Fauve Duprez" userId="59fdc1fb-507d-4cdb-a31c-e3fd651e0acf" providerId="ADAL" clId="{A8140080-45A7-4910-8ECC-FBD2331CD953}" dt="2024-11-21T13:57:53.381" v="76"/>
          <ac:spMkLst>
            <pc:docMk/>
            <pc:sldMk cId="2871171670" sldId="1748"/>
            <ac:spMk id="3" creationId="{AFA9732D-AB41-4AF6-9647-B5196F5786EE}"/>
          </ac:spMkLst>
        </pc:spChg>
      </pc:sldChg>
      <pc:sldChg chg="modSp mod">
        <pc:chgData name="Fauve Duprez" userId="59fdc1fb-507d-4cdb-a31c-e3fd651e0acf" providerId="ADAL" clId="{A8140080-45A7-4910-8ECC-FBD2331CD953}" dt="2024-11-21T15:44:17.667" v="1817" actId="20577"/>
        <pc:sldMkLst>
          <pc:docMk/>
          <pc:sldMk cId="587871540" sldId="1752"/>
        </pc:sldMkLst>
        <pc:spChg chg="mod">
          <ac:chgData name="Fauve Duprez" userId="59fdc1fb-507d-4cdb-a31c-e3fd651e0acf" providerId="ADAL" clId="{A8140080-45A7-4910-8ECC-FBD2331CD953}" dt="2024-11-21T15:09:06.147" v="1071"/>
          <ac:spMkLst>
            <pc:docMk/>
            <pc:sldMk cId="587871540" sldId="1752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5:44:17.667" v="1817" actId="20577"/>
          <ac:spMkLst>
            <pc:docMk/>
            <pc:sldMk cId="587871540" sldId="1752"/>
            <ac:spMk id="6" creationId="{D218D92A-74AD-49F8-A8A9-AD801B689B50}"/>
          </ac:spMkLst>
        </pc:spChg>
      </pc:sldChg>
      <pc:sldChg chg="modSp mod">
        <pc:chgData name="Fauve Duprez" userId="59fdc1fb-507d-4cdb-a31c-e3fd651e0acf" providerId="ADAL" clId="{A8140080-45A7-4910-8ECC-FBD2331CD953}" dt="2024-11-21T15:45:12.880" v="1856" actId="20577"/>
        <pc:sldMkLst>
          <pc:docMk/>
          <pc:sldMk cId="3229127732" sldId="1758"/>
        </pc:sldMkLst>
        <pc:spChg chg="mod">
          <ac:chgData name="Fauve Duprez" userId="59fdc1fb-507d-4cdb-a31c-e3fd651e0acf" providerId="ADAL" clId="{A8140080-45A7-4910-8ECC-FBD2331CD953}" dt="2024-11-21T15:09:08.386" v="1072"/>
          <ac:spMkLst>
            <pc:docMk/>
            <pc:sldMk cId="3229127732" sldId="1758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5:45:12.880" v="1856" actId="20577"/>
          <ac:spMkLst>
            <pc:docMk/>
            <pc:sldMk cId="3229127732" sldId="1758"/>
            <ac:spMk id="6" creationId="{D218D92A-74AD-49F8-A8A9-AD801B689B50}"/>
          </ac:spMkLst>
        </pc:spChg>
      </pc:sldChg>
      <pc:sldChg chg="modSp mod">
        <pc:chgData name="Fauve Duprez" userId="59fdc1fb-507d-4cdb-a31c-e3fd651e0acf" providerId="ADAL" clId="{A8140080-45A7-4910-8ECC-FBD2331CD953}" dt="2024-11-21T15:09:10.661" v="1073"/>
        <pc:sldMkLst>
          <pc:docMk/>
          <pc:sldMk cId="2274667188" sldId="1759"/>
        </pc:sldMkLst>
        <pc:spChg chg="mod">
          <ac:chgData name="Fauve Duprez" userId="59fdc1fb-507d-4cdb-a31c-e3fd651e0acf" providerId="ADAL" clId="{A8140080-45A7-4910-8ECC-FBD2331CD953}" dt="2024-11-21T15:09:10.661" v="1073"/>
          <ac:spMkLst>
            <pc:docMk/>
            <pc:sldMk cId="2274667188" sldId="1759"/>
            <ac:spMk id="5" creationId="{3A004925-A370-44E2-A732-52A6295CBDEB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5:04:44.277" v="870" actId="478"/>
        <pc:sldMkLst>
          <pc:docMk/>
          <pc:sldMk cId="2357406962" sldId="1769"/>
        </pc:sldMkLst>
        <pc:spChg chg="del">
          <ac:chgData name="Fauve Duprez" userId="59fdc1fb-507d-4cdb-a31c-e3fd651e0acf" providerId="ADAL" clId="{A8140080-45A7-4910-8ECC-FBD2331CD953}" dt="2024-11-21T15:04:42.662" v="869" actId="478"/>
          <ac:spMkLst>
            <pc:docMk/>
            <pc:sldMk cId="2357406962" sldId="1769"/>
            <ac:spMk id="4" creationId="{AFADBEE7-7DB1-4468-A19F-EE1EC696AF82}"/>
          </ac:spMkLst>
        </pc:spChg>
        <pc:spChg chg="add del mod">
          <ac:chgData name="Fauve Duprez" userId="59fdc1fb-507d-4cdb-a31c-e3fd651e0acf" providerId="ADAL" clId="{A8140080-45A7-4910-8ECC-FBD2331CD953}" dt="2024-11-21T15:04:44.277" v="870" actId="478"/>
          <ac:spMkLst>
            <pc:docMk/>
            <pc:sldMk cId="2357406962" sldId="1769"/>
            <ac:spMk id="5" creationId="{AD4DD060-AAFB-2F90-F00B-05149F1F0176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4:44:40.627" v="432" actId="1076"/>
        <pc:sldMkLst>
          <pc:docMk/>
          <pc:sldMk cId="2263981969" sldId="1772"/>
        </pc:sldMkLst>
        <pc:spChg chg="mod">
          <ac:chgData name="Fauve Duprez" userId="59fdc1fb-507d-4cdb-a31c-e3fd651e0acf" providerId="ADAL" clId="{A8140080-45A7-4910-8ECC-FBD2331CD953}" dt="2024-11-21T14:42:49.567" v="426" actId="20577"/>
          <ac:spMkLst>
            <pc:docMk/>
            <pc:sldMk cId="2263981969" sldId="1772"/>
            <ac:spMk id="2" creationId="{CB15C49E-74BB-4B20-BF2C-68F451A912DF}"/>
          </ac:spMkLst>
        </pc:spChg>
        <pc:picChg chg="add mod">
          <ac:chgData name="Fauve Duprez" userId="59fdc1fb-507d-4cdb-a31c-e3fd651e0acf" providerId="ADAL" clId="{A8140080-45A7-4910-8ECC-FBD2331CD953}" dt="2024-11-21T14:44:40.627" v="432" actId="1076"/>
          <ac:picMkLst>
            <pc:docMk/>
            <pc:sldMk cId="2263981969" sldId="1772"/>
            <ac:picMk id="6" creationId="{D3E4B518-A988-2433-AA5B-3A92CA84A804}"/>
          </ac:picMkLst>
        </pc:picChg>
        <pc:picChg chg="del">
          <ac:chgData name="Fauve Duprez" userId="59fdc1fb-507d-4cdb-a31c-e3fd651e0acf" providerId="ADAL" clId="{A8140080-45A7-4910-8ECC-FBD2331CD953}" dt="2024-11-21T14:44:26.796" v="427" actId="478"/>
          <ac:picMkLst>
            <pc:docMk/>
            <pc:sldMk cId="2263981969" sldId="1772"/>
            <ac:picMk id="8" creationId="{EC89366F-2769-4362-039F-2696A9A1703D}"/>
          </ac:picMkLst>
        </pc:picChg>
      </pc:sldChg>
      <pc:sldChg chg="addSp delSp modSp mod">
        <pc:chgData name="Fauve Duprez" userId="59fdc1fb-507d-4cdb-a31c-e3fd651e0acf" providerId="ADAL" clId="{A8140080-45A7-4910-8ECC-FBD2331CD953}" dt="2024-11-21T14:12:24.178" v="268" actId="20577"/>
        <pc:sldMkLst>
          <pc:docMk/>
          <pc:sldMk cId="2784690418" sldId="1779"/>
        </pc:sldMkLst>
        <pc:spChg chg="mod">
          <ac:chgData name="Fauve Duprez" userId="59fdc1fb-507d-4cdb-a31c-e3fd651e0acf" providerId="ADAL" clId="{A8140080-45A7-4910-8ECC-FBD2331CD953}" dt="2024-11-21T14:09:42.716" v="204"/>
          <ac:spMkLst>
            <pc:docMk/>
            <pc:sldMk cId="2784690418" sldId="1779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12:24.178" v="268" actId="20577"/>
          <ac:spMkLst>
            <pc:docMk/>
            <pc:sldMk cId="2784690418" sldId="1779"/>
            <ac:spMk id="6" creationId="{D218D92A-74AD-49F8-A8A9-AD801B689B50}"/>
          </ac:spMkLst>
        </pc:spChg>
        <pc:spChg chg="add del mod">
          <ac:chgData name="Fauve Duprez" userId="59fdc1fb-507d-4cdb-a31c-e3fd651e0acf" providerId="ADAL" clId="{A8140080-45A7-4910-8ECC-FBD2331CD953}" dt="2024-11-21T14:11:55.387" v="245" actId="478"/>
          <ac:spMkLst>
            <pc:docMk/>
            <pc:sldMk cId="2784690418" sldId="1779"/>
            <ac:spMk id="12" creationId="{5C8F2F10-5554-250E-61EA-7C9252D45F83}"/>
          </ac:spMkLst>
        </pc:spChg>
        <pc:grpChg chg="del">
          <ac:chgData name="Fauve Duprez" userId="59fdc1fb-507d-4cdb-a31c-e3fd651e0acf" providerId="ADAL" clId="{A8140080-45A7-4910-8ECC-FBD2331CD953}" dt="2024-11-21T14:10:35.426" v="208" actId="478"/>
          <ac:grpSpMkLst>
            <pc:docMk/>
            <pc:sldMk cId="2784690418" sldId="1779"/>
            <ac:grpSpMk id="9" creationId="{9CC1CFB6-59E5-4C44-8E41-51C238292A7F}"/>
          </ac:grpSpMkLst>
        </pc:grpChg>
        <pc:grpChg chg="del">
          <ac:chgData name="Fauve Duprez" userId="59fdc1fb-507d-4cdb-a31c-e3fd651e0acf" providerId="ADAL" clId="{A8140080-45A7-4910-8ECC-FBD2331CD953}" dt="2024-11-21T14:11:55.387" v="245" actId="478"/>
          <ac:grpSpMkLst>
            <pc:docMk/>
            <pc:sldMk cId="2784690418" sldId="1779"/>
            <ac:grpSpMk id="13" creationId="{74848B95-A8B6-4190-8A76-5925125ED4B9}"/>
          </ac:grpSpMkLst>
        </pc:grpChg>
        <pc:grpChg chg="del">
          <ac:chgData name="Fauve Duprez" userId="59fdc1fb-507d-4cdb-a31c-e3fd651e0acf" providerId="ADAL" clId="{A8140080-45A7-4910-8ECC-FBD2331CD953}" dt="2024-11-21T14:11:55.387" v="245" actId="478"/>
          <ac:grpSpMkLst>
            <pc:docMk/>
            <pc:sldMk cId="2784690418" sldId="1779"/>
            <ac:grpSpMk id="21" creationId="{20A981D7-A7E5-4D73-AF05-171DE94228AE}"/>
          </ac:grpSpMkLst>
        </pc:grpChg>
        <pc:grpChg chg="del">
          <ac:chgData name="Fauve Duprez" userId="59fdc1fb-507d-4cdb-a31c-e3fd651e0acf" providerId="ADAL" clId="{A8140080-45A7-4910-8ECC-FBD2331CD953}" dt="2024-11-21T14:11:55.387" v="245" actId="478"/>
          <ac:grpSpMkLst>
            <pc:docMk/>
            <pc:sldMk cId="2784690418" sldId="1779"/>
            <ac:grpSpMk id="28" creationId="{934B43BD-5546-4994-9FB6-47934D7E33A3}"/>
          </ac:grpSpMkLst>
        </pc:grpChg>
        <pc:grpChg chg="del">
          <ac:chgData name="Fauve Duprez" userId="59fdc1fb-507d-4cdb-a31c-e3fd651e0acf" providerId="ADAL" clId="{A8140080-45A7-4910-8ECC-FBD2331CD953}" dt="2024-11-21T14:11:55.387" v="245" actId="478"/>
          <ac:grpSpMkLst>
            <pc:docMk/>
            <pc:sldMk cId="2784690418" sldId="1779"/>
            <ac:grpSpMk id="41" creationId="{300D482C-E9ED-42C7-A337-47B1EEAB4F75}"/>
          </ac:grpSpMkLst>
        </pc:grpChg>
        <pc:picChg chg="del">
          <ac:chgData name="Fauve Duprez" userId="59fdc1fb-507d-4cdb-a31c-e3fd651e0acf" providerId="ADAL" clId="{A8140080-45A7-4910-8ECC-FBD2331CD953}" dt="2024-11-21T14:11:46.696" v="244" actId="478"/>
          <ac:picMkLst>
            <pc:docMk/>
            <pc:sldMk cId="2784690418" sldId="1779"/>
            <ac:picMk id="3" creationId="{127CEAC5-BDD0-4C30-B46C-6723A4093A60}"/>
          </ac:picMkLst>
        </pc:picChg>
        <pc:picChg chg="add mod">
          <ac:chgData name="Fauve Duprez" userId="59fdc1fb-507d-4cdb-a31c-e3fd651e0acf" providerId="ADAL" clId="{A8140080-45A7-4910-8ECC-FBD2331CD953}" dt="2024-11-21T14:12:09.639" v="250" actId="1076"/>
          <ac:picMkLst>
            <pc:docMk/>
            <pc:sldMk cId="2784690418" sldId="1779"/>
            <ac:picMk id="4" creationId="{F3F8A2B6-1810-1AD6-2CC4-6D767FB5A73B}"/>
          </ac:picMkLst>
        </pc:picChg>
        <pc:picChg chg="del">
          <ac:chgData name="Fauve Duprez" userId="59fdc1fb-507d-4cdb-a31c-e3fd651e0acf" providerId="ADAL" clId="{A8140080-45A7-4910-8ECC-FBD2331CD953}" dt="2024-11-21T14:10:30.032" v="205" actId="478"/>
          <ac:picMkLst>
            <pc:docMk/>
            <pc:sldMk cId="2784690418" sldId="1779"/>
            <ac:picMk id="8" creationId="{A5241E6A-32AD-4B71-91D7-941CB76BB99F}"/>
          </ac:picMkLst>
        </pc:picChg>
        <pc:picChg chg="add mod">
          <ac:chgData name="Fauve Duprez" userId="59fdc1fb-507d-4cdb-a31c-e3fd651e0acf" providerId="ADAL" clId="{A8140080-45A7-4910-8ECC-FBD2331CD953}" dt="2024-11-21T14:12:04.726" v="249" actId="1076"/>
          <ac:picMkLst>
            <pc:docMk/>
            <pc:sldMk cId="2784690418" sldId="1779"/>
            <ac:picMk id="18" creationId="{77ED9453-7E73-F8EA-2CC7-D314F18CDE22}"/>
          </ac:picMkLst>
        </pc:picChg>
        <pc:cxnChg chg="del">
          <ac:chgData name="Fauve Duprez" userId="59fdc1fb-507d-4cdb-a31c-e3fd651e0acf" providerId="ADAL" clId="{A8140080-45A7-4910-8ECC-FBD2331CD953}" dt="2024-11-21T14:11:55.387" v="245" actId="478"/>
          <ac:cxnSpMkLst>
            <pc:docMk/>
            <pc:sldMk cId="2784690418" sldId="1779"/>
            <ac:cxnSpMk id="16" creationId="{11B08AB0-D1EA-48C6-9877-20FEF54C6D59}"/>
          </ac:cxnSpMkLst>
        </pc:cxnChg>
      </pc:sldChg>
      <pc:sldChg chg="addSp delSp modSp mod">
        <pc:chgData name="Fauve Duprez" userId="59fdc1fb-507d-4cdb-a31c-e3fd651e0acf" providerId="ADAL" clId="{A8140080-45A7-4910-8ECC-FBD2331CD953}" dt="2024-11-21T14:15:31.586" v="311"/>
        <pc:sldMkLst>
          <pc:docMk/>
          <pc:sldMk cId="2116437000" sldId="1780"/>
        </pc:sldMkLst>
        <pc:spChg chg="mod">
          <ac:chgData name="Fauve Duprez" userId="59fdc1fb-507d-4cdb-a31c-e3fd651e0acf" providerId="ADAL" clId="{A8140080-45A7-4910-8ECC-FBD2331CD953}" dt="2024-11-21T14:15:31.586" v="311"/>
          <ac:spMkLst>
            <pc:docMk/>
            <pc:sldMk cId="2116437000" sldId="1780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14:07.996" v="296" actId="20577"/>
          <ac:spMkLst>
            <pc:docMk/>
            <pc:sldMk cId="2116437000" sldId="1780"/>
            <ac:spMk id="6" creationId="{D218D92A-74AD-49F8-A8A9-AD801B689B50}"/>
          </ac:spMkLst>
        </pc:spChg>
        <pc:spChg chg="del">
          <ac:chgData name="Fauve Duprez" userId="59fdc1fb-507d-4cdb-a31c-e3fd651e0acf" providerId="ADAL" clId="{A8140080-45A7-4910-8ECC-FBD2331CD953}" dt="2024-11-21T14:13:43.816" v="280" actId="478"/>
          <ac:spMkLst>
            <pc:docMk/>
            <pc:sldMk cId="2116437000" sldId="1780"/>
            <ac:spMk id="9" creationId="{87062B0F-5811-420D-A17E-658D7E10D205}"/>
          </ac:spMkLst>
        </pc:spChg>
        <pc:spChg chg="del">
          <ac:chgData name="Fauve Duprez" userId="59fdc1fb-507d-4cdb-a31c-e3fd651e0acf" providerId="ADAL" clId="{A8140080-45A7-4910-8ECC-FBD2331CD953}" dt="2024-11-21T14:14:45.956" v="302" actId="478"/>
          <ac:spMkLst>
            <pc:docMk/>
            <pc:sldMk cId="2116437000" sldId="1780"/>
            <ac:spMk id="15" creationId="{4B8A6023-60CF-4B4B-84F5-C83526B2C7AF}"/>
          </ac:spMkLst>
        </pc:spChg>
        <pc:spChg chg="del">
          <ac:chgData name="Fauve Duprez" userId="59fdc1fb-507d-4cdb-a31c-e3fd651e0acf" providerId="ADAL" clId="{A8140080-45A7-4910-8ECC-FBD2331CD953}" dt="2024-11-21T14:14:39.406" v="297" actId="478"/>
          <ac:spMkLst>
            <pc:docMk/>
            <pc:sldMk cId="2116437000" sldId="1780"/>
            <ac:spMk id="25" creationId="{D0AB7114-6E0C-41E0-A5FE-AFAADAC0E78C}"/>
          </ac:spMkLst>
        </pc:spChg>
        <pc:picChg chg="del">
          <ac:chgData name="Fauve Duprez" userId="59fdc1fb-507d-4cdb-a31c-e3fd651e0acf" providerId="ADAL" clId="{A8140080-45A7-4910-8ECC-FBD2331CD953}" dt="2024-11-21T14:13:42.294" v="279" actId="478"/>
          <ac:picMkLst>
            <pc:docMk/>
            <pc:sldMk cId="2116437000" sldId="1780"/>
            <ac:picMk id="2" creationId="{D05017B2-61C4-42B6-9FCD-1D9EAD59095A}"/>
          </ac:picMkLst>
        </pc:picChg>
        <pc:picChg chg="del">
          <ac:chgData name="Fauve Duprez" userId="59fdc1fb-507d-4cdb-a31c-e3fd651e0acf" providerId="ADAL" clId="{A8140080-45A7-4910-8ECC-FBD2331CD953}" dt="2024-11-21T14:14:40.666" v="298" actId="478"/>
          <ac:picMkLst>
            <pc:docMk/>
            <pc:sldMk cId="2116437000" sldId="1780"/>
            <ac:picMk id="3" creationId="{756A4041-57AE-4D41-96D2-8315E1491234}"/>
          </ac:picMkLst>
        </pc:picChg>
        <pc:picChg chg="add mod">
          <ac:chgData name="Fauve Duprez" userId="59fdc1fb-507d-4cdb-a31c-e3fd651e0acf" providerId="ADAL" clId="{A8140080-45A7-4910-8ECC-FBD2331CD953}" dt="2024-11-21T14:15:18.967" v="309" actId="1076"/>
          <ac:picMkLst>
            <pc:docMk/>
            <pc:sldMk cId="2116437000" sldId="1780"/>
            <ac:picMk id="7" creationId="{143503B4-3496-0918-BCA1-554224BF078E}"/>
          </ac:picMkLst>
        </pc:picChg>
        <pc:picChg chg="del">
          <ac:chgData name="Fauve Duprez" userId="59fdc1fb-507d-4cdb-a31c-e3fd651e0acf" providerId="ADAL" clId="{A8140080-45A7-4910-8ECC-FBD2331CD953}" dt="2024-11-21T14:13:08.776" v="274" actId="478"/>
          <ac:picMkLst>
            <pc:docMk/>
            <pc:sldMk cId="2116437000" sldId="1780"/>
            <ac:picMk id="10" creationId="{CFC18E70-A4E1-8745-A818-152F12CBA7DF}"/>
          </ac:picMkLst>
        </pc:picChg>
        <pc:picChg chg="add mod">
          <ac:chgData name="Fauve Duprez" userId="59fdc1fb-507d-4cdb-a31c-e3fd651e0acf" providerId="ADAL" clId="{A8140080-45A7-4910-8ECC-FBD2331CD953}" dt="2024-11-21T14:15:22.211" v="310" actId="1076"/>
          <ac:picMkLst>
            <pc:docMk/>
            <pc:sldMk cId="2116437000" sldId="1780"/>
            <ac:picMk id="11" creationId="{19DB429F-9E9C-6FCA-D72D-DCB5D858394D}"/>
          </ac:picMkLst>
        </pc:picChg>
        <pc:picChg chg="add mod">
          <ac:chgData name="Fauve Duprez" userId="59fdc1fb-507d-4cdb-a31c-e3fd651e0acf" providerId="ADAL" clId="{A8140080-45A7-4910-8ECC-FBD2331CD953}" dt="2024-11-21T14:14:51.336" v="303" actId="1076"/>
          <ac:picMkLst>
            <pc:docMk/>
            <pc:sldMk cId="2116437000" sldId="1780"/>
            <ac:picMk id="13" creationId="{DA18A41A-5500-D733-F0A1-65B6C8AD4A43}"/>
          </ac:picMkLst>
        </pc:picChg>
      </pc:sldChg>
      <pc:sldChg chg="modSp mod">
        <pc:chgData name="Fauve Duprez" userId="59fdc1fb-507d-4cdb-a31c-e3fd651e0acf" providerId="ADAL" clId="{A8140080-45A7-4910-8ECC-FBD2331CD953}" dt="2024-11-21T14:21:33.696" v="411" actId="20577"/>
        <pc:sldMkLst>
          <pc:docMk/>
          <pc:sldMk cId="1780119918" sldId="1781"/>
        </pc:sldMkLst>
        <pc:spChg chg="mod">
          <ac:chgData name="Fauve Duprez" userId="59fdc1fb-507d-4cdb-a31c-e3fd651e0acf" providerId="ADAL" clId="{A8140080-45A7-4910-8ECC-FBD2331CD953}" dt="2024-11-21T14:21:33.696" v="411" actId="20577"/>
          <ac:spMkLst>
            <pc:docMk/>
            <pc:sldMk cId="1780119918" sldId="1781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19:33.738" v="389" actId="20577"/>
          <ac:spMkLst>
            <pc:docMk/>
            <pc:sldMk cId="1780119918" sldId="1781"/>
            <ac:spMk id="6" creationId="{D218D92A-74AD-49F8-A8A9-AD801B689B50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4:30:33.554" v="412"/>
        <pc:sldMkLst>
          <pc:docMk/>
          <pc:sldMk cId="3807610048" sldId="1784"/>
        </pc:sldMkLst>
        <pc:spChg chg="mod">
          <ac:chgData name="Fauve Duprez" userId="59fdc1fb-507d-4cdb-a31c-e3fd651e0acf" providerId="ADAL" clId="{A8140080-45A7-4910-8ECC-FBD2331CD953}" dt="2024-11-21T14:04:13.428" v="150"/>
          <ac:spMkLst>
            <pc:docMk/>
            <pc:sldMk cId="3807610048" sldId="1784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01:19.526" v="116" actId="1076"/>
          <ac:spMkLst>
            <pc:docMk/>
            <pc:sldMk cId="3807610048" sldId="1784"/>
            <ac:spMk id="6" creationId="{D218D92A-74AD-49F8-A8A9-AD801B689B50}"/>
          </ac:spMkLst>
        </pc:spChg>
        <pc:picChg chg="add del">
          <ac:chgData name="Fauve Duprez" userId="59fdc1fb-507d-4cdb-a31c-e3fd651e0acf" providerId="ADAL" clId="{A8140080-45A7-4910-8ECC-FBD2331CD953}" dt="2024-11-21T14:00:06.164" v="99" actId="478"/>
          <ac:picMkLst>
            <pc:docMk/>
            <pc:sldMk cId="3807610048" sldId="1784"/>
            <ac:picMk id="3" creationId="{9D8333EF-9227-B02C-1207-7703CFAFE02C}"/>
          </ac:picMkLst>
        </pc:picChg>
        <pc:picChg chg="add mod">
          <ac:chgData name="Fauve Duprez" userId="59fdc1fb-507d-4cdb-a31c-e3fd651e0acf" providerId="ADAL" clId="{A8140080-45A7-4910-8ECC-FBD2331CD953}" dt="2024-11-21T14:00:34.056" v="111" actId="1076"/>
          <ac:picMkLst>
            <pc:docMk/>
            <pc:sldMk cId="3807610048" sldId="1784"/>
            <ac:picMk id="7" creationId="{29B5DF87-C595-9F0C-18D5-62659C273B70}"/>
          </ac:picMkLst>
        </pc:picChg>
        <pc:picChg chg="add mod">
          <ac:chgData name="Fauve Duprez" userId="59fdc1fb-507d-4cdb-a31c-e3fd651e0acf" providerId="ADAL" clId="{A8140080-45A7-4910-8ECC-FBD2331CD953}" dt="2024-11-21T14:02:48.686" v="142" actId="1076"/>
          <ac:picMkLst>
            <pc:docMk/>
            <pc:sldMk cId="3807610048" sldId="1784"/>
            <ac:picMk id="9" creationId="{1CDD6810-94E1-C4D9-2EA8-5C478C62C814}"/>
          </ac:picMkLst>
        </pc:picChg>
        <pc:picChg chg="add mod">
          <ac:chgData name="Fauve Duprez" userId="59fdc1fb-507d-4cdb-a31c-e3fd651e0acf" providerId="ADAL" clId="{A8140080-45A7-4910-8ECC-FBD2331CD953}" dt="2024-11-21T14:02:06.071" v="128" actId="1076"/>
          <ac:picMkLst>
            <pc:docMk/>
            <pc:sldMk cId="3807610048" sldId="1784"/>
            <ac:picMk id="12" creationId="{2B300C63-F4FC-9FBD-BCB2-F1BB928A6EA0}"/>
          </ac:picMkLst>
        </pc:picChg>
        <pc:picChg chg="del mod">
          <ac:chgData name="Fauve Duprez" userId="59fdc1fb-507d-4cdb-a31c-e3fd651e0acf" providerId="ADAL" clId="{A8140080-45A7-4910-8ECC-FBD2331CD953}" dt="2024-11-21T14:00:29.716" v="106" actId="478"/>
          <ac:picMkLst>
            <pc:docMk/>
            <pc:sldMk cId="3807610048" sldId="1784"/>
            <ac:picMk id="14" creationId="{410081A3-0439-6409-8C05-31D7B9B0CB39}"/>
          </ac:picMkLst>
        </pc:picChg>
        <pc:picChg chg="add mod">
          <ac:chgData name="Fauve Duprez" userId="59fdc1fb-507d-4cdb-a31c-e3fd651e0acf" providerId="ADAL" clId="{A8140080-45A7-4910-8ECC-FBD2331CD953}" dt="2024-11-21T14:02:41.056" v="140" actId="1076"/>
          <ac:picMkLst>
            <pc:docMk/>
            <pc:sldMk cId="3807610048" sldId="1784"/>
            <ac:picMk id="15" creationId="{BFFB62FA-65CB-CD55-0FCC-E7C14A4193A5}"/>
          </ac:picMkLst>
        </pc:picChg>
        <pc:picChg chg="del">
          <ac:chgData name="Fauve Duprez" userId="59fdc1fb-507d-4cdb-a31c-e3fd651e0acf" providerId="ADAL" clId="{A8140080-45A7-4910-8ECC-FBD2331CD953}" dt="2024-11-21T14:00:28.789" v="105" actId="478"/>
          <ac:picMkLst>
            <pc:docMk/>
            <pc:sldMk cId="3807610048" sldId="1784"/>
            <ac:picMk id="16" creationId="{DC192BFD-EF4C-7C6C-6231-0782CB859F95}"/>
          </ac:picMkLst>
        </pc:picChg>
        <pc:picChg chg="del">
          <ac:chgData name="Fauve Duprez" userId="59fdc1fb-507d-4cdb-a31c-e3fd651e0acf" providerId="ADAL" clId="{A8140080-45A7-4910-8ECC-FBD2331CD953}" dt="2024-11-21T14:00:30.376" v="107" actId="478"/>
          <ac:picMkLst>
            <pc:docMk/>
            <pc:sldMk cId="3807610048" sldId="1784"/>
            <ac:picMk id="18" creationId="{BEF9BD96-0AF3-7BC2-5E96-0D77830D574F}"/>
          </ac:picMkLst>
        </pc:picChg>
        <pc:picChg chg="add mod">
          <ac:chgData name="Fauve Duprez" userId="59fdc1fb-507d-4cdb-a31c-e3fd651e0acf" providerId="ADAL" clId="{A8140080-45A7-4910-8ECC-FBD2331CD953}" dt="2024-11-21T14:02:42.606" v="141" actId="1076"/>
          <ac:picMkLst>
            <pc:docMk/>
            <pc:sldMk cId="3807610048" sldId="1784"/>
            <ac:picMk id="19" creationId="{6F72DB71-4C8C-4F9A-FF43-494EF9BB4B56}"/>
          </ac:picMkLst>
        </pc:picChg>
        <pc:picChg chg="del">
          <ac:chgData name="Fauve Duprez" userId="59fdc1fb-507d-4cdb-a31c-e3fd651e0acf" providerId="ADAL" clId="{A8140080-45A7-4910-8ECC-FBD2331CD953}" dt="2024-11-21T14:00:30.996" v="108" actId="478"/>
          <ac:picMkLst>
            <pc:docMk/>
            <pc:sldMk cId="3807610048" sldId="1784"/>
            <ac:picMk id="20" creationId="{0757FA97-0849-BD1D-FB29-884D23BAABC6}"/>
          </ac:picMkLst>
        </pc:picChg>
        <pc:picChg chg="add mod">
          <ac:chgData name="Fauve Duprez" userId="59fdc1fb-507d-4cdb-a31c-e3fd651e0acf" providerId="ADAL" clId="{A8140080-45A7-4910-8ECC-FBD2331CD953}" dt="2024-11-21T14:30:33.554" v="412"/>
          <ac:picMkLst>
            <pc:docMk/>
            <pc:sldMk cId="3807610048" sldId="1784"/>
            <ac:picMk id="21" creationId="{41434754-1A8A-AA7A-E8DC-A19C7B541D35}"/>
          </ac:picMkLst>
        </pc:picChg>
        <pc:picChg chg="del">
          <ac:chgData name="Fauve Duprez" userId="59fdc1fb-507d-4cdb-a31c-e3fd651e0acf" providerId="ADAL" clId="{A8140080-45A7-4910-8ECC-FBD2331CD953}" dt="2024-11-21T14:00:31.506" v="109" actId="478"/>
          <ac:picMkLst>
            <pc:docMk/>
            <pc:sldMk cId="3807610048" sldId="1784"/>
            <ac:picMk id="22" creationId="{F66EF0DF-DAC3-E22E-2E91-C3A4B4DFF5BE}"/>
          </ac:picMkLst>
        </pc:picChg>
        <pc:picChg chg="del">
          <ac:chgData name="Fauve Duprez" userId="59fdc1fb-507d-4cdb-a31c-e3fd651e0acf" providerId="ADAL" clId="{A8140080-45A7-4910-8ECC-FBD2331CD953}" dt="2024-11-21T14:00:32.226" v="110" actId="478"/>
          <ac:picMkLst>
            <pc:docMk/>
            <pc:sldMk cId="3807610048" sldId="1784"/>
            <ac:picMk id="24" creationId="{49C682AE-0279-3794-3D9E-B4936F99E9D0}"/>
          </ac:picMkLst>
        </pc:picChg>
        <pc:picChg chg="del">
          <ac:chgData name="Fauve Duprez" userId="59fdc1fb-507d-4cdb-a31c-e3fd651e0acf" providerId="ADAL" clId="{A8140080-45A7-4910-8ECC-FBD2331CD953}" dt="2024-11-21T14:00:01.543" v="97" actId="478"/>
          <ac:picMkLst>
            <pc:docMk/>
            <pc:sldMk cId="3807610048" sldId="1784"/>
            <ac:picMk id="27" creationId="{11A32981-888B-C0C6-7A5B-AE564DC9B7F2}"/>
          </ac:picMkLst>
        </pc:picChg>
      </pc:sldChg>
      <pc:sldChg chg="modSp mod">
        <pc:chgData name="Fauve Duprez" userId="59fdc1fb-507d-4cdb-a31c-e3fd651e0acf" providerId="ADAL" clId="{A8140080-45A7-4910-8ECC-FBD2331CD953}" dt="2024-11-21T14:04:18.336" v="152"/>
        <pc:sldMkLst>
          <pc:docMk/>
          <pc:sldMk cId="531235983" sldId="1785"/>
        </pc:sldMkLst>
        <pc:spChg chg="mod">
          <ac:chgData name="Fauve Duprez" userId="59fdc1fb-507d-4cdb-a31c-e3fd651e0acf" providerId="ADAL" clId="{A8140080-45A7-4910-8ECC-FBD2331CD953}" dt="2024-11-21T14:04:18.336" v="152"/>
          <ac:spMkLst>
            <pc:docMk/>
            <pc:sldMk cId="531235983" sldId="1785"/>
            <ac:spMk id="2" creationId="{393110EB-E970-4C56-9FC0-BC2CFFA24651}"/>
          </ac:spMkLst>
        </pc:spChg>
      </pc:sldChg>
      <pc:sldChg chg="modSp mod">
        <pc:chgData name="Fauve Duprez" userId="59fdc1fb-507d-4cdb-a31c-e3fd651e0acf" providerId="ADAL" clId="{A8140080-45A7-4910-8ECC-FBD2331CD953}" dt="2024-11-21T14:12:37.166" v="273" actId="20577"/>
        <pc:sldMkLst>
          <pc:docMk/>
          <pc:sldMk cId="742242949" sldId="1788"/>
        </pc:sldMkLst>
        <pc:spChg chg="mod">
          <ac:chgData name="Fauve Duprez" userId="59fdc1fb-507d-4cdb-a31c-e3fd651e0acf" providerId="ADAL" clId="{A8140080-45A7-4910-8ECC-FBD2331CD953}" dt="2024-11-21T14:08:37.547" v="171"/>
          <ac:spMkLst>
            <pc:docMk/>
            <pc:sldMk cId="742242949" sldId="1788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12:37.166" v="273" actId="20577"/>
          <ac:spMkLst>
            <pc:docMk/>
            <pc:sldMk cId="742242949" sldId="1788"/>
            <ac:spMk id="6" creationId="{D218D92A-74AD-49F8-A8A9-AD801B689B50}"/>
          </ac:spMkLst>
        </pc:spChg>
      </pc:sldChg>
      <pc:sldChg chg="modSp mod">
        <pc:chgData name="Fauve Duprez" userId="59fdc1fb-507d-4cdb-a31c-e3fd651e0acf" providerId="ADAL" clId="{A8140080-45A7-4910-8ECC-FBD2331CD953}" dt="2024-11-21T14:09:21.668" v="187"/>
        <pc:sldMkLst>
          <pc:docMk/>
          <pc:sldMk cId="4115517203" sldId="1789"/>
        </pc:sldMkLst>
        <pc:spChg chg="mod">
          <ac:chgData name="Fauve Duprez" userId="59fdc1fb-507d-4cdb-a31c-e3fd651e0acf" providerId="ADAL" clId="{A8140080-45A7-4910-8ECC-FBD2331CD953}" dt="2024-11-21T14:09:21.668" v="187"/>
          <ac:spMkLst>
            <pc:docMk/>
            <pc:sldMk cId="4115517203" sldId="1789"/>
            <ac:spMk id="5" creationId="{3A004925-A370-44E2-A732-52A6295CBDEB}"/>
          </ac:spMkLst>
        </pc:spChg>
      </pc:sldChg>
      <pc:sldChg chg="modSp mod">
        <pc:chgData name="Fauve Duprez" userId="59fdc1fb-507d-4cdb-a31c-e3fd651e0acf" providerId="ADAL" clId="{A8140080-45A7-4910-8ECC-FBD2331CD953}" dt="2024-11-21T14:09:38.441" v="203"/>
        <pc:sldMkLst>
          <pc:docMk/>
          <pc:sldMk cId="1733060434" sldId="1791"/>
        </pc:sldMkLst>
        <pc:spChg chg="mod">
          <ac:chgData name="Fauve Duprez" userId="59fdc1fb-507d-4cdb-a31c-e3fd651e0acf" providerId="ADAL" clId="{A8140080-45A7-4910-8ECC-FBD2331CD953}" dt="2024-11-21T14:09:38.441" v="203"/>
          <ac:spMkLst>
            <pc:docMk/>
            <pc:sldMk cId="1733060434" sldId="1791"/>
            <ac:spMk id="5" creationId="{3A004925-A370-44E2-A732-52A6295CBDEB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4:56:48.678" v="685" actId="20577"/>
        <pc:sldMkLst>
          <pc:docMk/>
          <pc:sldMk cId="1832081326" sldId="1797"/>
        </pc:sldMkLst>
        <pc:spChg chg="mod">
          <ac:chgData name="Fauve Duprez" userId="59fdc1fb-507d-4cdb-a31c-e3fd651e0acf" providerId="ADAL" clId="{A8140080-45A7-4910-8ECC-FBD2331CD953}" dt="2024-11-21T14:56:48.678" v="685" actId="20577"/>
          <ac:spMkLst>
            <pc:docMk/>
            <pc:sldMk cId="1832081326" sldId="1797"/>
            <ac:spMk id="5" creationId="{3A004925-A370-44E2-A732-52A6295CBDEB}"/>
          </ac:spMkLst>
        </pc:spChg>
        <pc:grpChg chg="del">
          <ac:chgData name="Fauve Duprez" userId="59fdc1fb-507d-4cdb-a31c-e3fd651e0acf" providerId="ADAL" clId="{A8140080-45A7-4910-8ECC-FBD2331CD953}" dt="2024-11-21T14:54:04.597" v="659" actId="478"/>
          <ac:grpSpMkLst>
            <pc:docMk/>
            <pc:sldMk cId="1832081326" sldId="1797"/>
            <ac:grpSpMk id="9" creationId="{9CC1CFB6-59E5-4C44-8E41-51C238292A7F}"/>
          </ac:grpSpMkLst>
        </pc:grpChg>
        <pc:grpChg chg="del">
          <ac:chgData name="Fauve Duprez" userId="59fdc1fb-507d-4cdb-a31c-e3fd651e0acf" providerId="ADAL" clId="{A8140080-45A7-4910-8ECC-FBD2331CD953}" dt="2024-11-21T14:55:31.416" v="665" actId="478"/>
          <ac:grpSpMkLst>
            <pc:docMk/>
            <pc:sldMk cId="1832081326" sldId="1797"/>
            <ac:grpSpMk id="13" creationId="{74848B95-A8B6-4190-8A76-5925125ED4B9}"/>
          </ac:grpSpMkLst>
        </pc:grpChg>
        <pc:grpChg chg="del">
          <ac:chgData name="Fauve Duprez" userId="59fdc1fb-507d-4cdb-a31c-e3fd651e0acf" providerId="ADAL" clId="{A8140080-45A7-4910-8ECC-FBD2331CD953}" dt="2024-11-21T14:55:31.416" v="665" actId="478"/>
          <ac:grpSpMkLst>
            <pc:docMk/>
            <pc:sldMk cId="1832081326" sldId="1797"/>
            <ac:grpSpMk id="21" creationId="{20A981D7-A7E5-4D73-AF05-171DE94228AE}"/>
          </ac:grpSpMkLst>
        </pc:grpChg>
        <pc:grpChg chg="del">
          <ac:chgData name="Fauve Duprez" userId="59fdc1fb-507d-4cdb-a31c-e3fd651e0acf" providerId="ADAL" clId="{A8140080-45A7-4910-8ECC-FBD2331CD953}" dt="2024-11-21T14:55:31.416" v="665" actId="478"/>
          <ac:grpSpMkLst>
            <pc:docMk/>
            <pc:sldMk cId="1832081326" sldId="1797"/>
            <ac:grpSpMk id="26" creationId="{9D5645BC-CD74-4587-95BD-3153464CB681}"/>
          </ac:grpSpMkLst>
        </pc:grpChg>
        <pc:grpChg chg="del">
          <ac:chgData name="Fauve Duprez" userId="59fdc1fb-507d-4cdb-a31c-e3fd651e0acf" providerId="ADAL" clId="{A8140080-45A7-4910-8ECC-FBD2331CD953}" dt="2024-11-21T14:55:31.416" v="665" actId="478"/>
          <ac:grpSpMkLst>
            <pc:docMk/>
            <pc:sldMk cId="1832081326" sldId="1797"/>
            <ac:grpSpMk id="28" creationId="{934B43BD-5546-4994-9FB6-47934D7E33A3}"/>
          </ac:grpSpMkLst>
        </pc:grpChg>
        <pc:grpChg chg="del">
          <ac:chgData name="Fauve Duprez" userId="59fdc1fb-507d-4cdb-a31c-e3fd651e0acf" providerId="ADAL" clId="{A8140080-45A7-4910-8ECC-FBD2331CD953}" dt="2024-11-21T14:55:31.416" v="665" actId="478"/>
          <ac:grpSpMkLst>
            <pc:docMk/>
            <pc:sldMk cId="1832081326" sldId="1797"/>
            <ac:grpSpMk id="52" creationId="{C6748AB9-C325-4EA8-B8BD-957848E3637C}"/>
          </ac:grpSpMkLst>
        </pc:grpChg>
        <pc:grpChg chg="del">
          <ac:chgData name="Fauve Duprez" userId="59fdc1fb-507d-4cdb-a31c-e3fd651e0acf" providerId="ADAL" clId="{A8140080-45A7-4910-8ECC-FBD2331CD953}" dt="2024-11-21T14:55:31.416" v="665" actId="478"/>
          <ac:grpSpMkLst>
            <pc:docMk/>
            <pc:sldMk cId="1832081326" sldId="1797"/>
            <ac:grpSpMk id="55" creationId="{7261F79D-E957-44F7-B2B6-88DDB6D301D5}"/>
          </ac:grpSpMkLst>
        </pc:grpChg>
        <pc:picChg chg="add mod">
          <ac:chgData name="Fauve Duprez" userId="59fdc1fb-507d-4cdb-a31c-e3fd651e0acf" providerId="ADAL" clId="{A8140080-45A7-4910-8ECC-FBD2331CD953}" dt="2024-11-21T14:56:36.797" v="680" actId="1076"/>
          <ac:picMkLst>
            <pc:docMk/>
            <pc:sldMk cId="1832081326" sldId="1797"/>
            <ac:picMk id="3" creationId="{F35C730A-35B5-2016-C321-FE79AC8179A9}"/>
          </ac:picMkLst>
        </pc:picChg>
        <pc:picChg chg="del">
          <ac:chgData name="Fauve Duprez" userId="59fdc1fb-507d-4cdb-a31c-e3fd651e0acf" providerId="ADAL" clId="{A8140080-45A7-4910-8ECC-FBD2331CD953}" dt="2024-11-21T14:54:02.843" v="658" actId="478"/>
          <ac:picMkLst>
            <pc:docMk/>
            <pc:sldMk cId="1832081326" sldId="1797"/>
            <ac:picMk id="7" creationId="{0E324642-CD45-46BD-9353-CE3E2F43AF40}"/>
          </ac:picMkLst>
        </pc:picChg>
        <pc:picChg chg="add mod">
          <ac:chgData name="Fauve Duprez" userId="59fdc1fb-507d-4cdb-a31c-e3fd651e0acf" providerId="ADAL" clId="{A8140080-45A7-4910-8ECC-FBD2331CD953}" dt="2024-11-21T14:56:32.988" v="679" actId="1076"/>
          <ac:picMkLst>
            <pc:docMk/>
            <pc:sldMk cId="1832081326" sldId="1797"/>
            <ac:picMk id="8" creationId="{A9936A4B-B409-9C2A-21FF-72731BC7990B}"/>
          </ac:picMkLst>
        </pc:picChg>
        <pc:picChg chg="del">
          <ac:chgData name="Fauve Duprez" userId="59fdc1fb-507d-4cdb-a31c-e3fd651e0acf" providerId="ADAL" clId="{A8140080-45A7-4910-8ECC-FBD2331CD953}" dt="2024-11-21T14:55:23.271" v="664" actId="478"/>
          <ac:picMkLst>
            <pc:docMk/>
            <pc:sldMk cId="1832081326" sldId="1797"/>
            <ac:picMk id="17" creationId="{1E467DF5-A8F4-4906-B790-06D383A669F1}"/>
          </ac:picMkLst>
        </pc:picChg>
        <pc:picChg chg="add mod">
          <ac:chgData name="Fauve Duprez" userId="59fdc1fb-507d-4cdb-a31c-e3fd651e0acf" providerId="ADAL" clId="{A8140080-45A7-4910-8ECC-FBD2331CD953}" dt="2024-11-21T14:56:28.091" v="678" actId="1076"/>
          <ac:picMkLst>
            <pc:docMk/>
            <pc:sldMk cId="1832081326" sldId="1797"/>
            <ac:picMk id="18" creationId="{7BAD2263-194E-2E9C-C48D-5BDE8C79EA95}"/>
          </ac:picMkLst>
        </pc:picChg>
        <pc:picChg chg="del">
          <ac:chgData name="Fauve Duprez" userId="59fdc1fb-507d-4cdb-a31c-e3fd651e0acf" providerId="ADAL" clId="{A8140080-45A7-4910-8ECC-FBD2331CD953}" dt="2024-11-21T14:56:16.927" v="671" actId="478"/>
          <ac:picMkLst>
            <pc:docMk/>
            <pc:sldMk cId="1832081326" sldId="1797"/>
            <ac:picMk id="24" creationId="{BB7F50D5-5264-430E-82D0-3C9FBA6F2C5D}"/>
          </ac:picMkLst>
        </pc:picChg>
        <pc:cxnChg chg="del">
          <ac:chgData name="Fauve Duprez" userId="59fdc1fb-507d-4cdb-a31c-e3fd651e0acf" providerId="ADAL" clId="{A8140080-45A7-4910-8ECC-FBD2331CD953}" dt="2024-11-21T14:55:31.416" v="665" actId="478"/>
          <ac:cxnSpMkLst>
            <pc:docMk/>
            <pc:sldMk cId="1832081326" sldId="1797"/>
            <ac:cxnSpMk id="16" creationId="{11B08AB0-D1EA-48C6-9877-20FEF54C6D59}"/>
          </ac:cxnSpMkLst>
        </pc:cxnChg>
      </pc:sldChg>
      <pc:sldChg chg="addSp delSp modSp mod">
        <pc:chgData name="Fauve Duprez" userId="59fdc1fb-507d-4cdb-a31c-e3fd651e0acf" providerId="ADAL" clId="{A8140080-45A7-4910-8ECC-FBD2331CD953}" dt="2024-11-21T14:57:58.737" v="707" actId="20577"/>
        <pc:sldMkLst>
          <pc:docMk/>
          <pc:sldMk cId="2280520052" sldId="1798"/>
        </pc:sldMkLst>
        <pc:spChg chg="mod">
          <ac:chgData name="Fauve Duprez" userId="59fdc1fb-507d-4cdb-a31c-e3fd651e0acf" providerId="ADAL" clId="{A8140080-45A7-4910-8ECC-FBD2331CD953}" dt="2024-11-21T14:56:53.847" v="690" actId="20577"/>
          <ac:spMkLst>
            <pc:docMk/>
            <pc:sldMk cId="2280520052" sldId="1798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57:58.737" v="707" actId="20577"/>
          <ac:spMkLst>
            <pc:docMk/>
            <pc:sldMk cId="2280520052" sldId="1798"/>
            <ac:spMk id="6" creationId="{D218D92A-74AD-49F8-A8A9-AD801B689B50}"/>
          </ac:spMkLst>
        </pc:spChg>
        <pc:spChg chg="del">
          <ac:chgData name="Fauve Duprez" userId="59fdc1fb-507d-4cdb-a31c-e3fd651e0acf" providerId="ADAL" clId="{A8140080-45A7-4910-8ECC-FBD2331CD953}" dt="2024-11-21T14:57:47.368" v="697" actId="478"/>
          <ac:spMkLst>
            <pc:docMk/>
            <pc:sldMk cId="2280520052" sldId="1798"/>
            <ac:spMk id="21" creationId="{7AB2CAE2-8708-4087-B6A5-771FA92AA279}"/>
          </ac:spMkLst>
        </pc:spChg>
        <pc:spChg chg="del">
          <ac:chgData name="Fauve Duprez" userId="59fdc1fb-507d-4cdb-a31c-e3fd651e0acf" providerId="ADAL" clId="{A8140080-45A7-4910-8ECC-FBD2331CD953}" dt="2024-11-21T14:57:47.368" v="697" actId="478"/>
          <ac:spMkLst>
            <pc:docMk/>
            <pc:sldMk cId="2280520052" sldId="1798"/>
            <ac:spMk id="22" creationId="{E7F8D786-0FCB-496F-B4BB-308189C58CB1}"/>
          </ac:spMkLst>
        </pc:spChg>
        <pc:picChg chg="del">
          <ac:chgData name="Fauve Duprez" userId="59fdc1fb-507d-4cdb-a31c-e3fd651e0acf" providerId="ADAL" clId="{A8140080-45A7-4910-8ECC-FBD2331CD953}" dt="2024-11-21T14:57:44.137" v="695" actId="478"/>
          <ac:picMkLst>
            <pc:docMk/>
            <pc:sldMk cId="2280520052" sldId="1798"/>
            <ac:picMk id="2" creationId="{D05017B2-61C4-42B6-9FCD-1D9EAD59095A}"/>
          </ac:picMkLst>
        </pc:picChg>
        <pc:picChg chg="add mod">
          <ac:chgData name="Fauve Duprez" userId="59fdc1fb-507d-4cdb-a31c-e3fd651e0acf" providerId="ADAL" clId="{A8140080-45A7-4910-8ECC-FBD2331CD953}" dt="2024-11-21T14:57:13.202" v="694" actId="14100"/>
          <ac:picMkLst>
            <pc:docMk/>
            <pc:sldMk cId="2280520052" sldId="1798"/>
            <ac:picMk id="4" creationId="{589374FC-E947-2F60-825D-88CE20021793}"/>
          </ac:picMkLst>
        </pc:picChg>
        <pc:picChg chg="add mod">
          <ac:chgData name="Fauve Duprez" userId="59fdc1fb-507d-4cdb-a31c-e3fd651e0acf" providerId="ADAL" clId="{A8140080-45A7-4910-8ECC-FBD2331CD953}" dt="2024-11-21T14:57:50.950" v="699" actId="14100"/>
          <ac:picMkLst>
            <pc:docMk/>
            <pc:sldMk cId="2280520052" sldId="1798"/>
            <ac:picMk id="8" creationId="{5AA23AE2-D793-6E91-A88E-BBFFDB8E5323}"/>
          </ac:picMkLst>
        </pc:picChg>
        <pc:picChg chg="del">
          <ac:chgData name="Fauve Duprez" userId="59fdc1fb-507d-4cdb-a31c-e3fd651e0acf" providerId="ADAL" clId="{A8140080-45A7-4910-8ECC-FBD2331CD953}" dt="2024-11-21T14:57:06.496" v="691" actId="478"/>
          <ac:picMkLst>
            <pc:docMk/>
            <pc:sldMk cId="2280520052" sldId="1798"/>
            <ac:picMk id="10" creationId="{0E171294-677B-692F-CAE1-1B9E62D4B9C7}"/>
          </ac:picMkLst>
        </pc:picChg>
      </pc:sldChg>
      <pc:sldChg chg="modSp mod">
        <pc:chgData name="Fauve Duprez" userId="59fdc1fb-507d-4cdb-a31c-e3fd651e0acf" providerId="ADAL" clId="{A8140080-45A7-4910-8ECC-FBD2331CD953}" dt="2024-11-21T15:03:32.537" v="858" actId="20577"/>
        <pc:sldMkLst>
          <pc:docMk/>
          <pc:sldMk cId="3274392759" sldId="1799"/>
        </pc:sldMkLst>
        <pc:spChg chg="mod">
          <ac:chgData name="Fauve Duprez" userId="59fdc1fb-507d-4cdb-a31c-e3fd651e0acf" providerId="ADAL" clId="{A8140080-45A7-4910-8ECC-FBD2331CD953}" dt="2024-11-21T15:03:32.537" v="858" actId="20577"/>
          <ac:spMkLst>
            <pc:docMk/>
            <pc:sldMk cId="3274392759" sldId="1799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5:03:19.457" v="848" actId="14100"/>
          <ac:spMkLst>
            <pc:docMk/>
            <pc:sldMk cId="3274392759" sldId="1799"/>
            <ac:spMk id="6" creationId="{D218D92A-74AD-49F8-A8A9-AD801B689B50}"/>
          </ac:spMkLst>
        </pc:spChg>
      </pc:sldChg>
      <pc:sldChg chg="addSp delSp modSp mod delAnim">
        <pc:chgData name="Fauve Duprez" userId="59fdc1fb-507d-4cdb-a31c-e3fd651e0acf" providerId="ADAL" clId="{A8140080-45A7-4910-8ECC-FBD2331CD953}" dt="2024-11-21T16:28:23.938" v="2418" actId="1076"/>
        <pc:sldMkLst>
          <pc:docMk/>
          <pc:sldMk cId="1301237701" sldId="1818"/>
        </pc:sldMkLst>
        <pc:spChg chg="del">
          <ac:chgData name="Fauve Duprez" userId="59fdc1fb-507d-4cdb-a31c-e3fd651e0acf" providerId="ADAL" clId="{A8140080-45A7-4910-8ECC-FBD2331CD953}" dt="2024-11-21T16:16:57.587" v="2330" actId="478"/>
          <ac:spMkLst>
            <pc:docMk/>
            <pc:sldMk cId="1301237701" sldId="1818"/>
            <ac:spMk id="9" creationId="{87062B0F-5811-420D-A17E-658D7E10D205}"/>
          </ac:spMkLst>
        </pc:spChg>
        <pc:spChg chg="del">
          <ac:chgData name="Fauve Duprez" userId="59fdc1fb-507d-4cdb-a31c-e3fd651e0acf" providerId="ADAL" clId="{A8140080-45A7-4910-8ECC-FBD2331CD953}" dt="2024-11-21T16:17:53.797" v="2352" actId="478"/>
          <ac:spMkLst>
            <pc:docMk/>
            <pc:sldMk cId="1301237701" sldId="1818"/>
            <ac:spMk id="15" creationId="{4B8A6023-60CF-4B4B-84F5-C83526B2C7AF}"/>
          </ac:spMkLst>
        </pc:spChg>
        <pc:spChg chg="del mod">
          <ac:chgData name="Fauve Duprez" userId="59fdc1fb-507d-4cdb-a31c-e3fd651e0acf" providerId="ADAL" clId="{A8140080-45A7-4910-8ECC-FBD2331CD953}" dt="2024-11-21T16:17:52.439" v="2351" actId="478"/>
          <ac:spMkLst>
            <pc:docMk/>
            <pc:sldMk cId="1301237701" sldId="1818"/>
            <ac:spMk id="25" creationId="{D0AB7114-6E0C-41E0-A5FE-AFAADAC0E78C}"/>
          </ac:spMkLst>
        </pc:spChg>
        <pc:picChg chg="del">
          <ac:chgData name="Fauve Duprez" userId="59fdc1fb-507d-4cdb-a31c-e3fd651e0acf" providerId="ADAL" clId="{A8140080-45A7-4910-8ECC-FBD2331CD953}" dt="2024-11-21T16:16:55.162" v="2328" actId="478"/>
          <ac:picMkLst>
            <pc:docMk/>
            <pc:sldMk cId="1301237701" sldId="1818"/>
            <ac:picMk id="2" creationId="{D05017B2-61C4-42B6-9FCD-1D9EAD59095A}"/>
          </ac:picMkLst>
        </pc:picChg>
        <pc:picChg chg="del">
          <ac:chgData name="Fauve Duprez" userId="59fdc1fb-507d-4cdb-a31c-e3fd651e0acf" providerId="ADAL" clId="{A8140080-45A7-4910-8ECC-FBD2331CD953}" dt="2024-11-21T16:17:54.318" v="2353" actId="478"/>
          <ac:picMkLst>
            <pc:docMk/>
            <pc:sldMk cId="1301237701" sldId="1818"/>
            <ac:picMk id="3" creationId="{756A4041-57AE-4D41-96D2-8315E1491234}"/>
          </ac:picMkLst>
        </pc:picChg>
        <pc:picChg chg="add mod">
          <ac:chgData name="Fauve Duprez" userId="59fdc1fb-507d-4cdb-a31c-e3fd651e0acf" providerId="ADAL" clId="{A8140080-45A7-4910-8ECC-FBD2331CD953}" dt="2024-11-21T16:28:23.938" v="2418" actId="1076"/>
          <ac:picMkLst>
            <pc:docMk/>
            <pc:sldMk cId="1301237701" sldId="1818"/>
            <ac:picMk id="7" creationId="{2287230B-AA11-D11C-FC13-C7C25EA1190C}"/>
          </ac:picMkLst>
        </pc:picChg>
        <pc:picChg chg="del">
          <ac:chgData name="Fauve Duprez" userId="59fdc1fb-507d-4cdb-a31c-e3fd651e0acf" providerId="ADAL" clId="{A8140080-45A7-4910-8ECC-FBD2331CD953}" dt="2024-11-21T16:16:32.707" v="2324" actId="478"/>
          <ac:picMkLst>
            <pc:docMk/>
            <pc:sldMk cId="1301237701" sldId="1818"/>
            <ac:picMk id="10" creationId="{B0254CF7-D90F-8DB4-BBB1-E224DE768CD0}"/>
          </ac:picMkLst>
        </pc:picChg>
        <pc:picChg chg="add mod">
          <ac:chgData name="Fauve Duprez" userId="59fdc1fb-507d-4cdb-a31c-e3fd651e0acf" providerId="ADAL" clId="{A8140080-45A7-4910-8ECC-FBD2331CD953}" dt="2024-11-21T16:17:03.397" v="2333" actId="1076"/>
          <ac:picMkLst>
            <pc:docMk/>
            <pc:sldMk cId="1301237701" sldId="1818"/>
            <ac:picMk id="11" creationId="{EF6684FF-917C-6F64-34F9-CE2E4AA689C8}"/>
          </ac:picMkLst>
        </pc:picChg>
        <pc:picChg chg="add mod">
          <ac:chgData name="Fauve Duprez" userId="59fdc1fb-507d-4cdb-a31c-e3fd651e0acf" providerId="ADAL" clId="{A8140080-45A7-4910-8ECC-FBD2331CD953}" dt="2024-11-21T16:18:01.208" v="2357" actId="1076"/>
          <ac:picMkLst>
            <pc:docMk/>
            <pc:sldMk cId="1301237701" sldId="1818"/>
            <ac:picMk id="14" creationId="{3FE00086-C402-9D4E-068F-2ED27A619B1F}"/>
          </ac:picMkLst>
        </pc:picChg>
      </pc:sldChg>
      <pc:sldChg chg="modSp mod">
        <pc:chgData name="Fauve Duprez" userId="59fdc1fb-507d-4cdb-a31c-e3fd651e0acf" providerId="ADAL" clId="{A8140080-45A7-4910-8ECC-FBD2331CD953}" dt="2024-11-21T14:53:12.312" v="643" actId="20577"/>
        <pc:sldMkLst>
          <pc:docMk/>
          <pc:sldMk cId="327366500" sldId="1830"/>
        </pc:sldMkLst>
        <pc:spChg chg="mod">
          <ac:chgData name="Fauve Duprez" userId="59fdc1fb-507d-4cdb-a31c-e3fd651e0acf" providerId="ADAL" clId="{A8140080-45A7-4910-8ECC-FBD2331CD953}" dt="2024-11-21T14:53:06.797" v="638" actId="20577"/>
          <ac:spMkLst>
            <pc:docMk/>
            <pc:sldMk cId="327366500" sldId="1830"/>
            <ac:spMk id="3" creationId="{39011522-9118-40C3-A09B-F25B95FAB7B4}"/>
          </ac:spMkLst>
        </pc:spChg>
        <pc:spChg chg="mod">
          <ac:chgData name="Fauve Duprez" userId="59fdc1fb-507d-4cdb-a31c-e3fd651e0acf" providerId="ADAL" clId="{A8140080-45A7-4910-8ECC-FBD2331CD953}" dt="2024-11-21T14:53:12.312" v="643" actId="20577"/>
          <ac:spMkLst>
            <pc:docMk/>
            <pc:sldMk cId="327366500" sldId="1830"/>
            <ac:spMk id="7" creationId="{2511D50A-E399-4DFD-994E-025F7BF843B6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6:01:46.217" v="2058" actId="478"/>
        <pc:sldMkLst>
          <pc:docMk/>
          <pc:sldMk cId="2763635484" sldId="1859"/>
        </pc:sldMkLst>
        <pc:spChg chg="mod">
          <ac:chgData name="Fauve Duprez" userId="59fdc1fb-507d-4cdb-a31c-e3fd651e0acf" providerId="ADAL" clId="{A8140080-45A7-4910-8ECC-FBD2331CD953}" dt="2024-11-21T15:08:08.942" v="1054"/>
          <ac:spMkLst>
            <pc:docMk/>
            <pc:sldMk cId="2763635484" sldId="1859"/>
            <ac:spMk id="7" creationId="{2511D50A-E399-4DFD-994E-025F7BF843B6}"/>
          </ac:spMkLst>
        </pc:spChg>
        <pc:spChg chg="del">
          <ac:chgData name="Fauve Duprez" userId="59fdc1fb-507d-4cdb-a31c-e3fd651e0acf" providerId="ADAL" clId="{A8140080-45A7-4910-8ECC-FBD2331CD953}" dt="2024-11-21T15:10:50.622" v="1155" actId="478"/>
          <ac:spMkLst>
            <pc:docMk/>
            <pc:sldMk cId="2763635484" sldId="1859"/>
            <ac:spMk id="10" creationId="{42A05147-4811-45EA-B31C-4A9400766868}"/>
          </ac:spMkLst>
        </pc:spChg>
        <pc:spChg chg="del">
          <ac:chgData name="Fauve Duprez" userId="59fdc1fb-507d-4cdb-a31c-e3fd651e0acf" providerId="ADAL" clId="{A8140080-45A7-4910-8ECC-FBD2331CD953}" dt="2024-11-21T15:10:50.622" v="1155" actId="478"/>
          <ac:spMkLst>
            <pc:docMk/>
            <pc:sldMk cId="2763635484" sldId="1859"/>
            <ac:spMk id="11" creationId="{0435C905-AEAF-412A-91D8-B99CF246BF63}"/>
          </ac:spMkLst>
        </pc:spChg>
        <pc:spChg chg="add del mod">
          <ac:chgData name="Fauve Duprez" userId="59fdc1fb-507d-4cdb-a31c-e3fd651e0acf" providerId="ADAL" clId="{A8140080-45A7-4910-8ECC-FBD2331CD953}" dt="2024-11-21T16:01:46.217" v="2058" actId="478"/>
          <ac:spMkLst>
            <pc:docMk/>
            <pc:sldMk cId="2763635484" sldId="1859"/>
            <ac:spMk id="18" creationId="{B4B9436B-A53B-0AF5-85FA-C58C7D3F9E6D}"/>
          </ac:spMkLst>
        </pc:spChg>
        <pc:picChg chg="add del">
          <ac:chgData name="Fauve Duprez" userId="59fdc1fb-507d-4cdb-a31c-e3fd651e0acf" providerId="ADAL" clId="{A8140080-45A7-4910-8ECC-FBD2331CD953}" dt="2024-11-21T15:12:04.958" v="1163" actId="478"/>
          <ac:picMkLst>
            <pc:docMk/>
            <pc:sldMk cId="2763635484" sldId="1859"/>
            <ac:picMk id="5" creationId="{B1655D6E-3C15-90BA-0D94-FDC8D330D83D}"/>
          </ac:picMkLst>
        </pc:picChg>
        <pc:picChg chg="add del mod">
          <ac:chgData name="Fauve Duprez" userId="59fdc1fb-507d-4cdb-a31c-e3fd651e0acf" providerId="ADAL" clId="{A8140080-45A7-4910-8ECC-FBD2331CD953}" dt="2024-11-21T15:31:19.197" v="1540" actId="478"/>
          <ac:picMkLst>
            <pc:docMk/>
            <pc:sldMk cId="2763635484" sldId="1859"/>
            <ac:picMk id="8" creationId="{C7319A63-A9E3-3E74-7D39-D793D632BF5F}"/>
          </ac:picMkLst>
        </pc:picChg>
        <pc:picChg chg="del">
          <ac:chgData name="Fauve Duprez" userId="59fdc1fb-507d-4cdb-a31c-e3fd651e0acf" providerId="ADAL" clId="{A8140080-45A7-4910-8ECC-FBD2331CD953}" dt="2024-11-21T15:10:47.369" v="1154" actId="478"/>
          <ac:picMkLst>
            <pc:docMk/>
            <pc:sldMk cId="2763635484" sldId="1859"/>
            <ac:picMk id="9" creationId="{FD30346A-72A7-46ED-9BD4-175088E9AA77}"/>
          </ac:picMkLst>
        </pc:picChg>
        <pc:picChg chg="add mod">
          <ac:chgData name="Fauve Duprez" userId="59fdc1fb-507d-4cdb-a31c-e3fd651e0acf" providerId="ADAL" clId="{A8140080-45A7-4910-8ECC-FBD2331CD953}" dt="2024-11-21T15:13:07.151" v="1193" actId="1076"/>
          <ac:picMkLst>
            <pc:docMk/>
            <pc:sldMk cId="2763635484" sldId="1859"/>
            <ac:picMk id="13" creationId="{F6123CB4-94CB-ED77-F421-491D4B52370A}"/>
          </ac:picMkLst>
        </pc:picChg>
        <pc:picChg chg="add mod">
          <ac:chgData name="Fauve Duprez" userId="59fdc1fb-507d-4cdb-a31c-e3fd651e0acf" providerId="ADAL" clId="{A8140080-45A7-4910-8ECC-FBD2331CD953}" dt="2024-11-21T15:13:08.517" v="1194" actId="1076"/>
          <ac:picMkLst>
            <pc:docMk/>
            <pc:sldMk cId="2763635484" sldId="1859"/>
            <ac:picMk id="15" creationId="{03E345CC-567C-C8DA-5F47-5A6DD6230C6B}"/>
          </ac:picMkLst>
        </pc:picChg>
        <pc:picChg chg="add mod">
          <ac:chgData name="Fauve Duprez" userId="59fdc1fb-507d-4cdb-a31c-e3fd651e0acf" providerId="ADAL" clId="{A8140080-45A7-4910-8ECC-FBD2331CD953}" dt="2024-11-21T15:31:27.827" v="1544" actId="1076"/>
          <ac:picMkLst>
            <pc:docMk/>
            <pc:sldMk cId="2763635484" sldId="1859"/>
            <ac:picMk id="17" creationId="{D8C89E12-A483-E5CC-778D-5CD7447027A9}"/>
          </ac:picMkLst>
        </pc:picChg>
      </pc:sldChg>
      <pc:sldChg chg="modSp mod">
        <pc:chgData name="Fauve Duprez" userId="59fdc1fb-507d-4cdb-a31c-e3fd651e0acf" providerId="ADAL" clId="{A8140080-45A7-4910-8ECC-FBD2331CD953}" dt="2024-11-21T15:08:23.987" v="1057"/>
        <pc:sldMkLst>
          <pc:docMk/>
          <pc:sldMk cId="3075885642" sldId="1860"/>
        </pc:sldMkLst>
        <pc:spChg chg="mod">
          <ac:chgData name="Fauve Duprez" userId="59fdc1fb-507d-4cdb-a31c-e3fd651e0acf" providerId="ADAL" clId="{A8140080-45A7-4910-8ECC-FBD2331CD953}" dt="2024-11-21T15:08:23.987" v="1057"/>
          <ac:spMkLst>
            <pc:docMk/>
            <pc:sldMk cId="3075885642" sldId="1860"/>
            <ac:spMk id="7" creationId="{2511D50A-E399-4DFD-994E-025F7BF843B6}"/>
          </ac:spMkLst>
        </pc:spChg>
      </pc:sldChg>
      <pc:sldChg chg="modSp mod">
        <pc:chgData name="Fauve Duprez" userId="59fdc1fb-507d-4cdb-a31c-e3fd651e0acf" providerId="ADAL" clId="{A8140080-45A7-4910-8ECC-FBD2331CD953}" dt="2024-11-21T15:08:35.707" v="1059"/>
        <pc:sldMkLst>
          <pc:docMk/>
          <pc:sldMk cId="3976812726" sldId="1865"/>
        </pc:sldMkLst>
        <pc:spChg chg="mod">
          <ac:chgData name="Fauve Duprez" userId="59fdc1fb-507d-4cdb-a31c-e3fd651e0acf" providerId="ADAL" clId="{A8140080-45A7-4910-8ECC-FBD2331CD953}" dt="2024-11-21T15:08:35.707" v="1059"/>
          <ac:spMkLst>
            <pc:docMk/>
            <pc:sldMk cId="3976812726" sldId="1865"/>
            <ac:spMk id="7" creationId="{2511D50A-E399-4DFD-994E-025F7BF843B6}"/>
          </ac:spMkLst>
        </pc:spChg>
      </pc:sldChg>
      <pc:sldChg chg="modSp mod">
        <pc:chgData name="Fauve Duprez" userId="59fdc1fb-507d-4cdb-a31c-e3fd651e0acf" providerId="ADAL" clId="{A8140080-45A7-4910-8ECC-FBD2331CD953}" dt="2024-11-21T15:08:41.637" v="1061"/>
        <pc:sldMkLst>
          <pc:docMk/>
          <pc:sldMk cId="705502928" sldId="1866"/>
        </pc:sldMkLst>
        <pc:spChg chg="mod">
          <ac:chgData name="Fauve Duprez" userId="59fdc1fb-507d-4cdb-a31c-e3fd651e0acf" providerId="ADAL" clId="{A8140080-45A7-4910-8ECC-FBD2331CD953}" dt="2024-11-21T15:08:41.637" v="1061"/>
          <ac:spMkLst>
            <pc:docMk/>
            <pc:sldMk cId="705502928" sldId="1866"/>
            <ac:spMk id="7" creationId="{2511D50A-E399-4DFD-994E-025F7BF843B6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6:09:53.418" v="2135" actId="1036"/>
        <pc:sldMkLst>
          <pc:docMk/>
          <pc:sldMk cId="4238352803" sldId="1874"/>
        </pc:sldMkLst>
        <pc:spChg chg="mod">
          <ac:chgData name="Fauve Duprez" userId="59fdc1fb-507d-4cdb-a31c-e3fd651e0acf" providerId="ADAL" clId="{A8140080-45A7-4910-8ECC-FBD2331CD953}" dt="2024-11-21T15:08:50.851" v="1065"/>
          <ac:spMkLst>
            <pc:docMk/>
            <pc:sldMk cId="4238352803" sldId="1874"/>
            <ac:spMk id="7" creationId="{2511D50A-E399-4DFD-994E-025F7BF843B6}"/>
          </ac:spMkLst>
        </pc:spChg>
        <pc:spChg chg="del">
          <ac:chgData name="Fauve Duprez" userId="59fdc1fb-507d-4cdb-a31c-e3fd651e0acf" providerId="ADAL" clId="{A8140080-45A7-4910-8ECC-FBD2331CD953}" dt="2024-11-21T15:24:33.773" v="1379" actId="478"/>
          <ac:spMkLst>
            <pc:docMk/>
            <pc:sldMk cId="4238352803" sldId="1874"/>
            <ac:spMk id="11" creationId="{4D469B1A-5A37-4156-81AC-EEDAAAD79C38}"/>
          </ac:spMkLst>
        </pc:spChg>
        <pc:spChg chg="del">
          <ac:chgData name="Fauve Duprez" userId="59fdc1fb-507d-4cdb-a31c-e3fd651e0acf" providerId="ADAL" clId="{A8140080-45A7-4910-8ECC-FBD2331CD953}" dt="2024-11-21T15:24:33.773" v="1379" actId="478"/>
          <ac:spMkLst>
            <pc:docMk/>
            <pc:sldMk cId="4238352803" sldId="1874"/>
            <ac:spMk id="12" creationId="{63964306-7A8E-4743-9E07-90FDB6C09FDB}"/>
          </ac:spMkLst>
        </pc:spChg>
        <pc:spChg chg="del">
          <ac:chgData name="Fauve Duprez" userId="59fdc1fb-507d-4cdb-a31c-e3fd651e0acf" providerId="ADAL" clId="{A8140080-45A7-4910-8ECC-FBD2331CD953}" dt="2024-11-21T15:24:28.762" v="1377" actId="478"/>
          <ac:spMkLst>
            <pc:docMk/>
            <pc:sldMk cId="4238352803" sldId="1874"/>
            <ac:spMk id="13" creationId="{A941D42A-51EA-42D6-9589-D7FCB1F6A20C}"/>
          </ac:spMkLst>
        </pc:spChg>
        <pc:picChg chg="del">
          <ac:chgData name="Fauve Duprez" userId="59fdc1fb-507d-4cdb-a31c-e3fd651e0acf" providerId="ADAL" clId="{A8140080-45A7-4910-8ECC-FBD2331CD953}" dt="2024-11-21T15:24:31.337" v="1378" actId="478"/>
          <ac:picMkLst>
            <pc:docMk/>
            <pc:sldMk cId="4238352803" sldId="1874"/>
            <ac:picMk id="2" creationId="{627EAC44-5A86-436D-AFA8-A6D7B27ABF30}"/>
          </ac:picMkLst>
        </pc:picChg>
        <pc:picChg chg="mod">
          <ac:chgData name="Fauve Duprez" userId="59fdc1fb-507d-4cdb-a31c-e3fd651e0acf" providerId="ADAL" clId="{A8140080-45A7-4910-8ECC-FBD2331CD953}" dt="2024-11-21T16:09:21.157" v="2133" actId="1076"/>
          <ac:picMkLst>
            <pc:docMk/>
            <pc:sldMk cId="4238352803" sldId="1874"/>
            <ac:picMk id="6" creationId="{BF815079-C314-4389-9751-21981FFE45EA}"/>
          </ac:picMkLst>
        </pc:picChg>
        <pc:picChg chg="add mod">
          <ac:chgData name="Fauve Duprez" userId="59fdc1fb-507d-4cdb-a31c-e3fd651e0acf" providerId="ADAL" clId="{A8140080-45A7-4910-8ECC-FBD2331CD953}" dt="2024-11-21T16:09:53.418" v="2135" actId="1036"/>
          <ac:picMkLst>
            <pc:docMk/>
            <pc:sldMk cId="4238352803" sldId="1874"/>
            <ac:picMk id="8" creationId="{D09D9308-EB7F-2659-2E84-5D6A83D887BA}"/>
          </ac:picMkLst>
        </pc:picChg>
      </pc:sldChg>
      <pc:sldChg chg="addSp delSp modSp mod">
        <pc:chgData name="Fauve Duprez" userId="59fdc1fb-507d-4cdb-a31c-e3fd651e0acf" providerId="ADAL" clId="{A8140080-45A7-4910-8ECC-FBD2331CD953}" dt="2024-11-21T15:47:01.554" v="1867" actId="1076"/>
        <pc:sldMkLst>
          <pc:docMk/>
          <pc:sldMk cId="806283066" sldId="1878"/>
        </pc:sldMkLst>
        <pc:spChg chg="mod">
          <ac:chgData name="Fauve Duprez" userId="59fdc1fb-507d-4cdb-a31c-e3fd651e0acf" providerId="ADAL" clId="{A8140080-45A7-4910-8ECC-FBD2331CD953}" dt="2024-11-21T15:09:13.287" v="1074"/>
          <ac:spMkLst>
            <pc:docMk/>
            <pc:sldMk cId="806283066" sldId="1878"/>
            <ac:spMk id="6" creationId="{A5707DB5-C443-4CDC-94A6-E5DEE9F72ED0}"/>
          </ac:spMkLst>
        </pc:spChg>
        <pc:picChg chg="del">
          <ac:chgData name="Fauve Duprez" userId="59fdc1fb-507d-4cdb-a31c-e3fd651e0acf" providerId="ADAL" clId="{A8140080-45A7-4910-8ECC-FBD2331CD953}" dt="2024-11-21T15:45:53.068" v="1857" actId="478"/>
          <ac:picMkLst>
            <pc:docMk/>
            <pc:sldMk cId="806283066" sldId="1878"/>
            <ac:picMk id="2" creationId="{DE4901DB-41D1-4B7A-A5DD-921A3DE1EF36}"/>
          </ac:picMkLst>
        </pc:picChg>
        <pc:picChg chg="del">
          <ac:chgData name="Fauve Duprez" userId="59fdc1fb-507d-4cdb-a31c-e3fd651e0acf" providerId="ADAL" clId="{A8140080-45A7-4910-8ECC-FBD2331CD953}" dt="2024-11-21T15:46:53.331" v="1862" actId="478"/>
          <ac:picMkLst>
            <pc:docMk/>
            <pc:sldMk cId="806283066" sldId="1878"/>
            <ac:picMk id="7" creationId="{AB6ABDF5-7DE4-48D6-8A79-6791631CA126}"/>
          </ac:picMkLst>
        </pc:picChg>
        <pc:picChg chg="add mod">
          <ac:chgData name="Fauve Duprez" userId="59fdc1fb-507d-4cdb-a31c-e3fd651e0acf" providerId="ADAL" clId="{A8140080-45A7-4910-8ECC-FBD2331CD953}" dt="2024-11-21T15:47:01.554" v="1867" actId="1076"/>
          <ac:picMkLst>
            <pc:docMk/>
            <pc:sldMk cId="806283066" sldId="1878"/>
            <ac:picMk id="8" creationId="{9C777A9C-ABDB-ACE3-04F3-3A2884054F96}"/>
          </ac:picMkLst>
        </pc:picChg>
        <pc:picChg chg="add mod">
          <ac:chgData name="Fauve Duprez" userId="59fdc1fb-507d-4cdb-a31c-e3fd651e0acf" providerId="ADAL" clId="{A8140080-45A7-4910-8ECC-FBD2331CD953}" dt="2024-11-21T15:46:59.358" v="1866" actId="1076"/>
          <ac:picMkLst>
            <pc:docMk/>
            <pc:sldMk cId="806283066" sldId="1878"/>
            <ac:picMk id="10" creationId="{D477060E-71B9-DEA2-C509-306C53CEAD7C}"/>
          </ac:picMkLst>
        </pc:picChg>
      </pc:sldChg>
      <pc:sldChg chg="addSp delSp modSp mod">
        <pc:chgData name="Fauve Duprez" userId="59fdc1fb-507d-4cdb-a31c-e3fd651e0acf" providerId="ADAL" clId="{A8140080-45A7-4910-8ECC-FBD2331CD953}" dt="2024-11-21T15:51:55.479" v="1907" actId="1076"/>
        <pc:sldMkLst>
          <pc:docMk/>
          <pc:sldMk cId="4204406132" sldId="1879"/>
        </pc:sldMkLst>
        <pc:spChg chg="mod">
          <ac:chgData name="Fauve Duprez" userId="59fdc1fb-507d-4cdb-a31c-e3fd651e0acf" providerId="ADAL" clId="{A8140080-45A7-4910-8ECC-FBD2331CD953}" dt="2024-11-21T15:09:15.572" v="1075"/>
          <ac:spMkLst>
            <pc:docMk/>
            <pc:sldMk cId="4204406132" sldId="1879"/>
            <ac:spMk id="6" creationId="{A5707DB5-C443-4CDC-94A6-E5DEE9F72ED0}"/>
          </ac:spMkLst>
        </pc:spChg>
        <pc:spChg chg="del">
          <ac:chgData name="Fauve Duprez" userId="59fdc1fb-507d-4cdb-a31c-e3fd651e0acf" providerId="ADAL" clId="{A8140080-45A7-4910-8ECC-FBD2331CD953}" dt="2024-11-21T15:51:00.644" v="1888" actId="478"/>
          <ac:spMkLst>
            <pc:docMk/>
            <pc:sldMk cId="4204406132" sldId="1879"/>
            <ac:spMk id="11" creationId="{B2BCF739-BB0E-4800-87AB-E1F4CE3F4C69}"/>
          </ac:spMkLst>
        </pc:spChg>
        <pc:spChg chg="del">
          <ac:chgData name="Fauve Duprez" userId="59fdc1fb-507d-4cdb-a31c-e3fd651e0acf" providerId="ADAL" clId="{A8140080-45A7-4910-8ECC-FBD2331CD953}" dt="2024-11-21T15:51:43.757" v="1902" actId="478"/>
          <ac:spMkLst>
            <pc:docMk/>
            <pc:sldMk cId="4204406132" sldId="1879"/>
            <ac:spMk id="12" creationId="{E64C8967-41B1-49D8-B7B0-88633BC25742}"/>
          </ac:spMkLst>
        </pc:spChg>
        <pc:spChg chg="del">
          <ac:chgData name="Fauve Duprez" userId="59fdc1fb-507d-4cdb-a31c-e3fd651e0acf" providerId="ADAL" clId="{A8140080-45A7-4910-8ECC-FBD2331CD953}" dt="2024-11-21T15:51:49.047" v="1903" actId="478"/>
          <ac:spMkLst>
            <pc:docMk/>
            <pc:sldMk cId="4204406132" sldId="1879"/>
            <ac:spMk id="14" creationId="{EC7D4C4E-FD7C-489C-A8C5-2ABF2463C1CA}"/>
          </ac:spMkLst>
        </pc:spChg>
        <pc:spChg chg="del">
          <ac:chgData name="Fauve Duprez" userId="59fdc1fb-507d-4cdb-a31c-e3fd651e0acf" providerId="ADAL" clId="{A8140080-45A7-4910-8ECC-FBD2331CD953}" dt="2024-11-21T15:51:01.098" v="1889" actId="478"/>
          <ac:spMkLst>
            <pc:docMk/>
            <pc:sldMk cId="4204406132" sldId="1879"/>
            <ac:spMk id="19" creationId="{881D4453-3B7B-48EB-BA6D-99EBD1E8132F}"/>
          </ac:spMkLst>
        </pc:spChg>
        <pc:picChg chg="del">
          <ac:chgData name="Fauve Duprez" userId="59fdc1fb-507d-4cdb-a31c-e3fd651e0acf" providerId="ADAL" clId="{A8140080-45A7-4910-8ECC-FBD2331CD953}" dt="2024-11-21T15:51:00.043" v="1887" actId="478"/>
          <ac:picMkLst>
            <pc:docMk/>
            <pc:sldMk cId="4204406132" sldId="1879"/>
            <ac:picMk id="2" creationId="{C797E874-C99C-4133-BBFA-E0B9250E6C39}"/>
          </ac:picMkLst>
        </pc:picChg>
        <pc:picChg chg="del">
          <ac:chgData name="Fauve Duprez" userId="59fdc1fb-507d-4cdb-a31c-e3fd651e0acf" providerId="ADAL" clId="{A8140080-45A7-4910-8ECC-FBD2331CD953}" dt="2024-11-21T15:51:12.627" v="1894" actId="478"/>
          <ac:picMkLst>
            <pc:docMk/>
            <pc:sldMk cId="4204406132" sldId="1879"/>
            <ac:picMk id="5" creationId="{15239E01-414D-41D8-B29D-3EEF1E7D5F3C}"/>
          </ac:picMkLst>
        </pc:picChg>
        <pc:picChg chg="del">
          <ac:chgData name="Fauve Duprez" userId="59fdc1fb-507d-4cdb-a31c-e3fd651e0acf" providerId="ADAL" clId="{A8140080-45A7-4910-8ECC-FBD2331CD953}" dt="2024-11-21T15:51:41.387" v="1901" actId="478"/>
          <ac:picMkLst>
            <pc:docMk/>
            <pc:sldMk cId="4204406132" sldId="1879"/>
            <ac:picMk id="8" creationId="{D1AE1D9A-B94B-413A-8CC7-C14317750665}"/>
          </ac:picMkLst>
        </pc:picChg>
        <pc:picChg chg="add del">
          <ac:chgData name="Fauve Duprez" userId="59fdc1fb-507d-4cdb-a31c-e3fd651e0acf" providerId="ADAL" clId="{A8140080-45A7-4910-8ECC-FBD2331CD953}" dt="2024-11-21T15:49:05.856" v="1878" actId="478"/>
          <ac:picMkLst>
            <pc:docMk/>
            <pc:sldMk cId="4204406132" sldId="1879"/>
            <ac:picMk id="9" creationId="{8E299949-F6AF-3952-904D-8DA2E0346EEC}"/>
          </ac:picMkLst>
        </pc:picChg>
        <pc:picChg chg="add del mod">
          <ac:chgData name="Fauve Duprez" userId="59fdc1fb-507d-4cdb-a31c-e3fd651e0acf" providerId="ADAL" clId="{A8140080-45A7-4910-8ECC-FBD2331CD953}" dt="2024-11-21T15:48:43.867" v="1876" actId="22"/>
          <ac:picMkLst>
            <pc:docMk/>
            <pc:sldMk cId="4204406132" sldId="1879"/>
            <ac:picMk id="10" creationId="{9B14CD6C-080B-F344-BB77-96E17969E046}"/>
          </ac:picMkLst>
        </pc:picChg>
        <pc:picChg chg="add del mod">
          <ac:chgData name="Fauve Duprez" userId="59fdc1fb-507d-4cdb-a31c-e3fd651e0acf" providerId="ADAL" clId="{A8140080-45A7-4910-8ECC-FBD2331CD953}" dt="2024-11-21T15:49:17.967" v="1882" actId="478"/>
          <ac:picMkLst>
            <pc:docMk/>
            <pc:sldMk cId="4204406132" sldId="1879"/>
            <ac:picMk id="15" creationId="{CA13EC2F-BBC9-8FAF-9175-1E91E92F134D}"/>
          </ac:picMkLst>
        </pc:picChg>
        <pc:picChg chg="add mod">
          <ac:chgData name="Fauve Duprez" userId="59fdc1fb-507d-4cdb-a31c-e3fd651e0acf" providerId="ADAL" clId="{A8140080-45A7-4910-8ECC-FBD2331CD953}" dt="2024-11-21T15:49:23.297" v="1886" actId="1076"/>
          <ac:picMkLst>
            <pc:docMk/>
            <pc:sldMk cId="4204406132" sldId="1879"/>
            <ac:picMk id="17" creationId="{E340AA16-E813-EC1A-C165-FB06F4149377}"/>
          </ac:picMkLst>
        </pc:picChg>
        <pc:picChg chg="add mod">
          <ac:chgData name="Fauve Duprez" userId="59fdc1fb-507d-4cdb-a31c-e3fd651e0acf" providerId="ADAL" clId="{A8140080-45A7-4910-8ECC-FBD2331CD953}" dt="2024-11-21T15:51:06.148" v="1893" actId="1076"/>
          <ac:picMkLst>
            <pc:docMk/>
            <pc:sldMk cId="4204406132" sldId="1879"/>
            <ac:picMk id="20" creationId="{CCF1F675-509D-DA4E-458E-D193CA390E01}"/>
          </ac:picMkLst>
        </pc:picChg>
        <pc:picChg chg="add mod">
          <ac:chgData name="Fauve Duprez" userId="59fdc1fb-507d-4cdb-a31c-e3fd651e0acf" providerId="ADAL" clId="{A8140080-45A7-4910-8ECC-FBD2331CD953}" dt="2024-11-21T15:51:22.439" v="1900" actId="1076"/>
          <ac:picMkLst>
            <pc:docMk/>
            <pc:sldMk cId="4204406132" sldId="1879"/>
            <ac:picMk id="22" creationId="{2805DD8A-2317-89D0-04F6-6E015725876B}"/>
          </ac:picMkLst>
        </pc:picChg>
        <pc:picChg chg="add mod">
          <ac:chgData name="Fauve Duprez" userId="59fdc1fb-507d-4cdb-a31c-e3fd651e0acf" providerId="ADAL" clId="{A8140080-45A7-4910-8ECC-FBD2331CD953}" dt="2024-11-21T15:51:55.479" v="1907" actId="1076"/>
          <ac:picMkLst>
            <pc:docMk/>
            <pc:sldMk cId="4204406132" sldId="1879"/>
            <ac:picMk id="24" creationId="{60C6F1F0-C440-DF39-4C00-215A334BFD66}"/>
          </ac:picMkLst>
        </pc:picChg>
      </pc:sldChg>
      <pc:sldChg chg="modSp mod">
        <pc:chgData name="Fauve Duprez" userId="59fdc1fb-507d-4cdb-a31c-e3fd651e0acf" providerId="ADAL" clId="{A8140080-45A7-4910-8ECC-FBD2331CD953}" dt="2024-11-21T15:56:37.739" v="2055" actId="20577"/>
        <pc:sldMkLst>
          <pc:docMk/>
          <pc:sldMk cId="1102596552" sldId="1880"/>
        </pc:sldMkLst>
        <pc:spChg chg="mod">
          <ac:chgData name="Fauve Duprez" userId="59fdc1fb-507d-4cdb-a31c-e3fd651e0acf" providerId="ADAL" clId="{A8140080-45A7-4910-8ECC-FBD2331CD953}" dt="2024-11-21T15:56:37.739" v="2055" actId="20577"/>
          <ac:spMkLst>
            <pc:docMk/>
            <pc:sldMk cId="1102596552" sldId="1880"/>
            <ac:spMk id="3" creationId="{39011522-9118-40C3-A09B-F25B95FAB7B4}"/>
          </ac:spMkLst>
        </pc:spChg>
        <pc:spChg chg="mod">
          <ac:chgData name="Fauve Duprez" userId="59fdc1fb-507d-4cdb-a31c-e3fd651e0acf" providerId="ADAL" clId="{A8140080-45A7-4910-8ECC-FBD2331CD953}" dt="2024-11-21T15:09:19.706" v="1077"/>
          <ac:spMkLst>
            <pc:docMk/>
            <pc:sldMk cId="1102596552" sldId="1880"/>
            <ac:spMk id="7" creationId="{2511D50A-E399-4DFD-994E-025F7BF843B6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5:37:08.747" v="1595" actId="1076"/>
        <pc:sldMkLst>
          <pc:docMk/>
          <pc:sldMk cId="2153805064" sldId="1882"/>
        </pc:sldMkLst>
        <pc:spChg chg="mod">
          <ac:chgData name="Fauve Duprez" userId="59fdc1fb-507d-4cdb-a31c-e3fd651e0acf" providerId="ADAL" clId="{A8140080-45A7-4910-8ECC-FBD2331CD953}" dt="2024-11-21T15:31:50.577" v="1571" actId="20577"/>
          <ac:spMkLst>
            <pc:docMk/>
            <pc:sldMk cId="2153805064" sldId="1882"/>
            <ac:spMk id="3" creationId="{39011522-9118-40C3-A09B-F25B95FAB7B4}"/>
          </ac:spMkLst>
        </pc:spChg>
        <pc:spChg chg="mod">
          <ac:chgData name="Fauve Duprez" userId="59fdc1fb-507d-4cdb-a31c-e3fd651e0acf" providerId="ADAL" clId="{A8140080-45A7-4910-8ECC-FBD2331CD953}" dt="2024-11-21T15:08:21.467" v="1056"/>
          <ac:spMkLst>
            <pc:docMk/>
            <pc:sldMk cId="2153805064" sldId="1882"/>
            <ac:spMk id="7" creationId="{2511D50A-E399-4DFD-994E-025F7BF843B6}"/>
          </ac:spMkLst>
        </pc:spChg>
        <pc:picChg chg="add del">
          <ac:chgData name="Fauve Duprez" userId="59fdc1fb-507d-4cdb-a31c-e3fd651e0acf" providerId="ADAL" clId="{A8140080-45A7-4910-8ECC-FBD2331CD953}" dt="2024-11-21T15:14:21.319" v="1200" actId="478"/>
          <ac:picMkLst>
            <pc:docMk/>
            <pc:sldMk cId="2153805064" sldId="1882"/>
            <ac:picMk id="2" creationId="{B8EF9B4E-CE87-4246-AB9F-C8F7F01EE7E4}"/>
          </ac:picMkLst>
        </pc:picChg>
        <pc:picChg chg="del">
          <ac:chgData name="Fauve Duprez" userId="59fdc1fb-507d-4cdb-a31c-e3fd651e0acf" providerId="ADAL" clId="{A8140080-45A7-4910-8ECC-FBD2331CD953}" dt="2024-11-21T15:14:19.957" v="1199" actId="478"/>
          <ac:picMkLst>
            <pc:docMk/>
            <pc:sldMk cId="2153805064" sldId="1882"/>
            <ac:picMk id="6" creationId="{E19B493A-1610-4BB5-8534-B8671FE5474D}"/>
          </ac:picMkLst>
        </pc:picChg>
        <pc:picChg chg="add mod">
          <ac:chgData name="Fauve Duprez" userId="59fdc1fb-507d-4cdb-a31c-e3fd651e0acf" providerId="ADAL" clId="{A8140080-45A7-4910-8ECC-FBD2331CD953}" dt="2024-11-21T15:37:00.339" v="1592" actId="1076"/>
          <ac:picMkLst>
            <pc:docMk/>
            <pc:sldMk cId="2153805064" sldId="1882"/>
            <ac:picMk id="8" creationId="{EAC37554-F0EB-BF70-D85F-43257E02496A}"/>
          </ac:picMkLst>
        </pc:picChg>
        <pc:picChg chg="add mod">
          <ac:chgData name="Fauve Duprez" userId="59fdc1fb-507d-4cdb-a31c-e3fd651e0acf" providerId="ADAL" clId="{A8140080-45A7-4910-8ECC-FBD2331CD953}" dt="2024-11-21T15:37:08.747" v="1595" actId="1076"/>
          <ac:picMkLst>
            <pc:docMk/>
            <pc:sldMk cId="2153805064" sldId="1882"/>
            <ac:picMk id="10" creationId="{7E119177-2938-2076-5539-F853FEC31449}"/>
          </ac:picMkLst>
        </pc:picChg>
        <pc:picChg chg="add del mod">
          <ac:chgData name="Fauve Duprez" userId="59fdc1fb-507d-4cdb-a31c-e3fd651e0acf" providerId="ADAL" clId="{A8140080-45A7-4910-8ECC-FBD2331CD953}" dt="2024-11-21T15:34:55.760" v="1578" actId="478"/>
          <ac:picMkLst>
            <pc:docMk/>
            <pc:sldMk cId="2153805064" sldId="1882"/>
            <ac:picMk id="12" creationId="{EB6D5916-59E3-34C0-B01D-E1E9F2DB35E2}"/>
          </ac:picMkLst>
        </pc:picChg>
        <pc:picChg chg="add mod">
          <ac:chgData name="Fauve Duprez" userId="59fdc1fb-507d-4cdb-a31c-e3fd651e0acf" providerId="ADAL" clId="{A8140080-45A7-4910-8ECC-FBD2331CD953}" dt="2024-11-21T15:37:02.698" v="1593" actId="1076"/>
          <ac:picMkLst>
            <pc:docMk/>
            <pc:sldMk cId="2153805064" sldId="1882"/>
            <ac:picMk id="14" creationId="{6D001558-E6FA-261C-7313-A533D31F84B4}"/>
          </ac:picMkLst>
        </pc:picChg>
        <pc:picChg chg="add mod">
          <ac:chgData name="Fauve Duprez" userId="59fdc1fb-507d-4cdb-a31c-e3fd651e0acf" providerId="ADAL" clId="{A8140080-45A7-4910-8ECC-FBD2331CD953}" dt="2024-11-21T15:37:04.577" v="1594" actId="1076"/>
          <ac:picMkLst>
            <pc:docMk/>
            <pc:sldMk cId="2153805064" sldId="1882"/>
            <ac:picMk id="16" creationId="{7DE66E43-4714-0C09-772D-5A9F013755C3}"/>
          </ac:picMkLst>
        </pc:picChg>
      </pc:sldChg>
      <pc:sldChg chg="addSp delSp modSp mod">
        <pc:chgData name="Fauve Duprez" userId="59fdc1fb-507d-4cdb-a31c-e3fd651e0acf" providerId="ADAL" clId="{A8140080-45A7-4910-8ECC-FBD2331CD953}" dt="2024-11-21T15:39:11.547" v="1642" actId="20577"/>
        <pc:sldMkLst>
          <pc:docMk/>
          <pc:sldMk cId="2777352345" sldId="1883"/>
        </pc:sldMkLst>
        <pc:spChg chg="mod">
          <ac:chgData name="Fauve Duprez" userId="59fdc1fb-507d-4cdb-a31c-e3fd651e0acf" providerId="ADAL" clId="{A8140080-45A7-4910-8ECC-FBD2331CD953}" dt="2024-11-21T15:09:00.193" v="1069"/>
          <ac:spMkLst>
            <pc:docMk/>
            <pc:sldMk cId="2777352345" sldId="1883"/>
            <ac:spMk id="2" creationId="{CB15C49E-74BB-4B20-BF2C-68F451A912DF}"/>
          </ac:spMkLst>
        </pc:spChg>
        <pc:spChg chg="mod">
          <ac:chgData name="Fauve Duprez" userId="59fdc1fb-507d-4cdb-a31c-e3fd651e0acf" providerId="ADAL" clId="{A8140080-45A7-4910-8ECC-FBD2331CD953}" dt="2024-11-21T15:39:11.547" v="1642" actId="20577"/>
          <ac:spMkLst>
            <pc:docMk/>
            <pc:sldMk cId="2777352345" sldId="1883"/>
            <ac:spMk id="10" creationId="{E2BD1824-B0CD-4270-9A22-19611D64621C}"/>
          </ac:spMkLst>
        </pc:spChg>
        <pc:spChg chg="del">
          <ac:chgData name="Fauve Duprez" userId="59fdc1fb-507d-4cdb-a31c-e3fd651e0acf" providerId="ADAL" clId="{A8140080-45A7-4910-8ECC-FBD2331CD953}" dt="2024-11-21T15:38:15.117" v="1597" actId="478"/>
          <ac:spMkLst>
            <pc:docMk/>
            <pc:sldMk cId="2777352345" sldId="1883"/>
            <ac:spMk id="11" creationId="{DC5AD61F-716B-4101-BFB9-52F0D38F505A}"/>
          </ac:spMkLst>
        </pc:spChg>
        <pc:picChg chg="del">
          <ac:chgData name="Fauve Duprez" userId="59fdc1fb-507d-4cdb-a31c-e3fd651e0acf" providerId="ADAL" clId="{A8140080-45A7-4910-8ECC-FBD2331CD953}" dt="2024-11-21T15:38:44.777" v="1603" actId="478"/>
          <ac:picMkLst>
            <pc:docMk/>
            <pc:sldMk cId="2777352345" sldId="1883"/>
            <ac:picMk id="6" creationId="{81C4A9D5-DAEE-4875-B7FD-1C7E109ECF9D}"/>
          </ac:picMkLst>
        </pc:picChg>
        <pc:picChg chg="del">
          <ac:chgData name="Fauve Duprez" userId="59fdc1fb-507d-4cdb-a31c-e3fd651e0acf" providerId="ADAL" clId="{A8140080-45A7-4910-8ECC-FBD2331CD953}" dt="2024-11-21T15:38:12.947" v="1596" actId="478"/>
          <ac:picMkLst>
            <pc:docMk/>
            <pc:sldMk cId="2777352345" sldId="1883"/>
            <ac:picMk id="7" creationId="{DC38D35D-B291-42DD-8CED-E5D4BE6D83E2}"/>
          </ac:picMkLst>
        </pc:picChg>
        <pc:picChg chg="add del mod">
          <ac:chgData name="Fauve Duprez" userId="59fdc1fb-507d-4cdb-a31c-e3fd651e0acf" providerId="ADAL" clId="{A8140080-45A7-4910-8ECC-FBD2331CD953}" dt="2024-11-21T15:38:19.147" v="1600" actId="478"/>
          <ac:picMkLst>
            <pc:docMk/>
            <pc:sldMk cId="2777352345" sldId="1883"/>
            <ac:picMk id="8" creationId="{ED1497BE-7CBE-40C1-32BC-90E1C94763D8}"/>
          </ac:picMkLst>
        </pc:picChg>
        <pc:picChg chg="add mod">
          <ac:chgData name="Fauve Duprez" userId="59fdc1fb-507d-4cdb-a31c-e3fd651e0acf" providerId="ADAL" clId="{A8140080-45A7-4910-8ECC-FBD2331CD953}" dt="2024-11-21T15:38:50.819" v="1606" actId="1076"/>
          <ac:picMkLst>
            <pc:docMk/>
            <pc:sldMk cId="2777352345" sldId="1883"/>
            <ac:picMk id="13" creationId="{2B7CDBF2-B2CC-2AF7-62C7-5AFA10FBC546}"/>
          </ac:picMkLst>
        </pc:picChg>
        <pc:picChg chg="add mod">
          <ac:chgData name="Fauve Duprez" userId="59fdc1fb-507d-4cdb-a31c-e3fd651e0acf" providerId="ADAL" clId="{A8140080-45A7-4910-8ECC-FBD2331CD953}" dt="2024-11-21T15:38:47.777" v="1605" actId="1076"/>
          <ac:picMkLst>
            <pc:docMk/>
            <pc:sldMk cId="2777352345" sldId="1883"/>
            <ac:picMk id="15" creationId="{D8EA199B-A304-A331-3B6F-9848A2EDAC6F}"/>
          </ac:picMkLst>
        </pc:picChg>
      </pc:sldChg>
      <pc:sldChg chg="addSp delSp modSp mod">
        <pc:chgData name="Fauve Duprez" userId="59fdc1fb-507d-4cdb-a31c-e3fd651e0acf" providerId="ADAL" clId="{A8140080-45A7-4910-8ECC-FBD2331CD953}" dt="2024-11-21T15:43:51.170" v="1782" actId="5793"/>
        <pc:sldMkLst>
          <pc:docMk/>
          <pc:sldMk cId="4267290163" sldId="1884"/>
        </pc:sldMkLst>
        <pc:spChg chg="mod">
          <ac:chgData name="Fauve Duprez" userId="59fdc1fb-507d-4cdb-a31c-e3fd651e0acf" providerId="ADAL" clId="{A8140080-45A7-4910-8ECC-FBD2331CD953}" dt="2024-11-21T15:09:02.312" v="1070"/>
          <ac:spMkLst>
            <pc:docMk/>
            <pc:sldMk cId="4267290163" sldId="1884"/>
            <ac:spMk id="2" creationId="{CB15C49E-74BB-4B20-BF2C-68F451A912DF}"/>
          </ac:spMkLst>
        </pc:spChg>
        <pc:spChg chg="mod">
          <ac:chgData name="Fauve Duprez" userId="59fdc1fb-507d-4cdb-a31c-e3fd651e0acf" providerId="ADAL" clId="{A8140080-45A7-4910-8ECC-FBD2331CD953}" dt="2024-11-21T15:43:51.170" v="1782" actId="5793"/>
          <ac:spMkLst>
            <pc:docMk/>
            <pc:sldMk cId="4267290163" sldId="1884"/>
            <ac:spMk id="3" creationId="{3CDE1E18-32B6-415F-BB7E-BD52DF9237A0}"/>
          </ac:spMkLst>
        </pc:spChg>
        <pc:picChg chg="add mod">
          <ac:chgData name="Fauve Duprez" userId="59fdc1fb-507d-4cdb-a31c-e3fd651e0acf" providerId="ADAL" clId="{A8140080-45A7-4910-8ECC-FBD2331CD953}" dt="2024-11-21T15:39:26.877" v="1647" actId="1076"/>
          <ac:picMkLst>
            <pc:docMk/>
            <pc:sldMk cId="4267290163" sldId="1884"/>
            <ac:picMk id="6" creationId="{E07DB009-261F-DC90-4DB5-9E423B482448}"/>
          </ac:picMkLst>
        </pc:picChg>
        <pc:picChg chg="del">
          <ac:chgData name="Fauve Duprez" userId="59fdc1fb-507d-4cdb-a31c-e3fd651e0acf" providerId="ADAL" clId="{A8140080-45A7-4910-8ECC-FBD2331CD953}" dt="2024-11-21T15:39:21.707" v="1643" actId="478"/>
          <ac:picMkLst>
            <pc:docMk/>
            <pc:sldMk cId="4267290163" sldId="1884"/>
            <ac:picMk id="8" creationId="{8F285934-423A-4338-B8F3-F8F7928DD79F}"/>
          </ac:picMkLst>
        </pc:picChg>
      </pc:sldChg>
      <pc:sldChg chg="delSp modSp mod">
        <pc:chgData name="Fauve Duprez" userId="59fdc1fb-507d-4cdb-a31c-e3fd651e0acf" providerId="ADAL" clId="{A8140080-45A7-4910-8ECC-FBD2331CD953}" dt="2024-11-21T15:52:59.031" v="1926" actId="478"/>
        <pc:sldMkLst>
          <pc:docMk/>
          <pc:sldMk cId="1988262404" sldId="1885"/>
        </pc:sldMkLst>
        <pc:spChg chg="mod">
          <ac:chgData name="Fauve Duprez" userId="59fdc1fb-507d-4cdb-a31c-e3fd651e0acf" providerId="ADAL" clId="{A8140080-45A7-4910-8ECC-FBD2331CD953}" dt="2024-11-21T15:52:54.397" v="1925" actId="20577"/>
          <ac:spMkLst>
            <pc:docMk/>
            <pc:sldMk cId="1988262404" sldId="1885"/>
            <ac:spMk id="3" creationId="{9D681660-C845-4247-90A7-CA091A9A7597}"/>
          </ac:spMkLst>
        </pc:spChg>
        <pc:spChg chg="mod">
          <ac:chgData name="Fauve Duprez" userId="59fdc1fb-507d-4cdb-a31c-e3fd651e0acf" providerId="ADAL" clId="{A8140080-45A7-4910-8ECC-FBD2331CD953}" dt="2024-11-21T15:09:17.737" v="1076"/>
          <ac:spMkLst>
            <pc:docMk/>
            <pc:sldMk cId="1988262404" sldId="1885"/>
            <ac:spMk id="6" creationId="{A5707DB5-C443-4CDC-94A6-E5DEE9F72ED0}"/>
          </ac:spMkLst>
        </pc:spChg>
        <pc:spChg chg="del">
          <ac:chgData name="Fauve Duprez" userId="59fdc1fb-507d-4cdb-a31c-e3fd651e0acf" providerId="ADAL" clId="{A8140080-45A7-4910-8ECC-FBD2331CD953}" dt="2024-11-21T15:52:59.031" v="1926" actId="478"/>
          <ac:spMkLst>
            <pc:docMk/>
            <pc:sldMk cId="1988262404" sldId="1885"/>
            <ac:spMk id="16" creationId="{5BBDD4E6-7CB6-491A-B659-F4602E4A446E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6:13:29.608" v="2257" actId="1076"/>
        <pc:sldMkLst>
          <pc:docMk/>
          <pc:sldMk cId="1547956717" sldId="1893"/>
        </pc:sldMkLst>
        <pc:spChg chg="mod">
          <ac:chgData name="Fauve Duprez" userId="59fdc1fb-507d-4cdb-a31c-e3fd651e0acf" providerId="ADAL" clId="{A8140080-45A7-4910-8ECC-FBD2331CD953}" dt="2024-11-21T16:13:26.672" v="2255" actId="20577"/>
          <ac:spMkLst>
            <pc:docMk/>
            <pc:sldMk cId="1547956717" sldId="1893"/>
            <ac:spMk id="3" creationId="{39011522-9118-40C3-A09B-F25B95FAB7B4}"/>
          </ac:spMkLst>
        </pc:spChg>
        <pc:picChg chg="del">
          <ac:chgData name="Fauve Duprez" userId="59fdc1fb-507d-4cdb-a31c-e3fd651e0acf" providerId="ADAL" clId="{A8140080-45A7-4910-8ECC-FBD2331CD953}" dt="2024-11-21T16:12:49.148" v="2251" actId="478"/>
          <ac:picMkLst>
            <pc:docMk/>
            <pc:sldMk cId="1547956717" sldId="1893"/>
            <ac:picMk id="2" creationId="{B8EF9B4E-CE87-4246-AB9F-C8F7F01EE7E4}"/>
          </ac:picMkLst>
        </pc:picChg>
        <pc:picChg chg="add mod">
          <ac:chgData name="Fauve Duprez" userId="59fdc1fb-507d-4cdb-a31c-e3fd651e0acf" providerId="ADAL" clId="{A8140080-45A7-4910-8ECC-FBD2331CD953}" dt="2024-11-21T16:13:29.608" v="2257" actId="1076"/>
          <ac:picMkLst>
            <pc:docMk/>
            <pc:sldMk cId="1547956717" sldId="1893"/>
            <ac:picMk id="5" creationId="{B5748D48-C89A-FB17-2FAD-FE8AB223C16A}"/>
          </ac:picMkLst>
        </pc:picChg>
        <pc:picChg chg="del">
          <ac:chgData name="Fauve Duprez" userId="59fdc1fb-507d-4cdb-a31c-e3fd651e0acf" providerId="ADAL" clId="{A8140080-45A7-4910-8ECC-FBD2331CD953}" dt="2024-11-21T16:12:51.237" v="2252" actId="478"/>
          <ac:picMkLst>
            <pc:docMk/>
            <pc:sldMk cId="1547956717" sldId="1893"/>
            <ac:picMk id="6" creationId="{E19B493A-1610-4BB5-8534-B8671FE5474D}"/>
          </ac:picMkLst>
        </pc:picChg>
        <pc:picChg chg="add mod">
          <ac:chgData name="Fauve Duprez" userId="59fdc1fb-507d-4cdb-a31c-e3fd651e0acf" providerId="ADAL" clId="{A8140080-45A7-4910-8ECC-FBD2331CD953}" dt="2024-11-21T16:13:29.608" v="2257" actId="1076"/>
          <ac:picMkLst>
            <pc:docMk/>
            <pc:sldMk cId="1547956717" sldId="1893"/>
            <ac:picMk id="8" creationId="{3DF66C35-35C4-8110-2B7C-91EA1DEDAA9E}"/>
          </ac:picMkLst>
        </pc:picChg>
      </pc:sldChg>
      <pc:sldChg chg="modSp mod">
        <pc:chgData name="Fauve Duprez" userId="59fdc1fb-507d-4cdb-a31c-e3fd651e0acf" providerId="ADAL" clId="{A8140080-45A7-4910-8ECC-FBD2331CD953}" dt="2024-11-21T16:13:37.728" v="2268" actId="20577"/>
        <pc:sldMkLst>
          <pc:docMk/>
          <pc:sldMk cId="4072465433" sldId="1894"/>
        </pc:sldMkLst>
        <pc:spChg chg="mod">
          <ac:chgData name="Fauve Duprez" userId="59fdc1fb-507d-4cdb-a31c-e3fd651e0acf" providerId="ADAL" clId="{A8140080-45A7-4910-8ECC-FBD2331CD953}" dt="2024-11-21T16:13:37.728" v="2268" actId="20577"/>
          <ac:spMkLst>
            <pc:docMk/>
            <pc:sldMk cId="4072465433" sldId="1894"/>
            <ac:spMk id="3" creationId="{39011522-9118-40C3-A09B-F25B95FAB7B4}"/>
          </ac:spMkLst>
        </pc:spChg>
      </pc:sldChg>
      <pc:sldChg chg="modSp mod">
        <pc:chgData name="Fauve Duprez" userId="59fdc1fb-507d-4cdb-a31c-e3fd651e0acf" providerId="ADAL" clId="{A8140080-45A7-4910-8ECC-FBD2331CD953}" dt="2024-11-21T16:14:35.878" v="2314" actId="20577"/>
        <pc:sldMkLst>
          <pc:docMk/>
          <pc:sldMk cId="4003317209" sldId="1895"/>
        </pc:sldMkLst>
        <pc:spChg chg="mod">
          <ac:chgData name="Fauve Duprez" userId="59fdc1fb-507d-4cdb-a31c-e3fd651e0acf" providerId="ADAL" clId="{A8140080-45A7-4910-8ECC-FBD2331CD953}" dt="2024-11-21T16:14:35.878" v="2314" actId="20577"/>
          <ac:spMkLst>
            <pc:docMk/>
            <pc:sldMk cId="4003317209" sldId="1895"/>
            <ac:spMk id="3" creationId="{39011522-9118-40C3-A09B-F25B95FAB7B4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6:16:14.743" v="2323" actId="1076"/>
        <pc:sldMkLst>
          <pc:docMk/>
          <pc:sldMk cId="2029966077" sldId="1898"/>
        </pc:sldMkLst>
        <pc:picChg chg="del">
          <ac:chgData name="Fauve Duprez" userId="59fdc1fb-507d-4cdb-a31c-e3fd651e0acf" providerId="ADAL" clId="{A8140080-45A7-4910-8ECC-FBD2331CD953}" dt="2024-11-21T16:16:08.287" v="2318" actId="478"/>
          <ac:picMkLst>
            <pc:docMk/>
            <pc:sldMk cId="2029966077" sldId="1898"/>
            <ac:picMk id="2" creationId="{0D573B2C-1E54-4020-B400-C5DC7768B7BA}"/>
          </ac:picMkLst>
        </pc:picChg>
        <pc:picChg chg="add mod">
          <ac:chgData name="Fauve Duprez" userId="59fdc1fb-507d-4cdb-a31c-e3fd651e0acf" providerId="ADAL" clId="{A8140080-45A7-4910-8ECC-FBD2331CD953}" dt="2024-11-21T16:16:14.743" v="2323" actId="1076"/>
          <ac:picMkLst>
            <pc:docMk/>
            <pc:sldMk cId="2029966077" sldId="1898"/>
            <ac:picMk id="6" creationId="{54473628-F2FE-4558-694C-7BA5A7D0E5F1}"/>
          </ac:picMkLst>
        </pc:picChg>
        <pc:picChg chg="del">
          <ac:chgData name="Fauve Duprez" userId="59fdc1fb-507d-4cdb-a31c-e3fd651e0acf" providerId="ADAL" clId="{A8140080-45A7-4910-8ECC-FBD2331CD953}" dt="2024-11-21T16:15:19.390" v="2315" actId="478"/>
          <ac:picMkLst>
            <pc:docMk/>
            <pc:sldMk cId="2029966077" sldId="1898"/>
            <ac:picMk id="9" creationId="{AF5E58AE-82D2-0F19-21C3-9B0B6F59E1B6}"/>
          </ac:picMkLst>
        </pc:picChg>
        <pc:picChg chg="add mod">
          <ac:chgData name="Fauve Duprez" userId="59fdc1fb-507d-4cdb-a31c-e3fd651e0acf" providerId="ADAL" clId="{A8140080-45A7-4910-8ECC-FBD2331CD953}" dt="2024-11-21T16:16:13.808" v="2322" actId="1076"/>
          <ac:picMkLst>
            <pc:docMk/>
            <pc:sldMk cId="2029966077" sldId="1898"/>
            <ac:picMk id="10" creationId="{1AFC463B-88B6-E310-ADAD-802CC5B9D6FA}"/>
          </ac:picMkLst>
        </pc:picChg>
      </pc:sldChg>
      <pc:sldChg chg="addSp delSp modSp mod delAnim modAnim">
        <pc:chgData name="Fauve Duprez" userId="59fdc1fb-507d-4cdb-a31c-e3fd651e0acf" providerId="ADAL" clId="{A8140080-45A7-4910-8ECC-FBD2331CD953}" dt="2024-11-21T16:18:40.268" v="2368" actId="1076"/>
        <pc:sldMkLst>
          <pc:docMk/>
          <pc:sldMk cId="155666921" sldId="1901"/>
        </pc:sldMkLst>
        <pc:spChg chg="del">
          <ac:chgData name="Fauve Duprez" userId="59fdc1fb-507d-4cdb-a31c-e3fd651e0acf" providerId="ADAL" clId="{A8140080-45A7-4910-8ECC-FBD2331CD953}" dt="2024-11-21T16:18:34.598" v="2364" actId="478"/>
          <ac:spMkLst>
            <pc:docMk/>
            <pc:sldMk cId="155666921" sldId="1901"/>
            <ac:spMk id="8" creationId="{DC866FB1-D1EF-7D7D-FF3E-F77DFD395982}"/>
          </ac:spMkLst>
        </pc:spChg>
        <pc:spChg chg="del">
          <ac:chgData name="Fauve Duprez" userId="59fdc1fb-507d-4cdb-a31c-e3fd651e0acf" providerId="ADAL" clId="{A8140080-45A7-4910-8ECC-FBD2331CD953}" dt="2024-11-21T16:18:33.911" v="2363" actId="478"/>
          <ac:spMkLst>
            <pc:docMk/>
            <pc:sldMk cId="155666921" sldId="1901"/>
            <ac:spMk id="9" creationId="{6B34F336-48D7-4551-7FF9-7624F0C3F90D}"/>
          </ac:spMkLst>
        </pc:spChg>
        <pc:spChg chg="add del mod">
          <ac:chgData name="Fauve Duprez" userId="59fdc1fb-507d-4cdb-a31c-e3fd651e0acf" providerId="ADAL" clId="{A8140080-45A7-4910-8ECC-FBD2331CD953}" dt="2024-11-21T16:18:31.677" v="2360" actId="478"/>
          <ac:spMkLst>
            <pc:docMk/>
            <pc:sldMk cId="155666921" sldId="1901"/>
            <ac:spMk id="10" creationId="{8F7E4E0E-BB10-A0AC-57F3-0B9DB298257E}"/>
          </ac:spMkLst>
        </pc:spChg>
        <pc:spChg chg="del">
          <ac:chgData name="Fauve Duprez" userId="59fdc1fb-507d-4cdb-a31c-e3fd651e0acf" providerId="ADAL" clId="{A8140080-45A7-4910-8ECC-FBD2331CD953}" dt="2024-11-21T16:18:07.710" v="2358" actId="478"/>
          <ac:spMkLst>
            <pc:docMk/>
            <pc:sldMk cId="155666921" sldId="1901"/>
            <ac:spMk id="13" creationId="{A941D42A-51EA-42D6-9589-D7FCB1F6A20C}"/>
          </ac:spMkLst>
        </pc:spChg>
        <pc:picChg chg="add del mod">
          <ac:chgData name="Fauve Duprez" userId="59fdc1fb-507d-4cdb-a31c-e3fd651e0acf" providerId="ADAL" clId="{A8140080-45A7-4910-8ECC-FBD2331CD953}" dt="2024-11-21T16:18:32.278" v="2361" actId="478"/>
          <ac:picMkLst>
            <pc:docMk/>
            <pc:sldMk cId="155666921" sldId="1901"/>
            <ac:picMk id="2" creationId="{4E1F23DF-DEE6-9B53-FFD0-B22BA2F76515}"/>
          </ac:picMkLst>
        </pc:picChg>
        <pc:picChg chg="del">
          <ac:chgData name="Fauve Duprez" userId="59fdc1fb-507d-4cdb-a31c-e3fd651e0acf" providerId="ADAL" clId="{A8140080-45A7-4910-8ECC-FBD2331CD953}" dt="2024-11-21T16:18:33.323" v="2362" actId="478"/>
          <ac:picMkLst>
            <pc:docMk/>
            <pc:sldMk cId="155666921" sldId="1901"/>
            <ac:picMk id="5" creationId="{7CAE73D0-3659-2410-3A36-A6C261867446}"/>
          </ac:picMkLst>
        </pc:picChg>
        <pc:picChg chg="add mod">
          <ac:chgData name="Fauve Duprez" userId="59fdc1fb-507d-4cdb-a31c-e3fd651e0acf" providerId="ADAL" clId="{A8140080-45A7-4910-8ECC-FBD2331CD953}" dt="2024-11-21T16:18:40.268" v="2368" actId="1076"/>
          <ac:picMkLst>
            <pc:docMk/>
            <pc:sldMk cId="155666921" sldId="1901"/>
            <ac:picMk id="12" creationId="{E8583F2F-1DE0-87CC-ED39-03B39433574F}"/>
          </ac:picMkLst>
        </pc:picChg>
      </pc:sldChg>
      <pc:sldChg chg="modSp mod">
        <pc:chgData name="Fauve Duprez" userId="59fdc1fb-507d-4cdb-a31c-e3fd651e0acf" providerId="ADAL" clId="{A8140080-45A7-4910-8ECC-FBD2331CD953}" dt="2024-11-21T16:19:42.108" v="2417" actId="20577"/>
        <pc:sldMkLst>
          <pc:docMk/>
          <pc:sldMk cId="1578831498" sldId="1902"/>
        </pc:sldMkLst>
        <pc:spChg chg="mod">
          <ac:chgData name="Fauve Duprez" userId="59fdc1fb-507d-4cdb-a31c-e3fd651e0acf" providerId="ADAL" clId="{A8140080-45A7-4910-8ECC-FBD2331CD953}" dt="2024-11-21T16:19:42.108" v="2417" actId="20577"/>
          <ac:spMkLst>
            <pc:docMk/>
            <pc:sldMk cId="1578831498" sldId="1902"/>
            <ac:spMk id="3" creationId="{39011522-9118-40C3-A09B-F25B95FAB7B4}"/>
          </ac:spMkLst>
        </pc:spChg>
      </pc:sldChg>
      <pc:sldChg chg="modSp mod">
        <pc:chgData name="Fauve Duprez" userId="59fdc1fb-507d-4cdb-a31c-e3fd651e0acf" providerId="ADAL" clId="{A8140080-45A7-4910-8ECC-FBD2331CD953}" dt="2024-11-21T13:58:26.196" v="95"/>
        <pc:sldMkLst>
          <pc:docMk/>
          <pc:sldMk cId="2499787990" sldId="1952"/>
        </pc:sldMkLst>
        <pc:spChg chg="mod">
          <ac:chgData name="Fauve Duprez" userId="59fdc1fb-507d-4cdb-a31c-e3fd651e0acf" providerId="ADAL" clId="{A8140080-45A7-4910-8ECC-FBD2331CD953}" dt="2024-11-21T13:58:26.196" v="95"/>
          <ac:spMkLst>
            <pc:docMk/>
            <pc:sldMk cId="2499787990" sldId="1952"/>
            <ac:spMk id="2" creationId="{2487FA35-A2A9-47D2-B705-6EA42514C1AE}"/>
          </ac:spMkLst>
        </pc:spChg>
        <pc:spChg chg="mod">
          <ac:chgData name="Fauve Duprez" userId="59fdc1fb-507d-4cdb-a31c-e3fd651e0acf" providerId="ADAL" clId="{A8140080-45A7-4910-8ECC-FBD2331CD953}" dt="2024-11-21T13:58:12.746" v="84" actId="20577"/>
          <ac:spMkLst>
            <pc:docMk/>
            <pc:sldMk cId="2499787990" sldId="1952"/>
            <ac:spMk id="3" creationId="{AFA9732D-AB41-4AF6-9647-B5196F5786EE}"/>
          </ac:spMkLst>
        </pc:spChg>
      </pc:sldChg>
      <pc:sldChg chg="modSp del mod">
        <pc:chgData name="Fauve Duprez" userId="59fdc1fb-507d-4cdb-a31c-e3fd651e0acf" providerId="ADAL" clId="{A8140080-45A7-4910-8ECC-FBD2331CD953}" dt="2024-11-21T14:03:17.701" v="144" actId="47"/>
        <pc:sldMkLst>
          <pc:docMk/>
          <pc:sldMk cId="1136585835" sldId="1953"/>
        </pc:sldMkLst>
        <pc:spChg chg="mod">
          <ac:chgData name="Fauve Duprez" userId="59fdc1fb-507d-4cdb-a31c-e3fd651e0acf" providerId="ADAL" clId="{A8140080-45A7-4910-8ECC-FBD2331CD953}" dt="2024-11-21T14:03:13.126" v="143" actId="1076"/>
          <ac:spMkLst>
            <pc:docMk/>
            <pc:sldMk cId="1136585835" sldId="1953"/>
            <ac:spMk id="25" creationId="{72A0AD1E-617B-E78C-385B-D1D21867E11C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4:07:43.071" v="169" actId="1076"/>
        <pc:sldMkLst>
          <pc:docMk/>
          <pc:sldMk cId="275074898" sldId="1955"/>
        </pc:sldMkLst>
        <pc:spChg chg="mod">
          <ac:chgData name="Fauve Duprez" userId="59fdc1fb-507d-4cdb-a31c-e3fd651e0acf" providerId="ADAL" clId="{A8140080-45A7-4910-8ECC-FBD2331CD953}" dt="2024-11-21T14:04:20.606" v="153"/>
          <ac:spMkLst>
            <pc:docMk/>
            <pc:sldMk cId="275074898" sldId="1955"/>
            <ac:spMk id="2" creationId="{393110EB-E970-4C56-9FC0-BC2CFFA24651}"/>
          </ac:spMkLst>
        </pc:spChg>
        <pc:picChg chg="del">
          <ac:chgData name="Fauve Duprez" userId="59fdc1fb-507d-4cdb-a31c-e3fd651e0acf" providerId="ADAL" clId="{A8140080-45A7-4910-8ECC-FBD2331CD953}" dt="2024-11-21T14:06:15.778" v="154" actId="478"/>
          <ac:picMkLst>
            <pc:docMk/>
            <pc:sldMk cId="275074898" sldId="1955"/>
            <ac:picMk id="5" creationId="{EAAE66BD-52BE-48C8-B57E-856F049D637B}"/>
          </ac:picMkLst>
        </pc:picChg>
        <pc:picChg chg="add mod">
          <ac:chgData name="Fauve Duprez" userId="59fdc1fb-507d-4cdb-a31c-e3fd651e0acf" providerId="ADAL" clId="{A8140080-45A7-4910-8ECC-FBD2331CD953}" dt="2024-11-21T14:06:26.177" v="158" actId="1076"/>
          <ac:picMkLst>
            <pc:docMk/>
            <pc:sldMk cId="275074898" sldId="1955"/>
            <ac:picMk id="6" creationId="{1AE8DEC4-40DC-E3FD-841A-F81F6B0BDF79}"/>
          </ac:picMkLst>
        </pc:picChg>
        <pc:picChg chg="del">
          <ac:chgData name="Fauve Duprez" userId="59fdc1fb-507d-4cdb-a31c-e3fd651e0acf" providerId="ADAL" clId="{A8140080-45A7-4910-8ECC-FBD2331CD953}" dt="2024-11-21T14:07:34.507" v="164" actId="478"/>
          <ac:picMkLst>
            <pc:docMk/>
            <pc:sldMk cId="275074898" sldId="1955"/>
            <ac:picMk id="8" creationId="{40763141-4A4F-1646-9E54-1A6C96CB550C}"/>
          </ac:picMkLst>
        </pc:picChg>
        <pc:picChg chg="add mod">
          <ac:chgData name="Fauve Duprez" userId="59fdc1fb-507d-4cdb-a31c-e3fd651e0acf" providerId="ADAL" clId="{A8140080-45A7-4910-8ECC-FBD2331CD953}" dt="2024-11-21T14:07:14.086" v="163" actId="1076"/>
          <ac:picMkLst>
            <pc:docMk/>
            <pc:sldMk cId="275074898" sldId="1955"/>
            <ac:picMk id="10" creationId="{BAD6AB1C-05C6-ECF6-0F2D-42B3DFBE4EC7}"/>
          </ac:picMkLst>
        </pc:picChg>
        <pc:picChg chg="del">
          <ac:chgData name="Fauve Duprez" userId="59fdc1fb-507d-4cdb-a31c-e3fd651e0acf" providerId="ADAL" clId="{A8140080-45A7-4910-8ECC-FBD2331CD953}" dt="2024-11-21T14:07:36.056" v="165" actId="478"/>
          <ac:picMkLst>
            <pc:docMk/>
            <pc:sldMk cId="275074898" sldId="1955"/>
            <ac:picMk id="11" creationId="{5025D152-BB00-CE37-1CED-C47FD1E7B101}"/>
          </ac:picMkLst>
        </pc:picChg>
        <pc:picChg chg="add mod">
          <ac:chgData name="Fauve Duprez" userId="59fdc1fb-507d-4cdb-a31c-e3fd651e0acf" providerId="ADAL" clId="{A8140080-45A7-4910-8ECC-FBD2331CD953}" dt="2024-11-21T14:07:43.071" v="169" actId="1076"/>
          <ac:picMkLst>
            <pc:docMk/>
            <pc:sldMk cId="275074898" sldId="1955"/>
            <ac:picMk id="13" creationId="{0C4AF859-E170-36DA-5613-121091E329E4}"/>
          </ac:picMkLst>
        </pc:picChg>
        <pc:picChg chg="del">
          <ac:chgData name="Fauve Duprez" userId="59fdc1fb-507d-4cdb-a31c-e3fd651e0acf" providerId="ADAL" clId="{A8140080-45A7-4910-8ECC-FBD2331CD953}" dt="2024-11-21T14:07:07.126" v="159" actId="478"/>
          <ac:picMkLst>
            <pc:docMk/>
            <pc:sldMk cId="275074898" sldId="1955"/>
            <ac:picMk id="17" creationId="{332FB643-F0B6-4665-2F9E-9C82EA0A0A82}"/>
          </ac:picMkLst>
        </pc:picChg>
      </pc:sldChg>
      <pc:sldChg chg="addSp modSp mod">
        <pc:chgData name="Fauve Duprez" userId="59fdc1fb-507d-4cdb-a31c-e3fd651e0acf" providerId="ADAL" clId="{A8140080-45A7-4910-8ECC-FBD2331CD953}" dt="2024-11-21T14:32:23.440" v="413"/>
        <pc:sldMkLst>
          <pc:docMk/>
          <pc:sldMk cId="1122221762" sldId="1956"/>
        </pc:sldMkLst>
        <pc:spChg chg="mod">
          <ac:chgData name="Fauve Duprez" userId="59fdc1fb-507d-4cdb-a31c-e3fd651e0acf" providerId="ADAL" clId="{A8140080-45A7-4910-8ECC-FBD2331CD953}" dt="2024-11-21T14:08:00.916" v="170"/>
          <ac:spMkLst>
            <pc:docMk/>
            <pc:sldMk cId="1122221762" sldId="1956"/>
            <ac:spMk id="5" creationId="{3A004925-A370-44E2-A732-52A6295CBDEB}"/>
          </ac:spMkLst>
        </pc:spChg>
        <pc:picChg chg="add mod">
          <ac:chgData name="Fauve Duprez" userId="59fdc1fb-507d-4cdb-a31c-e3fd651e0acf" providerId="ADAL" clId="{A8140080-45A7-4910-8ECC-FBD2331CD953}" dt="2024-11-21T14:32:23.440" v="413"/>
          <ac:picMkLst>
            <pc:docMk/>
            <pc:sldMk cId="1122221762" sldId="1956"/>
            <ac:picMk id="2" creationId="{50851FA4-4EAF-77E1-9675-DABB87900883}"/>
          </ac:picMkLst>
        </pc:picChg>
      </pc:sldChg>
      <pc:sldChg chg="modSp mod">
        <pc:chgData name="Fauve Duprez" userId="59fdc1fb-507d-4cdb-a31c-e3fd651e0acf" providerId="ADAL" clId="{A8140080-45A7-4910-8ECC-FBD2331CD953}" dt="2024-11-21T14:09:28.642" v="201" actId="20577"/>
        <pc:sldMkLst>
          <pc:docMk/>
          <pc:sldMk cId="344622623" sldId="1957"/>
        </pc:sldMkLst>
        <pc:spChg chg="mod">
          <ac:chgData name="Fauve Duprez" userId="59fdc1fb-507d-4cdb-a31c-e3fd651e0acf" providerId="ADAL" clId="{A8140080-45A7-4910-8ECC-FBD2331CD953}" dt="2024-11-21T14:09:18.849" v="186"/>
          <ac:spMkLst>
            <pc:docMk/>
            <pc:sldMk cId="344622623" sldId="1957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09:28.642" v="201" actId="20577"/>
          <ac:spMkLst>
            <pc:docMk/>
            <pc:sldMk cId="344622623" sldId="1957"/>
            <ac:spMk id="6" creationId="{D218D92A-74AD-49F8-A8A9-AD801B689B50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4:19:41.858" v="390"/>
        <pc:sldMkLst>
          <pc:docMk/>
          <pc:sldMk cId="1966566293" sldId="1958"/>
        </pc:sldMkLst>
        <pc:spChg chg="mod">
          <ac:chgData name="Fauve Duprez" userId="59fdc1fb-507d-4cdb-a31c-e3fd651e0acf" providerId="ADAL" clId="{A8140080-45A7-4910-8ECC-FBD2331CD953}" dt="2024-11-21T14:19:41.858" v="390"/>
          <ac:spMkLst>
            <pc:docMk/>
            <pc:sldMk cId="1966566293" sldId="1958"/>
            <ac:spMk id="5" creationId="{3A004925-A370-44E2-A732-52A6295CBDEB}"/>
          </ac:spMkLst>
        </pc:spChg>
        <pc:spChg chg="del">
          <ac:chgData name="Fauve Duprez" userId="59fdc1fb-507d-4cdb-a31c-e3fd651e0acf" providerId="ADAL" clId="{A8140080-45A7-4910-8ECC-FBD2331CD953}" dt="2024-11-21T14:15:50.856" v="312" actId="478"/>
          <ac:spMkLst>
            <pc:docMk/>
            <pc:sldMk cId="1966566293" sldId="1958"/>
            <ac:spMk id="9" creationId="{87062B0F-5811-420D-A17E-658D7E10D205}"/>
          </ac:spMkLst>
        </pc:spChg>
        <pc:spChg chg="del">
          <ac:chgData name="Fauve Duprez" userId="59fdc1fb-507d-4cdb-a31c-e3fd651e0acf" providerId="ADAL" clId="{A8140080-45A7-4910-8ECC-FBD2331CD953}" dt="2024-11-21T14:16:51.533" v="332" actId="478"/>
          <ac:spMkLst>
            <pc:docMk/>
            <pc:sldMk cId="1966566293" sldId="1958"/>
            <ac:spMk id="13" creationId="{43FFC0AE-E7C3-46B8-AED9-29275E889856}"/>
          </ac:spMkLst>
        </pc:spChg>
        <pc:spChg chg="del">
          <ac:chgData name="Fauve Duprez" userId="59fdc1fb-507d-4cdb-a31c-e3fd651e0acf" providerId="ADAL" clId="{A8140080-45A7-4910-8ECC-FBD2331CD953}" dt="2024-11-21T14:16:51.533" v="332" actId="478"/>
          <ac:spMkLst>
            <pc:docMk/>
            <pc:sldMk cId="1966566293" sldId="1958"/>
            <ac:spMk id="14" creationId="{5AF9AA3D-8805-441E-884E-9058286A2161}"/>
          </ac:spMkLst>
        </pc:spChg>
        <pc:spChg chg="del">
          <ac:chgData name="Fauve Duprez" userId="59fdc1fb-507d-4cdb-a31c-e3fd651e0acf" providerId="ADAL" clId="{A8140080-45A7-4910-8ECC-FBD2331CD953}" dt="2024-11-21T14:16:16.077" v="321" actId="478"/>
          <ac:spMkLst>
            <pc:docMk/>
            <pc:sldMk cId="1966566293" sldId="1958"/>
            <ac:spMk id="15" creationId="{4B8A6023-60CF-4B4B-84F5-C83526B2C7AF}"/>
          </ac:spMkLst>
        </pc:spChg>
        <pc:spChg chg="del">
          <ac:chgData name="Fauve Duprez" userId="59fdc1fb-507d-4cdb-a31c-e3fd651e0acf" providerId="ADAL" clId="{A8140080-45A7-4910-8ECC-FBD2331CD953}" dt="2024-11-21T14:16:16.077" v="321" actId="478"/>
          <ac:spMkLst>
            <pc:docMk/>
            <pc:sldMk cId="1966566293" sldId="1958"/>
            <ac:spMk id="25" creationId="{D0AB7114-6E0C-41E0-A5FE-AFAADAC0E78C}"/>
          </ac:spMkLst>
        </pc:spChg>
        <pc:picChg chg="del">
          <ac:chgData name="Fauve Duprez" userId="59fdc1fb-507d-4cdb-a31c-e3fd651e0acf" providerId="ADAL" clId="{A8140080-45A7-4910-8ECC-FBD2331CD953}" dt="2024-11-21T14:15:50.856" v="312" actId="478"/>
          <ac:picMkLst>
            <pc:docMk/>
            <pc:sldMk cId="1966566293" sldId="1958"/>
            <ac:picMk id="2" creationId="{D05017B2-61C4-42B6-9FCD-1D9EAD59095A}"/>
          </ac:picMkLst>
        </pc:picChg>
        <pc:picChg chg="del">
          <ac:chgData name="Fauve Duprez" userId="59fdc1fb-507d-4cdb-a31c-e3fd651e0acf" providerId="ADAL" clId="{A8140080-45A7-4910-8ECC-FBD2331CD953}" dt="2024-11-21T14:16:13.142" v="320" actId="478"/>
          <ac:picMkLst>
            <pc:docMk/>
            <pc:sldMk cId="1966566293" sldId="1958"/>
            <ac:picMk id="3" creationId="{756A4041-57AE-4D41-96D2-8315E1491234}"/>
          </ac:picMkLst>
        </pc:picChg>
        <pc:picChg chg="add del">
          <ac:chgData name="Fauve Duprez" userId="59fdc1fb-507d-4cdb-a31c-e3fd651e0acf" providerId="ADAL" clId="{A8140080-45A7-4910-8ECC-FBD2331CD953}" dt="2024-11-21T14:16:48.847" v="331" actId="478"/>
          <ac:picMkLst>
            <pc:docMk/>
            <pc:sldMk cId="1966566293" sldId="1958"/>
            <ac:picMk id="4" creationId="{75F350C3-FF42-463F-BDEC-D7816D5BB419}"/>
          </ac:picMkLst>
        </pc:picChg>
        <pc:picChg chg="mod ord">
          <ac:chgData name="Fauve Duprez" userId="59fdc1fb-507d-4cdb-a31c-e3fd651e0acf" providerId="ADAL" clId="{A8140080-45A7-4910-8ECC-FBD2331CD953}" dt="2024-11-21T14:16:35.732" v="328" actId="1076"/>
          <ac:picMkLst>
            <pc:docMk/>
            <pc:sldMk cId="1966566293" sldId="1958"/>
            <ac:picMk id="7" creationId="{1A041731-9210-6ED9-213F-F7246DCCE593}"/>
          </ac:picMkLst>
        </pc:picChg>
        <pc:picChg chg="add mod">
          <ac:chgData name="Fauve Duprez" userId="59fdc1fb-507d-4cdb-a31c-e3fd651e0acf" providerId="ADAL" clId="{A8140080-45A7-4910-8ECC-FBD2331CD953}" dt="2024-11-21T14:15:55.471" v="314" actId="1076"/>
          <ac:picMkLst>
            <pc:docMk/>
            <pc:sldMk cId="1966566293" sldId="1958"/>
            <ac:picMk id="8" creationId="{4C62B29F-9D31-88A5-DD86-CFEC24A64D6F}"/>
          </ac:picMkLst>
        </pc:picChg>
        <pc:picChg chg="del">
          <ac:chgData name="Fauve Duprez" userId="59fdc1fb-507d-4cdb-a31c-e3fd651e0acf" providerId="ADAL" clId="{A8140080-45A7-4910-8ECC-FBD2331CD953}" dt="2024-11-21T14:16:00.420" v="317" actId="478"/>
          <ac:picMkLst>
            <pc:docMk/>
            <pc:sldMk cId="1966566293" sldId="1958"/>
            <ac:picMk id="10" creationId="{CFC18E70-A4E1-8745-A818-152F12CBA7DF}"/>
          </ac:picMkLst>
        </pc:picChg>
        <pc:picChg chg="add mod">
          <ac:chgData name="Fauve Duprez" userId="59fdc1fb-507d-4cdb-a31c-e3fd651e0acf" providerId="ADAL" clId="{A8140080-45A7-4910-8ECC-FBD2331CD953}" dt="2024-11-21T14:16:24.560" v="325" actId="1076"/>
          <ac:picMkLst>
            <pc:docMk/>
            <pc:sldMk cId="1966566293" sldId="1958"/>
            <ac:picMk id="11" creationId="{761F7B88-7566-39A8-B7E3-B731485F6625}"/>
          </ac:picMkLst>
        </pc:picChg>
        <pc:picChg chg="add mod">
          <ac:chgData name="Fauve Duprez" userId="59fdc1fb-507d-4cdb-a31c-e3fd651e0acf" providerId="ADAL" clId="{A8140080-45A7-4910-8ECC-FBD2331CD953}" dt="2024-11-21T14:16:22.177" v="323" actId="1076"/>
          <ac:picMkLst>
            <pc:docMk/>
            <pc:sldMk cId="1966566293" sldId="1958"/>
            <ac:picMk id="12" creationId="{C08C16F2-10F3-EF1E-15F8-A634F0357253}"/>
          </ac:picMkLst>
        </pc:picChg>
        <pc:picChg chg="add del">
          <ac:chgData name="Fauve Duprez" userId="59fdc1fb-507d-4cdb-a31c-e3fd651e0acf" providerId="ADAL" clId="{A8140080-45A7-4910-8ECC-FBD2331CD953}" dt="2024-11-21T14:17:11.886" v="334" actId="22"/>
          <ac:picMkLst>
            <pc:docMk/>
            <pc:sldMk cId="1966566293" sldId="1958"/>
            <ac:picMk id="17" creationId="{E29DD035-E87D-9BFE-9C6C-DE7F831E991F}"/>
          </ac:picMkLst>
        </pc:picChg>
        <pc:picChg chg="add mod">
          <ac:chgData name="Fauve Duprez" userId="59fdc1fb-507d-4cdb-a31c-e3fd651e0acf" providerId="ADAL" clId="{A8140080-45A7-4910-8ECC-FBD2331CD953}" dt="2024-11-21T14:17:52.144" v="342" actId="1076"/>
          <ac:picMkLst>
            <pc:docMk/>
            <pc:sldMk cId="1966566293" sldId="1958"/>
            <ac:picMk id="19" creationId="{E5E7FB5D-B48B-B545-B960-FEFCD5C656A8}"/>
          </ac:picMkLst>
        </pc:picChg>
      </pc:sldChg>
      <pc:sldChg chg="del">
        <pc:chgData name="Fauve Duprez" userId="59fdc1fb-507d-4cdb-a31c-e3fd651e0acf" providerId="ADAL" clId="{A8140080-45A7-4910-8ECC-FBD2331CD953}" dt="2024-11-21T14:42:39.387" v="420" actId="47"/>
        <pc:sldMkLst>
          <pc:docMk/>
          <pc:sldMk cId="3669248358" sldId="1959"/>
        </pc:sldMkLst>
      </pc:sldChg>
      <pc:sldChg chg="addSp delSp modSp mod">
        <pc:chgData name="Fauve Duprez" userId="59fdc1fb-507d-4cdb-a31c-e3fd651e0acf" providerId="ADAL" clId="{A8140080-45A7-4910-8ECC-FBD2331CD953}" dt="2024-11-21T14:45:13.504" v="442" actId="1076"/>
        <pc:sldMkLst>
          <pc:docMk/>
          <pc:sldMk cId="2610525854" sldId="1960"/>
        </pc:sldMkLst>
        <pc:spChg chg="mod">
          <ac:chgData name="Fauve Duprez" userId="59fdc1fb-507d-4cdb-a31c-e3fd651e0acf" providerId="ADAL" clId="{A8140080-45A7-4910-8ECC-FBD2331CD953}" dt="2024-11-21T14:44:48.467" v="437" actId="20577"/>
          <ac:spMkLst>
            <pc:docMk/>
            <pc:sldMk cId="2610525854" sldId="1960"/>
            <ac:spMk id="2" creationId="{CB15C49E-74BB-4B20-BF2C-68F451A912DF}"/>
          </ac:spMkLst>
        </pc:spChg>
        <pc:picChg chg="del">
          <ac:chgData name="Fauve Duprez" userId="59fdc1fb-507d-4cdb-a31c-e3fd651e0acf" providerId="ADAL" clId="{A8140080-45A7-4910-8ECC-FBD2331CD953}" dt="2024-11-21T14:45:01.641" v="438" actId="478"/>
          <ac:picMkLst>
            <pc:docMk/>
            <pc:sldMk cId="2610525854" sldId="1960"/>
            <ac:picMk id="6" creationId="{71D09CD9-EF9D-50BF-235C-3D066BEFE9A6}"/>
          </ac:picMkLst>
        </pc:picChg>
        <pc:picChg chg="add mod">
          <ac:chgData name="Fauve Duprez" userId="59fdc1fb-507d-4cdb-a31c-e3fd651e0acf" providerId="ADAL" clId="{A8140080-45A7-4910-8ECC-FBD2331CD953}" dt="2024-11-21T14:45:13.504" v="442" actId="1076"/>
          <ac:picMkLst>
            <pc:docMk/>
            <pc:sldMk cId="2610525854" sldId="1960"/>
            <ac:picMk id="7" creationId="{69509031-4516-98B1-207B-D68EF8A38CC4}"/>
          </ac:picMkLst>
        </pc:picChg>
      </pc:sldChg>
      <pc:sldChg chg="modSp mod">
        <pc:chgData name="Fauve Duprez" userId="59fdc1fb-507d-4cdb-a31c-e3fd651e0acf" providerId="ADAL" clId="{A8140080-45A7-4910-8ECC-FBD2331CD953}" dt="2024-11-21T15:04:01.417" v="868" actId="113"/>
        <pc:sldMkLst>
          <pc:docMk/>
          <pc:sldMk cId="2404716583" sldId="1962"/>
        </pc:sldMkLst>
        <pc:spChg chg="mod">
          <ac:chgData name="Fauve Duprez" userId="59fdc1fb-507d-4cdb-a31c-e3fd651e0acf" providerId="ADAL" clId="{A8140080-45A7-4910-8ECC-FBD2331CD953}" dt="2024-11-21T15:03:49.997" v="864" actId="20577"/>
          <ac:spMkLst>
            <pc:docMk/>
            <pc:sldMk cId="2404716583" sldId="1962"/>
            <ac:spMk id="2" creationId="{CB15C49E-74BB-4B20-BF2C-68F451A912DF}"/>
          </ac:spMkLst>
        </pc:spChg>
        <pc:spChg chg="mod">
          <ac:chgData name="Fauve Duprez" userId="59fdc1fb-507d-4cdb-a31c-e3fd651e0acf" providerId="ADAL" clId="{A8140080-45A7-4910-8ECC-FBD2331CD953}" dt="2024-11-21T15:04:01.417" v="868" actId="113"/>
          <ac:spMkLst>
            <pc:docMk/>
            <pc:sldMk cId="2404716583" sldId="1962"/>
            <ac:spMk id="3" creationId="{3CDE1E18-32B6-415F-BB7E-BD52DF9237A0}"/>
          </ac:spMkLst>
        </pc:spChg>
        <pc:picChg chg="mod">
          <ac:chgData name="Fauve Duprez" userId="59fdc1fb-507d-4cdb-a31c-e3fd651e0acf" providerId="ADAL" clId="{A8140080-45A7-4910-8ECC-FBD2331CD953}" dt="2024-11-21T15:03:54.519" v="866" actId="1076"/>
          <ac:picMkLst>
            <pc:docMk/>
            <pc:sldMk cId="2404716583" sldId="1962"/>
            <ac:picMk id="9" creationId="{48B91A43-454E-2348-34BD-CD1F4DC7EF34}"/>
          </ac:picMkLst>
        </pc:picChg>
      </pc:sldChg>
      <pc:sldChg chg="del">
        <pc:chgData name="Fauve Duprez" userId="59fdc1fb-507d-4cdb-a31c-e3fd651e0acf" providerId="ADAL" clId="{A8140080-45A7-4910-8ECC-FBD2331CD953}" dt="2024-11-21T14:51:08.287" v="504" actId="47"/>
        <pc:sldMkLst>
          <pc:docMk/>
          <pc:sldMk cId="2556228396" sldId="1963"/>
        </pc:sldMkLst>
      </pc:sldChg>
      <pc:sldChg chg="delSp modSp mod">
        <pc:chgData name="Fauve Duprez" userId="59fdc1fb-507d-4cdb-a31c-e3fd651e0acf" providerId="ADAL" clId="{A8140080-45A7-4910-8ECC-FBD2331CD953}" dt="2024-11-21T14:52:22.711" v="551" actId="478"/>
        <pc:sldMkLst>
          <pc:docMk/>
          <pc:sldMk cId="199971453" sldId="1965"/>
        </pc:sldMkLst>
        <pc:spChg chg="mod">
          <ac:chgData name="Fauve Duprez" userId="59fdc1fb-507d-4cdb-a31c-e3fd651e0acf" providerId="ADAL" clId="{A8140080-45A7-4910-8ECC-FBD2331CD953}" dt="2024-11-21T14:52:10.027" v="549" actId="20577"/>
          <ac:spMkLst>
            <pc:docMk/>
            <pc:sldMk cId="199971453" sldId="1965"/>
            <ac:spMk id="6" creationId="{D218D92A-74AD-49F8-A8A9-AD801B689B50}"/>
          </ac:spMkLst>
        </pc:spChg>
        <pc:picChg chg="del">
          <ac:chgData name="Fauve Duprez" userId="59fdc1fb-507d-4cdb-a31c-e3fd651e0acf" providerId="ADAL" clId="{A8140080-45A7-4910-8ECC-FBD2331CD953}" dt="2024-11-21T14:52:22.711" v="551" actId="478"/>
          <ac:picMkLst>
            <pc:docMk/>
            <pc:sldMk cId="199971453" sldId="1965"/>
            <ac:picMk id="8" creationId="{84C29DB6-382C-7C86-0521-BBEBC9F47019}"/>
          </ac:picMkLst>
        </pc:picChg>
        <pc:picChg chg="del">
          <ac:chgData name="Fauve Duprez" userId="59fdc1fb-507d-4cdb-a31c-e3fd651e0acf" providerId="ADAL" clId="{A8140080-45A7-4910-8ECC-FBD2331CD953}" dt="2024-11-21T14:52:22.139" v="550" actId="478"/>
          <ac:picMkLst>
            <pc:docMk/>
            <pc:sldMk cId="199971453" sldId="1965"/>
            <ac:picMk id="10" creationId="{886A368D-616D-1999-0596-8FAAFEB4D76C}"/>
          </ac:picMkLst>
        </pc:picChg>
      </pc:sldChg>
      <pc:sldChg chg="del">
        <pc:chgData name="Fauve Duprez" userId="59fdc1fb-507d-4cdb-a31c-e3fd651e0acf" providerId="ADAL" clId="{A8140080-45A7-4910-8ECC-FBD2331CD953}" dt="2024-11-21T14:51:27.837" v="527" actId="47"/>
        <pc:sldMkLst>
          <pc:docMk/>
          <pc:sldMk cId="2371877755" sldId="1966"/>
        </pc:sldMkLst>
      </pc:sldChg>
      <pc:sldChg chg="del">
        <pc:chgData name="Fauve Duprez" userId="59fdc1fb-507d-4cdb-a31c-e3fd651e0acf" providerId="ADAL" clId="{A8140080-45A7-4910-8ECC-FBD2331CD953}" dt="2024-11-21T14:42:41.727" v="421" actId="47"/>
        <pc:sldMkLst>
          <pc:docMk/>
          <pc:sldMk cId="1190962837" sldId="1967"/>
        </pc:sldMkLst>
      </pc:sldChg>
      <pc:sldChg chg="modSp mod">
        <pc:chgData name="Fauve Duprez" userId="59fdc1fb-507d-4cdb-a31c-e3fd651e0acf" providerId="ADAL" clId="{A8140080-45A7-4910-8ECC-FBD2331CD953}" dt="2024-11-21T14:51:45.717" v="534" actId="115"/>
        <pc:sldMkLst>
          <pc:docMk/>
          <pc:sldMk cId="2801155604" sldId="1968"/>
        </pc:sldMkLst>
        <pc:spChg chg="mod">
          <ac:chgData name="Fauve Duprez" userId="59fdc1fb-507d-4cdb-a31c-e3fd651e0acf" providerId="ADAL" clId="{A8140080-45A7-4910-8ECC-FBD2331CD953}" dt="2024-11-21T14:51:40.297" v="533" actId="20577"/>
          <ac:spMkLst>
            <pc:docMk/>
            <pc:sldMk cId="2801155604" sldId="1968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4:51:45.717" v="534" actId="115"/>
          <ac:spMkLst>
            <pc:docMk/>
            <pc:sldMk cId="2801155604" sldId="1968"/>
            <ac:spMk id="6" creationId="{D218D92A-74AD-49F8-A8A9-AD801B689B50}"/>
          </ac:spMkLst>
        </pc:spChg>
      </pc:sldChg>
      <pc:sldChg chg="modSp mod">
        <pc:chgData name="Fauve Duprez" userId="59fdc1fb-507d-4cdb-a31c-e3fd651e0acf" providerId="ADAL" clId="{A8140080-45A7-4910-8ECC-FBD2331CD953}" dt="2024-11-21T14:53:23.858" v="657" actId="20577"/>
        <pc:sldMkLst>
          <pc:docMk/>
          <pc:sldMk cId="2693450321" sldId="1969"/>
        </pc:sldMkLst>
        <pc:spChg chg="mod">
          <ac:chgData name="Fauve Duprez" userId="59fdc1fb-507d-4cdb-a31c-e3fd651e0acf" providerId="ADAL" clId="{A8140080-45A7-4910-8ECC-FBD2331CD953}" dt="2024-11-21T14:53:23.858" v="657" actId="20577"/>
          <ac:spMkLst>
            <pc:docMk/>
            <pc:sldMk cId="2693450321" sldId="1969"/>
            <ac:spMk id="5" creationId="{3A004925-A370-44E2-A732-52A6295CBDEB}"/>
          </ac:spMkLst>
        </pc:spChg>
      </pc:sldChg>
      <pc:sldChg chg="addSp delSp modSp mod">
        <pc:chgData name="Fauve Duprez" userId="59fdc1fb-507d-4cdb-a31c-e3fd651e0acf" providerId="ADAL" clId="{A8140080-45A7-4910-8ECC-FBD2331CD953}" dt="2024-11-21T15:00:42.737" v="758" actId="20577"/>
        <pc:sldMkLst>
          <pc:docMk/>
          <pc:sldMk cId="31270606" sldId="1970"/>
        </pc:sldMkLst>
        <pc:spChg chg="mod">
          <ac:chgData name="Fauve Duprez" userId="59fdc1fb-507d-4cdb-a31c-e3fd651e0acf" providerId="ADAL" clId="{A8140080-45A7-4910-8ECC-FBD2331CD953}" dt="2024-11-21T15:00:42.737" v="758" actId="20577"/>
          <ac:spMkLst>
            <pc:docMk/>
            <pc:sldMk cId="31270606" sldId="1970"/>
            <ac:spMk id="5" creationId="{3A004925-A370-44E2-A732-52A6295CBDEB}"/>
          </ac:spMkLst>
        </pc:spChg>
        <pc:spChg chg="mod">
          <ac:chgData name="Fauve Duprez" userId="59fdc1fb-507d-4cdb-a31c-e3fd651e0acf" providerId="ADAL" clId="{A8140080-45A7-4910-8ECC-FBD2331CD953}" dt="2024-11-21T15:00:34.707" v="751" actId="20577"/>
          <ac:spMkLst>
            <pc:docMk/>
            <pc:sldMk cId="31270606" sldId="1970"/>
            <ac:spMk id="6" creationId="{D218D92A-74AD-49F8-A8A9-AD801B689B50}"/>
          </ac:spMkLst>
        </pc:spChg>
        <pc:spChg chg="add del">
          <ac:chgData name="Fauve Duprez" userId="59fdc1fb-507d-4cdb-a31c-e3fd651e0acf" providerId="ADAL" clId="{A8140080-45A7-4910-8ECC-FBD2331CD953}" dt="2024-11-21T15:00:03.506" v="730" actId="478"/>
          <ac:spMkLst>
            <pc:docMk/>
            <pc:sldMk cId="31270606" sldId="1970"/>
            <ac:spMk id="14" creationId="{5AF9AA3D-8805-441E-884E-9058286A2161}"/>
          </ac:spMkLst>
        </pc:spChg>
        <pc:spChg chg="del">
          <ac:chgData name="Fauve Duprez" userId="59fdc1fb-507d-4cdb-a31c-e3fd651e0acf" providerId="ADAL" clId="{A8140080-45A7-4910-8ECC-FBD2331CD953}" dt="2024-11-21T14:59:08.631" v="714" actId="478"/>
          <ac:spMkLst>
            <pc:docMk/>
            <pc:sldMk cId="31270606" sldId="1970"/>
            <ac:spMk id="18" creationId="{07B733C5-AAF6-4632-9221-8A9EAAF445ED}"/>
          </ac:spMkLst>
        </pc:spChg>
        <pc:spChg chg="add del">
          <ac:chgData name="Fauve Duprez" userId="59fdc1fb-507d-4cdb-a31c-e3fd651e0acf" providerId="ADAL" clId="{A8140080-45A7-4910-8ECC-FBD2331CD953}" dt="2024-11-21T15:00:03.506" v="730" actId="478"/>
          <ac:spMkLst>
            <pc:docMk/>
            <pc:sldMk cId="31270606" sldId="1970"/>
            <ac:spMk id="19" creationId="{3C6432F7-DEE5-4D60-B276-F5BAD98E211C}"/>
          </ac:spMkLst>
        </pc:spChg>
        <pc:spChg chg="del">
          <ac:chgData name="Fauve Duprez" userId="59fdc1fb-507d-4cdb-a31c-e3fd651e0acf" providerId="ADAL" clId="{A8140080-45A7-4910-8ECC-FBD2331CD953}" dt="2024-11-21T14:59:08.631" v="714" actId="478"/>
          <ac:spMkLst>
            <pc:docMk/>
            <pc:sldMk cId="31270606" sldId="1970"/>
            <ac:spMk id="24" creationId="{4FA48D1D-1D46-49EC-A82B-8681B14A90E5}"/>
          </ac:spMkLst>
        </pc:spChg>
        <pc:picChg chg="del">
          <ac:chgData name="Fauve Duprez" userId="59fdc1fb-507d-4cdb-a31c-e3fd651e0acf" providerId="ADAL" clId="{A8140080-45A7-4910-8ECC-FBD2331CD953}" dt="2024-11-21T14:58:18.817" v="710" actId="478"/>
          <ac:picMkLst>
            <pc:docMk/>
            <pc:sldMk cId="31270606" sldId="1970"/>
            <ac:picMk id="2" creationId="{D05017B2-61C4-42B6-9FCD-1D9EAD59095A}"/>
          </ac:picMkLst>
        </pc:picChg>
        <pc:picChg chg="add mod">
          <ac:chgData name="Fauve Duprez" userId="59fdc1fb-507d-4cdb-a31c-e3fd651e0acf" providerId="ADAL" clId="{A8140080-45A7-4910-8ECC-FBD2331CD953}" dt="2024-11-21T14:58:11.757" v="709"/>
          <ac:picMkLst>
            <pc:docMk/>
            <pc:sldMk cId="31270606" sldId="1970"/>
            <ac:picMk id="3" creationId="{86DFC474-4B65-E41F-C352-5EFF383843E6}"/>
          </ac:picMkLst>
        </pc:picChg>
        <pc:picChg chg="add mod">
          <ac:chgData name="Fauve Duprez" userId="59fdc1fb-507d-4cdb-a31c-e3fd651e0acf" providerId="ADAL" clId="{A8140080-45A7-4910-8ECC-FBD2331CD953}" dt="2024-11-21T14:58:19.321" v="711"/>
          <ac:picMkLst>
            <pc:docMk/>
            <pc:sldMk cId="31270606" sldId="1970"/>
            <ac:picMk id="4" creationId="{8C0E5D9D-9088-6D1F-FC81-E5DDDF21431C}"/>
          </ac:picMkLst>
        </pc:picChg>
        <pc:picChg chg="add mod">
          <ac:chgData name="Fauve Duprez" userId="59fdc1fb-507d-4cdb-a31c-e3fd651e0acf" providerId="ADAL" clId="{A8140080-45A7-4910-8ECC-FBD2331CD953}" dt="2024-11-21T14:59:13.196" v="716" actId="14100"/>
          <ac:picMkLst>
            <pc:docMk/>
            <pc:sldMk cId="31270606" sldId="1970"/>
            <ac:picMk id="8" creationId="{9BC0C3A1-59CF-EC90-0CFE-FEFDD5E8FCED}"/>
          </ac:picMkLst>
        </pc:picChg>
        <pc:picChg chg="add del">
          <ac:chgData name="Fauve Duprez" userId="59fdc1fb-507d-4cdb-a31c-e3fd651e0acf" providerId="ADAL" clId="{A8140080-45A7-4910-8ECC-FBD2331CD953}" dt="2024-11-21T15:00:03.151" v="729" actId="478"/>
          <ac:picMkLst>
            <pc:docMk/>
            <pc:sldMk cId="31270606" sldId="1970"/>
            <ac:picMk id="9" creationId="{A0877C31-3735-4481-9A69-B15A438F68E5}"/>
          </ac:picMkLst>
        </pc:picChg>
        <pc:picChg chg="del">
          <ac:chgData name="Fauve Duprez" userId="59fdc1fb-507d-4cdb-a31c-e3fd651e0acf" providerId="ADAL" clId="{A8140080-45A7-4910-8ECC-FBD2331CD953}" dt="2024-11-21T14:58:11.454" v="708" actId="478"/>
          <ac:picMkLst>
            <pc:docMk/>
            <pc:sldMk cId="31270606" sldId="1970"/>
            <ac:picMk id="10" creationId="{0E171294-677B-692F-CAE1-1B9E62D4B9C7}"/>
          </ac:picMkLst>
        </pc:picChg>
        <pc:picChg chg="add del mod">
          <ac:chgData name="Fauve Duprez" userId="59fdc1fb-507d-4cdb-a31c-e3fd651e0acf" providerId="ADAL" clId="{A8140080-45A7-4910-8ECC-FBD2331CD953}" dt="2024-11-21T15:00:04.747" v="733" actId="14100"/>
          <ac:picMkLst>
            <pc:docMk/>
            <pc:sldMk cId="31270606" sldId="1970"/>
            <ac:picMk id="12" creationId="{D7A2195F-282E-3808-7B25-A45FEB9411AC}"/>
          </ac:picMkLst>
        </pc:picChg>
        <pc:picChg chg="del">
          <ac:chgData name="Fauve Duprez" userId="59fdc1fb-507d-4cdb-a31c-e3fd651e0acf" providerId="ADAL" clId="{A8140080-45A7-4910-8ECC-FBD2331CD953}" dt="2024-11-21T14:59:01.647" v="712" actId="478"/>
          <ac:picMkLst>
            <pc:docMk/>
            <pc:sldMk cId="31270606" sldId="1970"/>
            <ac:picMk id="17" creationId="{EE0BECDD-C318-772B-131A-3E54A88B8C9A}"/>
          </ac:picMkLst>
        </pc:picChg>
      </pc:sldChg>
      <pc:sldChg chg="modSp mod">
        <pc:chgData name="Fauve Duprez" userId="59fdc1fb-507d-4cdb-a31c-e3fd651e0acf" providerId="ADAL" clId="{A8140080-45A7-4910-8ECC-FBD2331CD953}" dt="2024-11-21T15:08:03.790" v="1052"/>
        <pc:sldMkLst>
          <pc:docMk/>
          <pc:sldMk cId="3037732167" sldId="1972"/>
        </pc:sldMkLst>
        <pc:spChg chg="mod">
          <ac:chgData name="Fauve Duprez" userId="59fdc1fb-507d-4cdb-a31c-e3fd651e0acf" providerId="ADAL" clId="{A8140080-45A7-4910-8ECC-FBD2331CD953}" dt="2024-11-21T15:08:03.790" v="1052"/>
          <ac:spMkLst>
            <pc:docMk/>
            <pc:sldMk cId="3037732167" sldId="1972"/>
            <ac:spMk id="2" creationId="{2487FA35-A2A9-47D2-B705-6EA42514C1AE}"/>
          </ac:spMkLst>
        </pc:spChg>
        <pc:spChg chg="mod">
          <ac:chgData name="Fauve Duprez" userId="59fdc1fb-507d-4cdb-a31c-e3fd651e0acf" providerId="ADAL" clId="{A8140080-45A7-4910-8ECC-FBD2331CD953}" dt="2024-11-21T15:07:45.087" v="1032"/>
          <ac:spMkLst>
            <pc:docMk/>
            <pc:sldMk cId="3037732167" sldId="1972"/>
            <ac:spMk id="3" creationId="{AFA9732D-AB41-4AF6-9647-B5196F5786EE}"/>
          </ac:spMkLst>
        </pc:spChg>
      </pc:sldChg>
      <pc:sldChg chg="modSp mod">
        <pc:chgData name="Fauve Duprez" userId="59fdc1fb-507d-4cdb-a31c-e3fd651e0acf" providerId="ADAL" clId="{A8140080-45A7-4910-8ECC-FBD2331CD953}" dt="2024-11-21T15:07:56.597" v="1051" actId="20577"/>
        <pc:sldMkLst>
          <pc:docMk/>
          <pc:sldMk cId="3447559384" sldId="1973"/>
        </pc:sldMkLst>
        <pc:spChg chg="mod">
          <ac:chgData name="Fauve Duprez" userId="59fdc1fb-507d-4cdb-a31c-e3fd651e0acf" providerId="ADAL" clId="{A8140080-45A7-4910-8ECC-FBD2331CD953}" dt="2024-11-21T15:07:56.597" v="1051" actId="20577"/>
          <ac:spMkLst>
            <pc:docMk/>
            <pc:sldMk cId="3447559384" sldId="1973"/>
            <ac:spMk id="2" creationId="{2487FA35-A2A9-47D2-B705-6EA42514C1AE}"/>
          </ac:spMkLst>
        </pc:spChg>
        <pc:spChg chg="mod">
          <ac:chgData name="Fauve Duprez" userId="59fdc1fb-507d-4cdb-a31c-e3fd651e0acf" providerId="ADAL" clId="{A8140080-45A7-4910-8ECC-FBD2331CD953}" dt="2024-11-21T15:07:11.568" v="981" actId="20577"/>
          <ac:spMkLst>
            <pc:docMk/>
            <pc:sldMk cId="3447559384" sldId="1973"/>
            <ac:spMk id="3" creationId="{AFA9732D-AB41-4AF6-9647-B5196F5786EE}"/>
          </ac:spMkLst>
        </pc:spChg>
      </pc:sldChg>
      <pc:sldChg chg="modSp mod">
        <pc:chgData name="Fauve Duprez" userId="59fdc1fb-507d-4cdb-a31c-e3fd651e0acf" providerId="ADAL" clId="{A8140080-45A7-4910-8ECC-FBD2331CD953}" dt="2024-11-21T15:11:28.547" v="1161" actId="20577"/>
        <pc:sldMkLst>
          <pc:docMk/>
          <pc:sldMk cId="327412352" sldId="1974"/>
        </pc:sldMkLst>
        <pc:spChg chg="mod">
          <ac:chgData name="Fauve Duprez" userId="59fdc1fb-507d-4cdb-a31c-e3fd651e0acf" providerId="ADAL" clId="{A8140080-45A7-4910-8ECC-FBD2331CD953}" dt="2024-11-21T15:08:05.977" v="1053"/>
          <ac:spMkLst>
            <pc:docMk/>
            <pc:sldMk cId="327412352" sldId="1974"/>
            <ac:spMk id="2" creationId="{2487FA35-A2A9-47D2-B705-6EA42514C1AE}"/>
          </ac:spMkLst>
        </pc:spChg>
        <pc:spChg chg="mod">
          <ac:chgData name="Fauve Duprez" userId="59fdc1fb-507d-4cdb-a31c-e3fd651e0acf" providerId="ADAL" clId="{A8140080-45A7-4910-8ECC-FBD2331CD953}" dt="2024-11-21T15:11:28.547" v="1161" actId="20577"/>
          <ac:spMkLst>
            <pc:docMk/>
            <pc:sldMk cId="327412352" sldId="1974"/>
            <ac:spMk id="3" creationId="{AFA9732D-AB41-4AF6-9647-B5196F5786EE}"/>
          </ac:spMkLst>
        </pc:spChg>
      </pc:sldChg>
      <pc:sldChg chg="modSp mod ord">
        <pc:chgData name="Fauve Duprez" userId="59fdc1fb-507d-4cdb-a31c-e3fd651e0acf" providerId="ADAL" clId="{A8140080-45A7-4910-8ECC-FBD2331CD953}" dt="2024-11-21T15:29:34.317" v="1539"/>
        <pc:sldMkLst>
          <pc:docMk/>
          <pc:sldMk cId="3608538771" sldId="1975"/>
        </pc:sldMkLst>
        <pc:spChg chg="mod">
          <ac:chgData name="Fauve Duprez" userId="59fdc1fb-507d-4cdb-a31c-e3fd651e0acf" providerId="ADAL" clId="{A8140080-45A7-4910-8ECC-FBD2331CD953}" dt="2024-11-21T15:29:34.317" v="1539"/>
          <ac:spMkLst>
            <pc:docMk/>
            <pc:sldMk cId="3608538771" sldId="1975"/>
            <ac:spMk id="3" creationId="{39011522-9118-40C3-A09B-F25B95FAB7B4}"/>
          </ac:spMkLst>
        </pc:spChg>
        <pc:spChg chg="mod">
          <ac:chgData name="Fauve Duprez" userId="59fdc1fb-507d-4cdb-a31c-e3fd651e0acf" providerId="ADAL" clId="{A8140080-45A7-4910-8ECC-FBD2331CD953}" dt="2024-11-21T15:08:25.830" v="1058"/>
          <ac:spMkLst>
            <pc:docMk/>
            <pc:sldMk cId="3608538771" sldId="1975"/>
            <ac:spMk id="7" creationId="{2511D50A-E399-4DFD-994E-025F7BF843B6}"/>
          </ac:spMkLst>
        </pc:spChg>
      </pc:sldChg>
      <pc:sldChg chg="modSp mod">
        <pc:chgData name="Fauve Duprez" userId="59fdc1fb-507d-4cdb-a31c-e3fd651e0acf" providerId="ADAL" clId="{A8140080-45A7-4910-8ECC-FBD2331CD953}" dt="2024-11-21T16:06:19.047" v="2124" actId="20577"/>
        <pc:sldMkLst>
          <pc:docMk/>
          <pc:sldMk cId="692446252" sldId="1976"/>
        </pc:sldMkLst>
        <pc:spChg chg="mod">
          <ac:chgData name="Fauve Duprez" userId="59fdc1fb-507d-4cdb-a31c-e3fd651e0acf" providerId="ADAL" clId="{A8140080-45A7-4910-8ECC-FBD2331CD953}" dt="2024-11-21T16:06:19.047" v="2124" actId="20577"/>
          <ac:spMkLst>
            <pc:docMk/>
            <pc:sldMk cId="692446252" sldId="1976"/>
            <ac:spMk id="3" creationId="{39011522-9118-40C3-A09B-F25B95FAB7B4}"/>
          </ac:spMkLst>
        </pc:spChg>
        <pc:spChg chg="mod">
          <ac:chgData name="Fauve Duprez" userId="59fdc1fb-507d-4cdb-a31c-e3fd651e0acf" providerId="ADAL" clId="{A8140080-45A7-4910-8ECC-FBD2331CD953}" dt="2024-11-21T15:08:39.178" v="1060"/>
          <ac:spMkLst>
            <pc:docMk/>
            <pc:sldMk cId="692446252" sldId="1976"/>
            <ac:spMk id="7" creationId="{2511D50A-E399-4DFD-994E-025F7BF843B6}"/>
          </ac:spMkLst>
        </pc:spChg>
      </pc:sldChg>
      <pc:sldChg chg="modSp mod">
        <pc:chgData name="Fauve Duprez" userId="59fdc1fb-507d-4cdb-a31c-e3fd651e0acf" providerId="ADAL" clId="{A8140080-45A7-4910-8ECC-FBD2331CD953}" dt="2024-11-21T16:06:52.177" v="2132" actId="20577"/>
        <pc:sldMkLst>
          <pc:docMk/>
          <pc:sldMk cId="1809737870" sldId="1977"/>
        </pc:sldMkLst>
        <pc:spChg chg="mod">
          <ac:chgData name="Fauve Duprez" userId="59fdc1fb-507d-4cdb-a31c-e3fd651e0acf" providerId="ADAL" clId="{A8140080-45A7-4910-8ECC-FBD2331CD953}" dt="2024-11-21T16:06:52.177" v="2132" actId="20577"/>
          <ac:spMkLst>
            <pc:docMk/>
            <pc:sldMk cId="1809737870" sldId="1977"/>
            <ac:spMk id="3" creationId="{39011522-9118-40C3-A09B-F25B95FAB7B4}"/>
          </ac:spMkLst>
        </pc:spChg>
        <pc:spChg chg="mod">
          <ac:chgData name="Fauve Duprez" userId="59fdc1fb-507d-4cdb-a31c-e3fd651e0acf" providerId="ADAL" clId="{A8140080-45A7-4910-8ECC-FBD2331CD953}" dt="2024-11-21T15:08:43.647" v="1062"/>
          <ac:spMkLst>
            <pc:docMk/>
            <pc:sldMk cId="1809737870" sldId="1977"/>
            <ac:spMk id="7" creationId="{2511D50A-E399-4DFD-994E-025F7BF843B6}"/>
          </ac:spMkLst>
        </pc:spChg>
      </pc:sldChg>
      <pc:sldChg chg="modSp mod">
        <pc:chgData name="Fauve Duprez" userId="59fdc1fb-507d-4cdb-a31c-e3fd651e0acf" providerId="ADAL" clId="{A8140080-45A7-4910-8ECC-FBD2331CD953}" dt="2024-11-21T15:08:55.027" v="1067"/>
        <pc:sldMkLst>
          <pc:docMk/>
          <pc:sldMk cId="282660065" sldId="1978"/>
        </pc:sldMkLst>
        <pc:spChg chg="mod">
          <ac:chgData name="Fauve Duprez" userId="59fdc1fb-507d-4cdb-a31c-e3fd651e0acf" providerId="ADAL" clId="{A8140080-45A7-4910-8ECC-FBD2331CD953}" dt="2024-11-21T15:08:55.027" v="1067"/>
          <ac:spMkLst>
            <pc:docMk/>
            <pc:sldMk cId="282660065" sldId="1978"/>
            <ac:spMk id="7" creationId="{2511D50A-E399-4DFD-994E-025F7BF843B6}"/>
          </ac:spMkLst>
        </pc:spChg>
      </pc:sldChg>
      <pc:sldChg chg="modSp mod">
        <pc:chgData name="Fauve Duprez" userId="59fdc1fb-507d-4cdb-a31c-e3fd651e0acf" providerId="ADAL" clId="{A8140080-45A7-4910-8ECC-FBD2331CD953}" dt="2024-11-21T16:17:18.738" v="2346" actId="20577"/>
        <pc:sldMkLst>
          <pc:docMk/>
          <pc:sldMk cId="3153790249" sldId="1981"/>
        </pc:sldMkLst>
        <pc:spChg chg="mod">
          <ac:chgData name="Fauve Duprez" userId="59fdc1fb-507d-4cdb-a31c-e3fd651e0acf" providerId="ADAL" clId="{A8140080-45A7-4910-8ECC-FBD2331CD953}" dt="2024-11-21T16:17:18.738" v="2346" actId="20577"/>
          <ac:spMkLst>
            <pc:docMk/>
            <pc:sldMk cId="3153790249" sldId="1981"/>
            <ac:spMk id="3" creationId="{AFA9732D-AB41-4AF6-9647-B5196F5786EE}"/>
          </ac:spMkLst>
        </pc:spChg>
      </pc:sldChg>
      <pc:sldChg chg="modSp mod">
        <pc:chgData name="Fauve Duprez" userId="59fdc1fb-507d-4cdb-a31c-e3fd651e0acf" providerId="ADAL" clId="{A8140080-45A7-4910-8ECC-FBD2331CD953}" dt="2024-11-21T16:17:21.658" v="2347"/>
        <pc:sldMkLst>
          <pc:docMk/>
          <pc:sldMk cId="3224588789" sldId="1982"/>
        </pc:sldMkLst>
        <pc:spChg chg="mod">
          <ac:chgData name="Fauve Duprez" userId="59fdc1fb-507d-4cdb-a31c-e3fd651e0acf" providerId="ADAL" clId="{A8140080-45A7-4910-8ECC-FBD2331CD953}" dt="2024-11-21T16:17:21.658" v="2347"/>
          <ac:spMkLst>
            <pc:docMk/>
            <pc:sldMk cId="3224588789" sldId="1982"/>
            <ac:spMk id="3" creationId="{AFA9732D-AB41-4AF6-9647-B5196F5786EE}"/>
          </ac:spMkLst>
        </pc:spChg>
      </pc:sldChg>
      <pc:sldChg chg="modSp mod">
        <pc:chgData name="Fauve Duprez" userId="59fdc1fb-507d-4cdb-a31c-e3fd651e0acf" providerId="ADAL" clId="{A8140080-45A7-4910-8ECC-FBD2331CD953}" dt="2024-11-21T16:17:24.098" v="2348"/>
        <pc:sldMkLst>
          <pc:docMk/>
          <pc:sldMk cId="4222222735" sldId="1983"/>
        </pc:sldMkLst>
        <pc:spChg chg="mod">
          <ac:chgData name="Fauve Duprez" userId="59fdc1fb-507d-4cdb-a31c-e3fd651e0acf" providerId="ADAL" clId="{A8140080-45A7-4910-8ECC-FBD2331CD953}" dt="2024-11-21T16:17:24.098" v="2348"/>
          <ac:spMkLst>
            <pc:docMk/>
            <pc:sldMk cId="4222222735" sldId="1983"/>
            <ac:spMk id="3" creationId="{AFA9732D-AB41-4AF6-9647-B5196F5786EE}"/>
          </ac:spMkLst>
        </pc:spChg>
      </pc:sldChg>
      <pc:sldChg chg="modSp mod">
        <pc:chgData name="Fauve Duprez" userId="59fdc1fb-507d-4cdb-a31c-e3fd651e0acf" providerId="ADAL" clId="{A8140080-45A7-4910-8ECC-FBD2331CD953}" dt="2024-11-21T16:17:27.677" v="2349"/>
        <pc:sldMkLst>
          <pc:docMk/>
          <pc:sldMk cId="4294627614" sldId="1984"/>
        </pc:sldMkLst>
        <pc:spChg chg="mod">
          <ac:chgData name="Fauve Duprez" userId="59fdc1fb-507d-4cdb-a31c-e3fd651e0acf" providerId="ADAL" clId="{A8140080-45A7-4910-8ECC-FBD2331CD953}" dt="2024-11-21T16:17:27.677" v="2349"/>
          <ac:spMkLst>
            <pc:docMk/>
            <pc:sldMk cId="4294627614" sldId="1984"/>
            <ac:spMk id="3" creationId="{AFA9732D-AB41-4AF6-9647-B5196F5786EE}"/>
          </ac:spMkLst>
        </pc:spChg>
      </pc:sldChg>
      <pc:sldChg chg="addSp modSp add mod">
        <pc:chgData name="Fauve Duprez" userId="59fdc1fb-507d-4cdb-a31c-e3fd651e0acf" providerId="ADAL" clId="{A8140080-45A7-4910-8ECC-FBD2331CD953}" dt="2024-11-21T14:04:16.731" v="151"/>
        <pc:sldMkLst>
          <pc:docMk/>
          <pc:sldMk cId="3921011688" sldId="1985"/>
        </pc:sldMkLst>
        <pc:spChg chg="add mod">
          <ac:chgData name="Fauve Duprez" userId="59fdc1fb-507d-4cdb-a31c-e3fd651e0acf" providerId="ADAL" clId="{A8140080-45A7-4910-8ECC-FBD2331CD953}" dt="2024-11-21T14:03:35.139" v="149" actId="1076"/>
          <ac:spMkLst>
            <pc:docMk/>
            <pc:sldMk cId="3921011688" sldId="1985"/>
            <ac:spMk id="2" creationId="{176CCC06-B361-EC3E-D576-8D89F51B7B51}"/>
          </ac:spMkLst>
        </pc:spChg>
        <pc:spChg chg="mod">
          <ac:chgData name="Fauve Duprez" userId="59fdc1fb-507d-4cdb-a31c-e3fd651e0acf" providerId="ADAL" clId="{A8140080-45A7-4910-8ECC-FBD2331CD953}" dt="2024-11-21T14:04:16.731" v="151"/>
          <ac:spMkLst>
            <pc:docMk/>
            <pc:sldMk cId="3921011688" sldId="1985"/>
            <ac:spMk id="5" creationId="{B3EC06B2-2015-D099-5BAF-73FB6B855A4F}"/>
          </ac:spMkLst>
        </pc:spChg>
      </pc:sldChg>
      <pc:sldChg chg="modSp add mod">
        <pc:chgData name="Fauve Duprez" userId="59fdc1fb-507d-4cdb-a31c-e3fd651e0acf" providerId="ADAL" clId="{A8140080-45A7-4910-8ECC-FBD2331CD953}" dt="2024-11-21T14:50:52.836" v="502" actId="27636"/>
        <pc:sldMkLst>
          <pc:docMk/>
          <pc:sldMk cId="4277897767" sldId="1986"/>
        </pc:sldMkLst>
        <pc:spChg chg="mod">
          <ac:chgData name="Fauve Duprez" userId="59fdc1fb-507d-4cdb-a31c-e3fd651e0acf" providerId="ADAL" clId="{A8140080-45A7-4910-8ECC-FBD2331CD953}" dt="2024-11-21T14:50:52.836" v="502" actId="27636"/>
          <ac:spMkLst>
            <pc:docMk/>
            <pc:sldMk cId="4277897767" sldId="1986"/>
            <ac:spMk id="6" creationId="{6CC789D8-70F0-1F6C-CE38-AC6DFC25A28F}"/>
          </ac:spMkLst>
        </pc:spChg>
      </pc:sldChg>
      <pc:sldChg chg="add">
        <pc:chgData name="Fauve Duprez" userId="59fdc1fb-507d-4cdb-a31c-e3fd651e0acf" providerId="ADAL" clId="{A8140080-45A7-4910-8ECC-FBD2331CD953}" dt="2024-11-21T15:29:26.767" v="1536" actId="2890"/>
        <pc:sldMkLst>
          <pc:docMk/>
          <pc:sldMk cId="1773998695" sldId="1987"/>
        </pc:sldMkLst>
      </pc:sldChg>
      <pc:sldChg chg="modSp add del mod">
        <pc:chgData name="Fauve Duprez" userId="59fdc1fb-507d-4cdb-a31c-e3fd651e0acf" providerId="ADAL" clId="{A8140080-45A7-4910-8ECC-FBD2331CD953}" dt="2024-11-21T14:51:04.438" v="503" actId="47"/>
        <pc:sldMkLst>
          <pc:docMk/>
          <pc:sldMk cId="2818604141" sldId="1987"/>
        </pc:sldMkLst>
        <pc:spChg chg="mod">
          <ac:chgData name="Fauve Duprez" userId="59fdc1fb-507d-4cdb-a31c-e3fd651e0acf" providerId="ADAL" clId="{A8140080-45A7-4910-8ECC-FBD2331CD953}" dt="2024-11-21T14:50:48.677" v="500" actId="27636"/>
          <ac:spMkLst>
            <pc:docMk/>
            <pc:sldMk cId="2818604141" sldId="1987"/>
            <ac:spMk id="6" creationId="{B5A0C57B-381D-305C-0E24-D44E1D964AC4}"/>
          </ac:spMkLst>
        </pc:spChg>
      </pc:sldChg>
      <pc:sldChg chg="add del">
        <pc:chgData name="Fauve Duprez" userId="59fdc1fb-507d-4cdb-a31c-e3fd651e0acf" providerId="ADAL" clId="{A8140080-45A7-4910-8ECC-FBD2331CD953}" dt="2024-11-21T15:29:05.437" v="1531" actId="2890"/>
        <pc:sldMkLst>
          <pc:docMk/>
          <pc:sldMk cId="3225438635" sldId="1987"/>
        </pc:sldMkLst>
      </pc:sldChg>
      <pc:sldChg chg="add del ord">
        <pc:chgData name="Fauve Duprez" userId="59fdc1fb-507d-4cdb-a31c-e3fd651e0acf" providerId="ADAL" clId="{A8140080-45A7-4910-8ECC-FBD2331CD953}" dt="2024-11-21T15:29:21.348" v="1535" actId="47"/>
        <pc:sldMkLst>
          <pc:docMk/>
          <pc:sldMk cId="4233420932" sldId="1987"/>
        </pc:sldMkLst>
      </pc:sldChg>
      <pc:sldChg chg="addSp modSp add mod">
        <pc:chgData name="Fauve Duprez" userId="59fdc1fb-507d-4cdb-a31c-e3fd651e0acf" providerId="ADAL" clId="{A8140080-45A7-4910-8ECC-FBD2331CD953}" dt="2024-11-21T16:03:50.887" v="2122" actId="313"/>
        <pc:sldMkLst>
          <pc:docMk/>
          <pc:sldMk cId="4267613256" sldId="1988"/>
        </pc:sldMkLst>
        <pc:spChg chg="add mod">
          <ac:chgData name="Fauve Duprez" userId="59fdc1fb-507d-4cdb-a31c-e3fd651e0acf" providerId="ADAL" clId="{A8140080-45A7-4910-8ECC-FBD2331CD953}" dt="2024-11-21T16:03:50.887" v="2122" actId="313"/>
          <ac:spMkLst>
            <pc:docMk/>
            <pc:sldMk cId="4267613256" sldId="1988"/>
            <ac:spMk id="2" creationId="{F10429AE-F399-42C9-CC06-17DE327903DF}"/>
          </ac:spMkLst>
        </pc:spChg>
      </pc:sldChg>
    </pc:docChg>
  </pc:docChgLst>
  <pc:docChgLst>
    <pc:chgData name="Fauve Duprez" userId="59fdc1fb-507d-4cdb-a31c-e3fd651e0acf" providerId="ADAL" clId="{F5D2FAAF-F2BF-4BB1-AFC1-C343C085A27A}"/>
    <pc:docChg chg="modSld">
      <pc:chgData name="Fauve Duprez" userId="59fdc1fb-507d-4cdb-a31c-e3fd651e0acf" providerId="ADAL" clId="{F5D2FAAF-F2BF-4BB1-AFC1-C343C085A27A}" dt="2024-08-06T11:30:26.834" v="35" actId="20577"/>
      <pc:docMkLst>
        <pc:docMk/>
      </pc:docMkLst>
      <pc:sldChg chg="modSp mod">
        <pc:chgData name="Fauve Duprez" userId="59fdc1fb-507d-4cdb-a31c-e3fd651e0acf" providerId="ADAL" clId="{F5D2FAAF-F2BF-4BB1-AFC1-C343C085A27A}" dt="2024-08-06T11:29:49.502" v="31" actId="20577"/>
        <pc:sldMkLst>
          <pc:docMk/>
          <pc:sldMk cId="4162507869" sldId="259"/>
        </pc:sldMkLst>
        <pc:spChg chg="mod">
          <ac:chgData name="Fauve Duprez" userId="59fdc1fb-507d-4cdb-a31c-e3fd651e0acf" providerId="ADAL" clId="{F5D2FAAF-F2BF-4BB1-AFC1-C343C085A27A}" dt="2024-08-06T11:29:49.502" v="31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modSp mod">
        <pc:chgData name="Fauve Duprez" userId="59fdc1fb-507d-4cdb-a31c-e3fd651e0acf" providerId="ADAL" clId="{F5D2FAAF-F2BF-4BB1-AFC1-C343C085A27A}" dt="2024-08-06T11:29:55.103" v="32" actId="20577"/>
        <pc:sldMkLst>
          <pc:docMk/>
          <pc:sldMk cId="4021574165" sldId="1721"/>
        </pc:sldMkLst>
        <pc:spChg chg="mod">
          <ac:chgData name="Fauve Duprez" userId="59fdc1fb-507d-4cdb-a31c-e3fd651e0acf" providerId="ADAL" clId="{F5D2FAAF-F2BF-4BB1-AFC1-C343C085A27A}" dt="2024-08-06T11:29:55.103" v="32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F5D2FAAF-F2BF-4BB1-AFC1-C343C085A27A}" dt="2024-08-06T11:30:12.353" v="33" actId="20577"/>
        <pc:sldMkLst>
          <pc:docMk/>
          <pc:sldMk cId="3732328542" sldId="1971"/>
        </pc:sldMkLst>
        <pc:spChg chg="mod">
          <ac:chgData name="Fauve Duprez" userId="59fdc1fb-507d-4cdb-a31c-e3fd651e0acf" providerId="ADAL" clId="{F5D2FAAF-F2BF-4BB1-AFC1-C343C085A27A}" dt="2024-08-06T11:30:12.353" v="33" actId="20577"/>
          <ac:spMkLst>
            <pc:docMk/>
            <pc:sldMk cId="3732328542" sldId="1971"/>
            <ac:spMk id="4" creationId="{AFADBEE7-7DB1-4468-A19F-EE1EC696AF82}"/>
          </ac:spMkLst>
        </pc:spChg>
      </pc:sldChg>
      <pc:sldChg chg="modSp mod">
        <pc:chgData name="Fauve Duprez" userId="59fdc1fb-507d-4cdb-a31c-e3fd651e0acf" providerId="ADAL" clId="{F5D2FAAF-F2BF-4BB1-AFC1-C343C085A27A}" dt="2024-08-06T11:30:26.834" v="35" actId="20577"/>
        <pc:sldMkLst>
          <pc:docMk/>
          <pc:sldMk cId="1671931692" sldId="1980"/>
        </pc:sldMkLst>
        <pc:spChg chg="mod">
          <ac:chgData name="Fauve Duprez" userId="59fdc1fb-507d-4cdb-a31c-e3fd651e0acf" providerId="ADAL" clId="{F5D2FAAF-F2BF-4BB1-AFC1-C343C085A27A}" dt="2024-08-06T11:30:26.834" v="35" actId="20577"/>
          <ac:spMkLst>
            <pc:docMk/>
            <pc:sldMk cId="1671931692" sldId="1980"/>
            <ac:spMk id="4" creationId="{AFADBEE7-7DB1-4468-A19F-EE1EC696AF82}"/>
          </ac:spMkLst>
        </pc:spChg>
      </pc:sldChg>
    </pc:docChg>
  </pc:docChgLst>
  <pc:docChgLst>
    <pc:chgData name="Thijs Hauspie" userId="c5aa01d0-0751-4207-a587-d7124c844d8f" providerId="ADAL" clId="{EFD894B4-A0D5-4260-B75E-5B2611146D55}"/>
    <pc:docChg chg="undo redo custSel addSld delSld modSld sldOrd modSection">
      <pc:chgData name="Thijs Hauspie" userId="c5aa01d0-0751-4207-a587-d7124c844d8f" providerId="ADAL" clId="{EFD894B4-A0D5-4260-B75E-5B2611146D55}" dt="2023-11-17T11:51:01.417" v="5144" actId="20577"/>
      <pc:docMkLst>
        <pc:docMk/>
      </pc:docMkLst>
      <pc:sldChg chg="modSp mod">
        <pc:chgData name="Thijs Hauspie" userId="c5aa01d0-0751-4207-a587-d7124c844d8f" providerId="ADAL" clId="{EFD894B4-A0D5-4260-B75E-5B2611146D55}" dt="2023-11-13T10:40:24.623" v="33" actId="20577"/>
        <pc:sldMkLst>
          <pc:docMk/>
          <pc:sldMk cId="4162507869" sldId="259"/>
        </pc:sldMkLst>
        <pc:spChg chg="mod">
          <ac:chgData name="Thijs Hauspie" userId="c5aa01d0-0751-4207-a587-d7124c844d8f" providerId="ADAL" clId="{EFD894B4-A0D5-4260-B75E-5B2611146D55}" dt="2023-11-13T10:40:24.623" v="33" actId="20577"/>
          <ac:spMkLst>
            <pc:docMk/>
            <pc:sldMk cId="4162507869" sldId="259"/>
            <ac:spMk id="2" creationId="{1D528B7A-3168-440C-A60C-A036931164EC}"/>
          </ac:spMkLst>
        </pc:spChg>
        <pc:spChg chg="mod">
          <ac:chgData name="Thijs Hauspie" userId="c5aa01d0-0751-4207-a587-d7124c844d8f" providerId="ADAL" clId="{EFD894B4-A0D5-4260-B75E-5B2611146D55}" dt="2023-11-13T10:40:20.185" v="32"/>
          <ac:spMkLst>
            <pc:docMk/>
            <pc:sldMk cId="4162507869" sldId="259"/>
            <ac:spMk id="3" creationId="{70FE6360-0905-4150-BEDD-4BF877AD22CF}"/>
          </ac:spMkLst>
        </pc:spChg>
      </pc:sldChg>
      <pc:sldChg chg="del">
        <pc:chgData name="Thijs Hauspie" userId="c5aa01d0-0751-4207-a587-d7124c844d8f" providerId="ADAL" clId="{EFD894B4-A0D5-4260-B75E-5B2611146D55}" dt="2023-11-15T10:49:13.513" v="729" actId="47"/>
        <pc:sldMkLst>
          <pc:docMk/>
          <pc:sldMk cId="3575049609" sldId="272"/>
        </pc:sldMkLst>
      </pc:sldChg>
      <pc:sldChg chg="del">
        <pc:chgData name="Thijs Hauspie" userId="c5aa01d0-0751-4207-a587-d7124c844d8f" providerId="ADAL" clId="{EFD894B4-A0D5-4260-B75E-5B2611146D55}" dt="2023-11-15T10:49:14.824" v="730" actId="47"/>
        <pc:sldMkLst>
          <pc:docMk/>
          <pc:sldMk cId="607744203" sldId="274"/>
        </pc:sldMkLst>
      </pc:sldChg>
      <pc:sldChg chg="add">
        <pc:chgData name="Thijs Hauspie" userId="c5aa01d0-0751-4207-a587-d7124c844d8f" providerId="ADAL" clId="{EFD894B4-A0D5-4260-B75E-5B2611146D55}" dt="2023-11-13T11:08:25.741" v="257"/>
        <pc:sldMkLst>
          <pc:docMk/>
          <pc:sldMk cId="103995283" sldId="1614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238229734" sldId="1661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267954338" sldId="1664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348170016" sldId="1665"/>
        </pc:sldMkLst>
      </pc:sldChg>
      <pc:sldChg chg="modSp add del mod">
        <pc:chgData name="Thijs Hauspie" userId="c5aa01d0-0751-4207-a587-d7124c844d8f" providerId="ADAL" clId="{EFD894B4-A0D5-4260-B75E-5B2611146D55}" dt="2023-11-15T17:27:59.105" v="3974" actId="20577"/>
        <pc:sldMkLst>
          <pc:docMk/>
          <pc:sldMk cId="87977084" sldId="1666"/>
        </pc:sldMkLst>
        <pc:spChg chg="mod">
          <ac:chgData name="Thijs Hauspie" userId="c5aa01d0-0751-4207-a587-d7124c844d8f" providerId="ADAL" clId="{EFD894B4-A0D5-4260-B75E-5B2611146D55}" dt="2023-11-15T17:23:33.266" v="3963"/>
          <ac:spMkLst>
            <pc:docMk/>
            <pc:sldMk cId="87977084" sldId="1666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7:27:59.105" v="3974" actId="20577"/>
          <ac:spMkLst>
            <pc:docMk/>
            <pc:sldMk cId="87977084" sldId="1666"/>
            <ac:spMk id="34" creationId="{C80E484F-3423-47AB-BCBA-3A891D8FA953}"/>
          </ac:spMkLst>
        </pc:spChg>
        <pc:picChg chg="mod">
          <ac:chgData name="Thijs Hauspie" userId="c5aa01d0-0751-4207-a587-d7124c844d8f" providerId="ADAL" clId="{EFD894B4-A0D5-4260-B75E-5B2611146D55}" dt="2023-11-15T17:27:03.319" v="3964" actId="14826"/>
          <ac:picMkLst>
            <pc:docMk/>
            <pc:sldMk cId="87977084" sldId="1666"/>
            <ac:picMk id="3" creationId="{127CEAC5-BDD0-4C30-B46C-6723A4093A60}"/>
          </ac:picMkLst>
        </pc:picChg>
      </pc:sldChg>
      <pc:sldChg chg="addSp delSp modSp add mod">
        <pc:chgData name="Thijs Hauspie" userId="c5aa01d0-0751-4207-a587-d7124c844d8f" providerId="ADAL" clId="{EFD894B4-A0D5-4260-B75E-5B2611146D55}" dt="2023-11-17T09:32:18.791" v="5115" actId="20577"/>
        <pc:sldMkLst>
          <pc:docMk/>
          <pc:sldMk cId="3670847624" sldId="1668"/>
        </pc:sldMkLst>
        <pc:spChg chg="mod">
          <ac:chgData name="Thijs Hauspie" userId="c5aa01d0-0751-4207-a587-d7124c844d8f" providerId="ADAL" clId="{EFD894B4-A0D5-4260-B75E-5B2611146D55}" dt="2023-11-15T17:28:09.749" v="3975"/>
          <ac:spMkLst>
            <pc:docMk/>
            <pc:sldMk cId="3670847624" sldId="1668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7:32:08.012" v="4087" actId="14100"/>
          <ac:spMkLst>
            <pc:docMk/>
            <pc:sldMk cId="3670847624" sldId="1668"/>
            <ac:spMk id="9" creationId="{87062B0F-5811-420D-A17E-658D7E10D205}"/>
          </ac:spMkLst>
        </pc:spChg>
        <pc:spChg chg="mod">
          <ac:chgData name="Thijs Hauspie" userId="c5aa01d0-0751-4207-a587-d7124c844d8f" providerId="ADAL" clId="{EFD894B4-A0D5-4260-B75E-5B2611146D55}" dt="2023-11-15T17:31:00.349" v="4070" actId="14100"/>
          <ac:spMkLst>
            <pc:docMk/>
            <pc:sldMk cId="3670847624" sldId="1668"/>
            <ac:spMk id="10" creationId="{A2E199BB-E155-4AD2-A173-E8C23D1EB5EE}"/>
          </ac:spMkLst>
        </pc:spChg>
        <pc:spChg chg="del">
          <ac:chgData name="Thijs Hauspie" userId="c5aa01d0-0751-4207-a587-d7124c844d8f" providerId="ADAL" clId="{EFD894B4-A0D5-4260-B75E-5B2611146D55}" dt="2023-11-15T17:31:59.044" v="4082" actId="478"/>
          <ac:spMkLst>
            <pc:docMk/>
            <pc:sldMk cId="3670847624" sldId="1668"/>
            <ac:spMk id="13" creationId="{43FFC0AE-E7C3-46B8-AED9-29275E889856}"/>
          </ac:spMkLst>
        </pc:spChg>
        <pc:spChg chg="del">
          <ac:chgData name="Thijs Hauspie" userId="c5aa01d0-0751-4207-a587-d7124c844d8f" providerId="ADAL" clId="{EFD894B4-A0D5-4260-B75E-5B2611146D55}" dt="2023-11-15T17:32:00.231" v="4083" actId="478"/>
          <ac:spMkLst>
            <pc:docMk/>
            <pc:sldMk cId="3670847624" sldId="1668"/>
            <ac:spMk id="14" creationId="{5AF9AA3D-8805-441E-884E-9058286A2161}"/>
          </ac:spMkLst>
        </pc:spChg>
        <pc:spChg chg="mod">
          <ac:chgData name="Thijs Hauspie" userId="c5aa01d0-0751-4207-a587-d7124c844d8f" providerId="ADAL" clId="{EFD894B4-A0D5-4260-B75E-5B2611146D55}" dt="2023-11-15T17:31:03.684" v="4071" actId="1076"/>
          <ac:spMkLst>
            <pc:docMk/>
            <pc:sldMk cId="3670847624" sldId="1668"/>
            <ac:spMk id="15" creationId="{72D2D461-DB2A-4A79-9EFE-72837515809F}"/>
          </ac:spMkLst>
        </pc:spChg>
        <pc:spChg chg="mod">
          <ac:chgData name="Thijs Hauspie" userId="c5aa01d0-0751-4207-a587-d7124c844d8f" providerId="ADAL" clId="{EFD894B4-A0D5-4260-B75E-5B2611146D55}" dt="2023-11-15T17:29:26.480" v="4036" actId="1035"/>
          <ac:spMkLst>
            <pc:docMk/>
            <pc:sldMk cId="3670847624" sldId="1668"/>
            <ac:spMk id="16" creationId="{832ED483-A824-427E-8700-5234419C810C}"/>
          </ac:spMkLst>
        </pc:spChg>
        <pc:spChg chg="mod">
          <ac:chgData name="Thijs Hauspie" userId="c5aa01d0-0751-4207-a587-d7124c844d8f" providerId="ADAL" clId="{EFD894B4-A0D5-4260-B75E-5B2611146D55}" dt="2023-11-17T09:32:18.791" v="5115" actId="20577"/>
          <ac:spMkLst>
            <pc:docMk/>
            <pc:sldMk cId="3670847624" sldId="1668"/>
            <ac:spMk id="27" creationId="{90E12F85-F281-4B37-8841-738766232637}"/>
          </ac:spMkLst>
        </pc:spChg>
        <pc:picChg chg="mod">
          <ac:chgData name="Thijs Hauspie" userId="c5aa01d0-0751-4207-a587-d7124c844d8f" providerId="ADAL" clId="{EFD894B4-A0D5-4260-B75E-5B2611146D55}" dt="2023-11-15T17:32:03.820" v="4085" actId="1076"/>
          <ac:picMkLst>
            <pc:docMk/>
            <pc:sldMk cId="3670847624" sldId="1668"/>
            <ac:picMk id="2" creationId="{D05017B2-61C4-42B6-9FCD-1D9EAD59095A}"/>
          </ac:picMkLst>
        </pc:picChg>
        <pc:picChg chg="mod">
          <ac:chgData name="Thijs Hauspie" userId="c5aa01d0-0751-4207-a587-d7124c844d8f" providerId="ADAL" clId="{EFD894B4-A0D5-4260-B75E-5B2611146D55}" dt="2023-11-15T17:29:06.463" v="4014" actId="1036"/>
          <ac:picMkLst>
            <pc:docMk/>
            <pc:sldMk cId="3670847624" sldId="1668"/>
            <ac:picMk id="3" creationId="{756A4041-57AE-4D41-96D2-8315E1491234}"/>
          </ac:picMkLst>
        </pc:picChg>
        <pc:picChg chg="del">
          <ac:chgData name="Thijs Hauspie" userId="c5aa01d0-0751-4207-a587-d7124c844d8f" providerId="ADAL" clId="{EFD894B4-A0D5-4260-B75E-5B2611146D55}" dt="2023-11-15T17:31:58.232" v="4081" actId="478"/>
          <ac:picMkLst>
            <pc:docMk/>
            <pc:sldMk cId="3670847624" sldId="1668"/>
            <ac:picMk id="4" creationId="{75F350C3-FF42-463F-BDEC-D7816D5BB419}"/>
          </ac:picMkLst>
        </pc:picChg>
        <pc:picChg chg="del">
          <ac:chgData name="Thijs Hauspie" userId="c5aa01d0-0751-4207-a587-d7124c844d8f" providerId="ADAL" clId="{EFD894B4-A0D5-4260-B75E-5B2611146D55}" dt="2023-11-15T17:28:31.641" v="3976" actId="478"/>
          <ac:picMkLst>
            <pc:docMk/>
            <pc:sldMk cId="3670847624" sldId="1668"/>
            <ac:picMk id="8" creationId="{6534CEE6-9EE9-40E8-A764-D8F6B4904531}"/>
          </ac:picMkLst>
        </pc:picChg>
        <pc:picChg chg="add mod">
          <ac:chgData name="Thijs Hauspie" userId="c5aa01d0-0751-4207-a587-d7124c844d8f" providerId="ADAL" clId="{EFD894B4-A0D5-4260-B75E-5B2611146D55}" dt="2023-11-15T17:28:35.682" v="3979" actId="1076"/>
          <ac:picMkLst>
            <pc:docMk/>
            <pc:sldMk cId="3670847624" sldId="1668"/>
            <ac:picMk id="11" creationId="{37818BD0-BA08-50B5-7D39-186E578422A7}"/>
          </ac:picMkLst>
        </pc:picChg>
      </pc:sldChg>
      <pc:sldChg chg="addSp delSp modSp add mod">
        <pc:chgData name="Thijs Hauspie" userId="c5aa01d0-0751-4207-a587-d7124c844d8f" providerId="ADAL" clId="{EFD894B4-A0D5-4260-B75E-5B2611146D55}" dt="2023-11-15T17:53:15.427" v="4197" actId="20577"/>
        <pc:sldMkLst>
          <pc:docMk/>
          <pc:sldMk cId="1343698569" sldId="1670"/>
        </pc:sldMkLst>
        <pc:spChg chg="add del mod">
          <ac:chgData name="Thijs Hauspie" userId="c5aa01d0-0751-4207-a587-d7124c844d8f" providerId="ADAL" clId="{EFD894B4-A0D5-4260-B75E-5B2611146D55}" dt="2023-11-15T17:34:14.515" v="4108" actId="478"/>
          <ac:spMkLst>
            <pc:docMk/>
            <pc:sldMk cId="1343698569" sldId="1670"/>
            <ac:spMk id="3" creationId="{A656B2E5-6CAF-DFAD-FD41-2236FFD2BB8E}"/>
          </ac:spMkLst>
        </pc:spChg>
        <pc:spChg chg="mod">
          <ac:chgData name="Thijs Hauspie" userId="c5aa01d0-0751-4207-a587-d7124c844d8f" providerId="ADAL" clId="{EFD894B4-A0D5-4260-B75E-5B2611146D55}" dt="2023-11-15T17:34:24.930" v="4109"/>
          <ac:spMkLst>
            <pc:docMk/>
            <pc:sldMk cId="1343698569" sldId="1670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7:53:15.427" v="4197" actId="20577"/>
          <ac:spMkLst>
            <pc:docMk/>
            <pc:sldMk cId="1343698569" sldId="1670"/>
            <ac:spMk id="6" creationId="{D218D92A-74AD-49F8-A8A9-AD801B689B50}"/>
          </ac:spMkLst>
        </pc:spChg>
        <pc:picChg chg="del">
          <ac:chgData name="Thijs Hauspie" userId="c5aa01d0-0751-4207-a587-d7124c844d8f" providerId="ADAL" clId="{EFD894B4-A0D5-4260-B75E-5B2611146D55}" dt="2023-11-15T17:33:09.281" v="4094" actId="478"/>
          <ac:picMkLst>
            <pc:docMk/>
            <pc:sldMk cId="1343698569" sldId="1670"/>
            <ac:picMk id="4" creationId="{4C3B917B-85AA-4C5B-B54A-664AF755B0BF}"/>
          </ac:picMkLst>
        </pc:picChg>
        <pc:picChg chg="del">
          <ac:chgData name="Thijs Hauspie" userId="c5aa01d0-0751-4207-a587-d7124c844d8f" providerId="ADAL" clId="{EFD894B4-A0D5-4260-B75E-5B2611146D55}" dt="2023-11-15T17:34:11.949" v="4107" actId="478"/>
          <ac:picMkLst>
            <pc:docMk/>
            <pc:sldMk cId="1343698569" sldId="1670"/>
            <ac:picMk id="8" creationId="{5FAB294E-C5A8-462A-8C06-1D2C07D57C84}"/>
          </ac:picMkLst>
        </pc:picChg>
      </pc:sldChg>
      <pc:sldChg chg="modSp add mod">
        <pc:chgData name="Thijs Hauspie" userId="c5aa01d0-0751-4207-a587-d7124c844d8f" providerId="ADAL" clId="{EFD894B4-A0D5-4260-B75E-5B2611146D55}" dt="2023-11-15T10:42:48.389" v="564" actId="20577"/>
        <pc:sldMkLst>
          <pc:docMk/>
          <pc:sldMk cId="4018008952" sldId="1680"/>
        </pc:sldMkLst>
        <pc:spChg chg="mod">
          <ac:chgData name="Thijs Hauspie" userId="c5aa01d0-0751-4207-a587-d7124c844d8f" providerId="ADAL" clId="{EFD894B4-A0D5-4260-B75E-5B2611146D55}" dt="2023-11-15T10:40:28.811" v="342" actId="20577"/>
          <ac:spMkLst>
            <pc:docMk/>
            <pc:sldMk cId="4018008952" sldId="1680"/>
            <ac:spMk id="2" creationId="{2487FA35-A2A9-47D2-B705-6EA42514C1AE}"/>
          </ac:spMkLst>
        </pc:spChg>
        <pc:spChg chg="mod">
          <ac:chgData name="Thijs Hauspie" userId="c5aa01d0-0751-4207-a587-d7124c844d8f" providerId="ADAL" clId="{EFD894B4-A0D5-4260-B75E-5B2611146D55}" dt="2023-11-15T10:42:48.389" v="564" actId="20577"/>
          <ac:spMkLst>
            <pc:docMk/>
            <pc:sldMk cId="4018008952" sldId="1680"/>
            <ac:spMk id="3" creationId="{AFA9732D-AB41-4AF6-9647-B5196F5786EE}"/>
          </ac:spMkLst>
        </pc:spChg>
      </pc:sldChg>
      <pc:sldChg chg="addSp delSp modSp add del mod modClrScheme chgLayout">
        <pc:chgData name="Thijs Hauspie" userId="c5aa01d0-0751-4207-a587-d7124c844d8f" providerId="ADAL" clId="{EFD894B4-A0D5-4260-B75E-5B2611146D55}" dt="2023-11-15T10:58:57.227" v="752"/>
        <pc:sldMkLst>
          <pc:docMk/>
          <pc:sldMk cId="2715246657" sldId="1707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715246657" sldId="1707"/>
            <ac:spMk id="2" creationId="{693CBA2E-0A83-B155-23CF-816CD4BDAC41}"/>
          </ac:spMkLst>
        </pc:spChg>
        <pc:spChg chg="mod ord">
          <ac:chgData name="Thijs Hauspie" userId="c5aa01d0-0751-4207-a587-d7124c844d8f" providerId="ADAL" clId="{EFD894B4-A0D5-4260-B75E-5B2611146D55}" dt="2023-11-15T10:58:57.227" v="752"/>
          <ac:spMkLst>
            <pc:docMk/>
            <pc:sldMk cId="2715246657" sldId="1707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715246657" sldId="1707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715246657" sldId="1707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715246657" sldId="1707"/>
            <ac:spMk id="11" creationId="{E92B4307-79E9-4424-B212-09EC974E3AE2}"/>
          </ac:spMkLst>
        </pc:spChg>
      </pc:sldChg>
      <pc:sldChg chg="addSp delSp modSp add del mod modClrScheme chgLayout">
        <pc:chgData name="Thijs Hauspie" userId="c5aa01d0-0751-4207-a587-d7124c844d8f" providerId="ADAL" clId="{EFD894B4-A0D5-4260-B75E-5B2611146D55}" dt="2023-11-15T15:02:29.388" v="1412"/>
        <pc:sldMkLst>
          <pc:docMk/>
          <pc:sldMk cId="3812698982" sldId="1709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812698982" sldId="1709"/>
            <ac:spMk id="2" creationId="{BDCCCE84-50E3-D8C5-B9FA-F06646FB033E}"/>
          </ac:spMkLst>
        </pc:spChg>
        <pc:spChg chg="mod ord">
          <ac:chgData name="Thijs Hauspie" userId="c5aa01d0-0751-4207-a587-d7124c844d8f" providerId="ADAL" clId="{EFD894B4-A0D5-4260-B75E-5B2611146D55}" dt="2023-11-15T15:02:29.388" v="1412"/>
          <ac:spMkLst>
            <pc:docMk/>
            <pc:sldMk cId="3812698982" sldId="1709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5:02:11.427" v="1408"/>
          <ac:spMkLst>
            <pc:docMk/>
            <pc:sldMk cId="3812698982" sldId="1709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812698982" sldId="1709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812698982" sldId="1709"/>
            <ac:spMk id="8" creationId="{B279C2AF-5DFA-4259-A33E-340B3E2D6AEA}"/>
          </ac:spMkLst>
        </pc:spChg>
      </pc:sldChg>
      <pc:sldChg chg="addSp delSp modSp add del mod modClrScheme chgLayout">
        <pc:chgData name="Thijs Hauspie" userId="c5aa01d0-0751-4207-a587-d7124c844d8f" providerId="ADAL" clId="{EFD894B4-A0D5-4260-B75E-5B2611146D55}" dt="2023-11-15T15:05:27.120" v="1467" actId="47"/>
        <pc:sldMkLst>
          <pc:docMk/>
          <pc:sldMk cId="2820124424" sldId="1711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20124424" sldId="1711"/>
            <ac:spMk id="3" creationId="{22A7F303-7FC6-3952-1688-26A04F689E6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20124424" sldId="1711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20124424" sldId="1711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20124424" sldId="1711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20124424" sldId="1711"/>
            <ac:spMk id="31" creationId="{A3471519-90BA-4B30-B687-61F2BBF3630C}"/>
          </ac:spMkLst>
        </pc:spChg>
      </pc:sldChg>
      <pc:sldChg chg="addSp modSp add del mod modClrScheme chgLayout">
        <pc:chgData name="Thijs Hauspie" userId="c5aa01d0-0751-4207-a587-d7124c844d8f" providerId="ADAL" clId="{EFD894B4-A0D5-4260-B75E-5B2611146D55}" dt="2023-11-15T15:27:56.297" v="2346" actId="47"/>
        <pc:sldMkLst>
          <pc:docMk/>
          <pc:sldMk cId="3221001398" sldId="1713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221001398" sldId="1713"/>
            <ac:spMk id="2" creationId="{7E9F677C-22FC-B5F8-6DAA-81FDBCD6188A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221001398" sldId="1713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98" v="750" actId="27636"/>
          <ac:spMkLst>
            <pc:docMk/>
            <pc:sldMk cId="3221001398" sldId="1713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221001398" sldId="1713"/>
            <ac:spMk id="43" creationId="{90ABE4EF-EF12-491A-965F-901562F55120}"/>
          </ac:spMkLst>
        </pc:spChg>
      </pc:sldChg>
      <pc:sldChg chg="addSp delSp modSp add del mod modClrScheme chgLayout">
        <pc:chgData name="Thijs Hauspie" userId="c5aa01d0-0751-4207-a587-d7124c844d8f" providerId="ADAL" clId="{EFD894B4-A0D5-4260-B75E-5B2611146D55}" dt="2023-11-15T15:27:58.760" v="2347" actId="47"/>
        <pc:sldMkLst>
          <pc:docMk/>
          <pc:sldMk cId="1267768629" sldId="1716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267768629" sldId="1716"/>
            <ac:spMk id="2" creationId="{2685F0B4-D27E-44CB-FD42-370A995ECE9D}"/>
          </ac:spMkLst>
        </pc:spChg>
        <pc:spChg chg="del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267768629" sldId="1716"/>
            <ac:spMk id="3" creationId="{9E039ADD-5649-430F-8C55-604FBF04157C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267768629" sldId="1716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267768629" sldId="1716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267768629" sldId="1716"/>
            <ac:spMk id="43" creationId="{90ABE4EF-EF12-491A-965F-901562F55120}"/>
          </ac:spMkLst>
        </pc:spChg>
      </pc:sldChg>
      <pc:sldChg chg="modSp add del mod modClrScheme chgLayout">
        <pc:chgData name="Thijs Hauspie" userId="c5aa01d0-0751-4207-a587-d7124c844d8f" providerId="ADAL" clId="{EFD894B4-A0D5-4260-B75E-5B2611146D55}" dt="2023-11-15T15:05:34.455" v="1468" actId="47"/>
        <pc:sldMkLst>
          <pc:docMk/>
          <pc:sldMk cId="1452356362" sldId="1720"/>
        </pc:sldMkLst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452356362" sldId="1720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452356362" sldId="1720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452356362" sldId="1720"/>
            <ac:spMk id="31" creationId="{A3471519-90BA-4B30-B687-61F2BBF3630C}"/>
          </ac:spMkLst>
        </pc:spChg>
        <pc:picChg chg="mod ord">
          <ac:chgData name="Thijs Hauspie" userId="c5aa01d0-0751-4207-a587-d7124c844d8f" providerId="ADAL" clId="{EFD894B4-A0D5-4260-B75E-5B2611146D55}" dt="2023-11-15T10:58:10.700" v="749" actId="700"/>
          <ac:picMkLst>
            <pc:docMk/>
            <pc:sldMk cId="1452356362" sldId="1720"/>
            <ac:picMk id="18" creationId="{BECE0A52-4A68-4448-9A1B-ADEC52D6EAF1}"/>
          </ac:picMkLst>
        </pc:picChg>
      </pc:sldChg>
      <pc:sldChg chg="modSp add mod">
        <pc:chgData name="Thijs Hauspie" userId="c5aa01d0-0751-4207-a587-d7124c844d8f" providerId="ADAL" clId="{EFD894B4-A0D5-4260-B75E-5B2611146D55}" dt="2023-11-13T11:10:41.455" v="268" actId="20577"/>
        <pc:sldMkLst>
          <pc:docMk/>
          <pc:sldMk cId="4021574165" sldId="1721"/>
        </pc:sldMkLst>
        <pc:spChg chg="mod">
          <ac:chgData name="Thijs Hauspie" userId="c5aa01d0-0751-4207-a587-d7124c844d8f" providerId="ADAL" clId="{EFD894B4-A0D5-4260-B75E-5B2611146D55}" dt="2023-11-13T10:41:37.020" v="70" actId="20577"/>
          <ac:spMkLst>
            <pc:docMk/>
            <pc:sldMk cId="4021574165" sldId="1721"/>
            <ac:spMk id="2" creationId="{1D528B7A-3168-440C-A60C-A036931164EC}"/>
          </ac:spMkLst>
        </pc:spChg>
        <pc:spChg chg="mod">
          <ac:chgData name="Thijs Hauspie" userId="c5aa01d0-0751-4207-a587-d7124c844d8f" providerId="ADAL" clId="{EFD894B4-A0D5-4260-B75E-5B2611146D55}" dt="2023-11-13T11:10:41.455" v="268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del">
        <pc:chgData name="Thijs Hauspie" userId="c5aa01d0-0751-4207-a587-d7124c844d8f" providerId="ADAL" clId="{EFD894B4-A0D5-4260-B75E-5B2611146D55}" dt="2023-11-15T16:30:29.665" v="3229" actId="47"/>
        <pc:sldMkLst>
          <pc:docMk/>
          <pc:sldMk cId="1366250084" sldId="1731"/>
        </pc:sldMkLst>
      </pc:sldChg>
      <pc:sldChg chg="add">
        <pc:chgData name="Thijs Hauspie" userId="c5aa01d0-0751-4207-a587-d7124c844d8f" providerId="ADAL" clId="{EFD894B4-A0D5-4260-B75E-5B2611146D55}" dt="2023-11-13T10:42:15.023" v="71"/>
        <pc:sldMkLst>
          <pc:docMk/>
          <pc:sldMk cId="692158755" sldId="1732"/>
        </pc:sldMkLst>
      </pc:sldChg>
      <pc:sldChg chg="addSp delSp modSp mod">
        <pc:chgData name="Thijs Hauspie" userId="c5aa01d0-0751-4207-a587-d7124c844d8f" providerId="ADAL" clId="{EFD894B4-A0D5-4260-B75E-5B2611146D55}" dt="2023-11-15T17:44:21.047" v="4142" actId="1076"/>
        <pc:sldMkLst>
          <pc:docMk/>
          <pc:sldMk cId="912549233" sldId="1736"/>
        </pc:sldMkLst>
        <pc:spChg chg="mod">
          <ac:chgData name="Thijs Hauspie" userId="c5aa01d0-0751-4207-a587-d7124c844d8f" providerId="ADAL" clId="{EFD894B4-A0D5-4260-B75E-5B2611146D55}" dt="2023-11-15T17:43:22.606" v="4132"/>
          <ac:spMkLst>
            <pc:docMk/>
            <pc:sldMk cId="912549233" sldId="1736"/>
            <ac:spMk id="2" creationId="{CB15C49E-74BB-4B20-BF2C-68F451A912DF}"/>
          </ac:spMkLst>
        </pc:spChg>
        <pc:spChg chg="del">
          <ac:chgData name="Thijs Hauspie" userId="c5aa01d0-0751-4207-a587-d7124c844d8f" providerId="ADAL" clId="{EFD894B4-A0D5-4260-B75E-5B2611146D55}" dt="2023-11-15T17:39:55.007" v="4114" actId="478"/>
          <ac:spMkLst>
            <pc:docMk/>
            <pc:sldMk cId="912549233" sldId="1736"/>
            <ac:spMk id="8" creationId="{CFD7ACBD-D43A-4A58-BA23-7D56DBD1E621}"/>
          </ac:spMkLst>
        </pc:spChg>
        <pc:picChg chg="add del mod">
          <ac:chgData name="Thijs Hauspie" userId="c5aa01d0-0751-4207-a587-d7124c844d8f" providerId="ADAL" clId="{EFD894B4-A0D5-4260-B75E-5B2611146D55}" dt="2023-11-15T17:44:17.860" v="4138" actId="478"/>
          <ac:picMkLst>
            <pc:docMk/>
            <pc:sldMk cId="912549233" sldId="1736"/>
            <ac:picMk id="7" creationId="{015E00E6-DE8B-FFBC-51B4-647E8931289D}"/>
          </ac:picMkLst>
        </pc:picChg>
        <pc:picChg chg="add mod">
          <ac:chgData name="Thijs Hauspie" userId="c5aa01d0-0751-4207-a587-d7124c844d8f" providerId="ADAL" clId="{EFD894B4-A0D5-4260-B75E-5B2611146D55}" dt="2023-11-15T17:44:21.047" v="4142" actId="1076"/>
          <ac:picMkLst>
            <pc:docMk/>
            <pc:sldMk cId="912549233" sldId="1736"/>
            <ac:picMk id="10" creationId="{F21CFB91-3216-E6E2-41DB-F6836DAC1CDD}"/>
          </ac:picMkLst>
        </pc:picChg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248495167" sldId="1739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406845089" sldId="1745"/>
        </pc:sldMkLst>
      </pc:sldChg>
      <pc:sldChg chg="modSp add mod">
        <pc:chgData name="Thijs Hauspie" userId="c5aa01d0-0751-4207-a587-d7124c844d8f" providerId="ADAL" clId="{EFD894B4-A0D5-4260-B75E-5B2611146D55}" dt="2023-11-15T10:48:43.715" v="728" actId="20577"/>
        <pc:sldMkLst>
          <pc:docMk/>
          <pc:sldMk cId="2871171670" sldId="1748"/>
        </pc:sldMkLst>
        <pc:spChg chg="mod">
          <ac:chgData name="Thijs Hauspie" userId="c5aa01d0-0751-4207-a587-d7124c844d8f" providerId="ADAL" clId="{EFD894B4-A0D5-4260-B75E-5B2611146D55}" dt="2023-11-15T10:44:21.307" v="570"/>
          <ac:spMkLst>
            <pc:docMk/>
            <pc:sldMk cId="2871171670" sldId="1748"/>
            <ac:spMk id="2" creationId="{2487FA35-A2A9-47D2-B705-6EA42514C1AE}"/>
          </ac:spMkLst>
        </pc:spChg>
        <pc:spChg chg="mod">
          <ac:chgData name="Thijs Hauspie" userId="c5aa01d0-0751-4207-a587-d7124c844d8f" providerId="ADAL" clId="{EFD894B4-A0D5-4260-B75E-5B2611146D55}" dt="2023-11-15T10:48:43.715" v="728" actId="20577"/>
          <ac:spMkLst>
            <pc:docMk/>
            <pc:sldMk cId="2871171670" sldId="1748"/>
            <ac:spMk id="3" creationId="{AFA9732D-AB41-4AF6-9647-B5196F5786EE}"/>
          </ac:spMkLst>
        </pc:spChg>
      </pc:sldChg>
      <pc:sldChg chg="addSp delSp modSp add mod modClrScheme chgLayout">
        <pc:chgData name="Thijs Hauspie" userId="c5aa01d0-0751-4207-a587-d7124c844d8f" providerId="ADAL" clId="{EFD894B4-A0D5-4260-B75E-5B2611146D55}" dt="2023-11-15T17:57:07.342" v="4333"/>
        <pc:sldMkLst>
          <pc:docMk/>
          <pc:sldMk cId="587871540" sldId="1752"/>
        </pc:sldMkLst>
        <pc:spChg chg="add 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587871540" sldId="1752"/>
            <ac:spMk id="2" creationId="{7B344C36-EEF8-5DD1-3B9C-A78C1FBE2C87}"/>
          </ac:spMkLst>
        </pc:spChg>
        <pc:spChg chg="mod ord">
          <ac:chgData name="Thijs Hauspie" userId="c5aa01d0-0751-4207-a587-d7124c844d8f" providerId="ADAL" clId="{EFD894B4-A0D5-4260-B75E-5B2611146D55}" dt="2023-11-15T17:56:12.812" v="4211"/>
          <ac:spMkLst>
            <pc:docMk/>
            <pc:sldMk cId="587871540" sldId="1752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7:57:07.342" v="4333"/>
          <ac:spMkLst>
            <pc:docMk/>
            <pc:sldMk cId="587871540" sldId="1752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587871540" sldId="1752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587871540" sldId="1752"/>
            <ac:spMk id="11" creationId="{6876C9D2-FF11-4B5B-B013-13D1514EBBA7}"/>
          </ac:spMkLst>
        </pc:spChg>
      </pc:sldChg>
      <pc:sldChg chg="addSp delSp modSp add mod modClrScheme chgLayout">
        <pc:chgData name="Thijs Hauspie" userId="c5aa01d0-0751-4207-a587-d7124c844d8f" providerId="ADAL" clId="{EFD894B4-A0D5-4260-B75E-5B2611146D55}" dt="2023-11-17T09:38:22.498" v="5130" actId="20577"/>
        <pc:sldMkLst>
          <pc:docMk/>
          <pc:sldMk cId="3229127732" sldId="1758"/>
        </pc:sldMkLst>
        <pc:spChg chg="add 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3229127732" sldId="1758"/>
            <ac:spMk id="2" creationId="{EAA6771F-866C-59EA-E366-ED6937CC916A}"/>
          </ac:spMkLst>
        </pc:spChg>
        <pc:spChg chg="mod ord">
          <ac:chgData name="Thijs Hauspie" userId="c5aa01d0-0751-4207-a587-d7124c844d8f" providerId="ADAL" clId="{EFD894B4-A0D5-4260-B75E-5B2611146D55}" dt="2023-11-15T17:57:28.765" v="4334"/>
          <ac:spMkLst>
            <pc:docMk/>
            <pc:sldMk cId="3229127732" sldId="1758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7T09:38:22.498" v="5130" actId="20577"/>
          <ac:spMkLst>
            <pc:docMk/>
            <pc:sldMk cId="3229127732" sldId="1758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3229127732" sldId="1758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3229127732" sldId="1758"/>
            <ac:spMk id="8" creationId="{B279C2AF-5DFA-4259-A33E-340B3E2D6AEA}"/>
          </ac:spMkLst>
        </pc:spChg>
      </pc:sldChg>
      <pc:sldChg chg="addSp delSp modSp add mod modClrScheme chgLayout">
        <pc:chgData name="Thijs Hauspie" userId="c5aa01d0-0751-4207-a587-d7124c844d8f" providerId="ADAL" clId="{EFD894B4-A0D5-4260-B75E-5B2611146D55}" dt="2023-11-15T18:04:07.248" v="4530"/>
        <pc:sldMkLst>
          <pc:docMk/>
          <pc:sldMk cId="2274667188" sldId="1759"/>
        </pc:sldMkLst>
        <pc:spChg chg="add 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2274667188" sldId="1759"/>
            <ac:spMk id="4" creationId="{20A41058-1CDC-3DDC-CCDE-270A2D9EC6D8}"/>
          </ac:spMkLst>
        </pc:spChg>
        <pc:spChg chg="mod ord">
          <ac:chgData name="Thijs Hauspie" userId="c5aa01d0-0751-4207-a587-d7124c844d8f" providerId="ADAL" clId="{EFD894B4-A0D5-4260-B75E-5B2611146D55}" dt="2023-11-15T18:04:07.248" v="4530"/>
          <ac:spMkLst>
            <pc:docMk/>
            <pc:sldMk cId="2274667188" sldId="1759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8:00:19.730" v="4449" actId="207"/>
          <ac:spMkLst>
            <pc:docMk/>
            <pc:sldMk cId="2274667188" sldId="1759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2274667188" sldId="1759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7:56:02.953" v="4209" actId="700"/>
          <ac:spMkLst>
            <pc:docMk/>
            <pc:sldMk cId="2274667188" sldId="1759"/>
            <ac:spMk id="8" creationId="{C2A1AC9A-7B3C-43F5-930D-626BDBFCC4F8}"/>
          </ac:spMkLst>
        </pc:spChg>
      </pc:sldChg>
      <pc:sldChg chg="modSp add mod">
        <pc:chgData name="Thijs Hauspie" userId="c5aa01d0-0751-4207-a587-d7124c844d8f" providerId="ADAL" clId="{EFD894B4-A0D5-4260-B75E-5B2611146D55}" dt="2023-11-13T11:10:07.633" v="264" actId="20577"/>
        <pc:sldMkLst>
          <pc:docMk/>
          <pc:sldMk cId="2357406962" sldId="1769"/>
        </pc:sldMkLst>
        <pc:spChg chg="mod">
          <ac:chgData name="Thijs Hauspie" userId="c5aa01d0-0751-4207-a587-d7124c844d8f" providerId="ADAL" clId="{EFD894B4-A0D5-4260-B75E-5B2611146D55}" dt="2023-11-13T11:10:07.633" v="264" actId="20577"/>
          <ac:spMkLst>
            <pc:docMk/>
            <pc:sldMk cId="2357406962" sldId="1769"/>
            <ac:spMk id="4" creationId="{AFADBEE7-7DB1-4468-A19F-EE1EC696AF82}"/>
          </ac:spMkLst>
        </pc:spChg>
      </pc:sldChg>
      <pc:sldChg chg="addSp delSp modSp add mod modNotesTx">
        <pc:chgData name="Thijs Hauspie" userId="c5aa01d0-0751-4207-a587-d7124c844d8f" providerId="ADAL" clId="{EFD894B4-A0D5-4260-B75E-5B2611146D55}" dt="2023-11-15T16:15:01.349" v="3160" actId="20577"/>
        <pc:sldMkLst>
          <pc:docMk/>
          <pc:sldMk cId="2263981969" sldId="1772"/>
        </pc:sldMkLst>
        <pc:spChg chg="mod">
          <ac:chgData name="Thijs Hauspie" userId="c5aa01d0-0751-4207-a587-d7124c844d8f" providerId="ADAL" clId="{EFD894B4-A0D5-4260-B75E-5B2611146D55}" dt="2023-11-15T15:51:16.453" v="2656"/>
          <ac:spMkLst>
            <pc:docMk/>
            <pc:sldMk cId="2263981969" sldId="1772"/>
            <ac:spMk id="2" creationId="{CB15C49E-74BB-4B20-BF2C-68F451A912DF}"/>
          </ac:spMkLst>
        </pc:spChg>
        <pc:spChg chg="mod">
          <ac:chgData name="Thijs Hauspie" userId="c5aa01d0-0751-4207-a587-d7124c844d8f" providerId="ADAL" clId="{EFD894B4-A0D5-4260-B75E-5B2611146D55}" dt="2023-11-15T16:15:01.349" v="3160" actId="20577"/>
          <ac:spMkLst>
            <pc:docMk/>
            <pc:sldMk cId="2263981969" sldId="1772"/>
            <ac:spMk id="3" creationId="{3CDE1E18-32B6-415F-BB7E-BD52DF9237A0}"/>
          </ac:spMkLst>
        </pc:spChg>
        <pc:picChg chg="add del mod">
          <ac:chgData name="Thijs Hauspie" userId="c5aa01d0-0751-4207-a587-d7124c844d8f" providerId="ADAL" clId="{EFD894B4-A0D5-4260-B75E-5B2611146D55}" dt="2023-11-15T15:36:42.024" v="2471" actId="478"/>
          <ac:picMkLst>
            <pc:docMk/>
            <pc:sldMk cId="2263981969" sldId="1772"/>
            <ac:picMk id="5" creationId="{33B7009F-8E52-A067-F2AE-11C1C45832EC}"/>
          </ac:picMkLst>
        </pc:picChg>
        <pc:picChg chg="del mod">
          <ac:chgData name="Thijs Hauspie" userId="c5aa01d0-0751-4207-a587-d7124c844d8f" providerId="ADAL" clId="{EFD894B4-A0D5-4260-B75E-5B2611146D55}" dt="2023-11-15T15:31:38.218" v="2444" actId="478"/>
          <ac:picMkLst>
            <pc:docMk/>
            <pc:sldMk cId="2263981969" sldId="1772"/>
            <ac:picMk id="7" creationId="{5A54617D-40CE-475A-A972-DF2F913588A7}"/>
          </ac:picMkLst>
        </pc:picChg>
        <pc:picChg chg="add mod">
          <ac:chgData name="Thijs Hauspie" userId="c5aa01d0-0751-4207-a587-d7124c844d8f" providerId="ADAL" clId="{EFD894B4-A0D5-4260-B75E-5B2611146D55}" dt="2023-11-15T15:36:48.320" v="2475" actId="1076"/>
          <ac:picMkLst>
            <pc:docMk/>
            <pc:sldMk cId="2263981969" sldId="1772"/>
            <ac:picMk id="8" creationId="{EC89366F-2769-4362-039F-2696A9A1703D}"/>
          </ac:picMkLst>
        </pc:picChg>
      </pc:sldChg>
      <pc:sldChg chg="add del">
        <pc:chgData name="Thijs Hauspie" userId="c5aa01d0-0751-4207-a587-d7124c844d8f" providerId="ADAL" clId="{EFD894B4-A0D5-4260-B75E-5B2611146D55}" dt="2023-11-15T16:13:18.960" v="3085" actId="47"/>
        <pc:sldMkLst>
          <pc:docMk/>
          <pc:sldMk cId="2917606416" sldId="1773"/>
        </pc:sldMkLst>
      </pc:sldChg>
      <pc:sldChg chg="modSp add mod">
        <pc:chgData name="Thijs Hauspie" userId="c5aa01d0-0751-4207-a587-d7124c844d8f" providerId="ADAL" clId="{EFD894B4-A0D5-4260-B75E-5B2611146D55}" dt="2023-11-15T15:06:28.685" v="1478" actId="14826"/>
        <pc:sldMkLst>
          <pc:docMk/>
          <pc:sldMk cId="2784690418" sldId="1779"/>
        </pc:sldMkLst>
        <pc:spChg chg="mod">
          <ac:chgData name="Thijs Hauspie" userId="c5aa01d0-0751-4207-a587-d7124c844d8f" providerId="ADAL" clId="{EFD894B4-A0D5-4260-B75E-5B2611146D55}" dt="2023-11-15T15:05:45.386" v="1469"/>
          <ac:spMkLst>
            <pc:docMk/>
            <pc:sldMk cId="2784690418" sldId="1779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5:05:53.234" v="1477" actId="20577"/>
          <ac:spMkLst>
            <pc:docMk/>
            <pc:sldMk cId="2784690418" sldId="1779"/>
            <ac:spMk id="6" creationId="{D218D92A-74AD-49F8-A8A9-AD801B689B50}"/>
          </ac:spMkLst>
        </pc:spChg>
        <pc:picChg chg="mod">
          <ac:chgData name="Thijs Hauspie" userId="c5aa01d0-0751-4207-a587-d7124c844d8f" providerId="ADAL" clId="{EFD894B4-A0D5-4260-B75E-5B2611146D55}" dt="2023-11-15T15:06:28.685" v="1478" actId="14826"/>
          <ac:picMkLst>
            <pc:docMk/>
            <pc:sldMk cId="2784690418" sldId="1779"/>
            <ac:picMk id="3" creationId="{127CEAC5-BDD0-4C30-B46C-6723A4093A60}"/>
          </ac:picMkLst>
        </pc:picChg>
      </pc:sldChg>
      <pc:sldChg chg="addSp delSp modSp add mod">
        <pc:chgData name="Thijs Hauspie" userId="c5aa01d0-0751-4207-a587-d7124c844d8f" providerId="ADAL" clId="{EFD894B4-A0D5-4260-B75E-5B2611146D55}" dt="2023-11-15T15:16:48.379" v="1716" actId="20577"/>
        <pc:sldMkLst>
          <pc:docMk/>
          <pc:sldMk cId="2116437000" sldId="1780"/>
        </pc:sldMkLst>
        <pc:spChg chg="mod">
          <ac:chgData name="Thijs Hauspie" userId="c5aa01d0-0751-4207-a587-d7124c844d8f" providerId="ADAL" clId="{EFD894B4-A0D5-4260-B75E-5B2611146D55}" dt="2023-11-15T15:07:54.721" v="1486"/>
          <ac:spMkLst>
            <pc:docMk/>
            <pc:sldMk cId="2116437000" sldId="1780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5:16:48.379" v="1716" actId="20577"/>
          <ac:spMkLst>
            <pc:docMk/>
            <pc:sldMk cId="2116437000" sldId="1780"/>
            <ac:spMk id="6" creationId="{D218D92A-74AD-49F8-A8A9-AD801B689B50}"/>
          </ac:spMkLst>
        </pc:spChg>
        <pc:spChg chg="mod">
          <ac:chgData name="Thijs Hauspie" userId="c5aa01d0-0751-4207-a587-d7124c844d8f" providerId="ADAL" clId="{EFD894B4-A0D5-4260-B75E-5B2611146D55}" dt="2023-11-15T15:09:18.539" v="1498" actId="14100"/>
          <ac:spMkLst>
            <pc:docMk/>
            <pc:sldMk cId="2116437000" sldId="1780"/>
            <ac:spMk id="9" creationId="{87062B0F-5811-420D-A17E-658D7E10D205}"/>
          </ac:spMkLst>
        </pc:spChg>
        <pc:spChg chg="del">
          <ac:chgData name="Thijs Hauspie" userId="c5aa01d0-0751-4207-a587-d7124c844d8f" providerId="ADAL" clId="{EFD894B4-A0D5-4260-B75E-5B2611146D55}" dt="2023-11-15T15:15:35.425" v="1618" actId="478"/>
          <ac:spMkLst>
            <pc:docMk/>
            <pc:sldMk cId="2116437000" sldId="1780"/>
            <ac:spMk id="13" creationId="{43FFC0AE-E7C3-46B8-AED9-29275E889856}"/>
          </ac:spMkLst>
        </pc:spChg>
        <pc:spChg chg="del">
          <ac:chgData name="Thijs Hauspie" userId="c5aa01d0-0751-4207-a587-d7124c844d8f" providerId="ADAL" clId="{EFD894B4-A0D5-4260-B75E-5B2611146D55}" dt="2023-11-15T15:15:37.115" v="1620" actId="478"/>
          <ac:spMkLst>
            <pc:docMk/>
            <pc:sldMk cId="2116437000" sldId="1780"/>
            <ac:spMk id="14" creationId="{5AF9AA3D-8805-441E-884E-9058286A2161}"/>
          </ac:spMkLst>
        </pc:spChg>
        <pc:picChg chg="mod">
          <ac:chgData name="Thijs Hauspie" userId="c5aa01d0-0751-4207-a587-d7124c844d8f" providerId="ADAL" clId="{EFD894B4-A0D5-4260-B75E-5B2611146D55}" dt="2023-11-15T15:09:03.188" v="1497" actId="1036"/>
          <ac:picMkLst>
            <pc:docMk/>
            <pc:sldMk cId="2116437000" sldId="1780"/>
            <ac:picMk id="2" creationId="{D05017B2-61C4-42B6-9FCD-1D9EAD59095A}"/>
          </ac:picMkLst>
        </pc:picChg>
        <pc:picChg chg="mod">
          <ac:chgData name="Thijs Hauspie" userId="c5aa01d0-0751-4207-a587-d7124c844d8f" providerId="ADAL" clId="{EFD894B4-A0D5-4260-B75E-5B2611146D55}" dt="2023-11-15T15:10:05.258" v="1503" actId="14826"/>
          <ac:picMkLst>
            <pc:docMk/>
            <pc:sldMk cId="2116437000" sldId="1780"/>
            <ac:picMk id="3" creationId="{756A4041-57AE-4D41-96D2-8315E1491234}"/>
          </ac:picMkLst>
        </pc:picChg>
        <pc:picChg chg="del mod">
          <ac:chgData name="Thijs Hauspie" userId="c5aa01d0-0751-4207-a587-d7124c844d8f" providerId="ADAL" clId="{EFD894B4-A0D5-4260-B75E-5B2611146D55}" dt="2023-11-15T15:15:36.217" v="1619" actId="478"/>
          <ac:picMkLst>
            <pc:docMk/>
            <pc:sldMk cId="2116437000" sldId="1780"/>
            <ac:picMk id="4" creationId="{75F350C3-FF42-463F-BDEC-D7816D5BB419}"/>
          </ac:picMkLst>
        </pc:picChg>
        <pc:picChg chg="del">
          <ac:chgData name="Thijs Hauspie" userId="c5aa01d0-0751-4207-a587-d7124c844d8f" providerId="ADAL" clId="{EFD894B4-A0D5-4260-B75E-5B2611146D55}" dt="2023-11-15T15:07:38.417" v="1480" actId="478"/>
          <ac:picMkLst>
            <pc:docMk/>
            <pc:sldMk cId="2116437000" sldId="1780"/>
            <ac:picMk id="8" creationId="{6534CEE6-9EE9-40E8-A764-D8F6B4904531}"/>
          </ac:picMkLst>
        </pc:picChg>
        <pc:picChg chg="add mod">
          <ac:chgData name="Thijs Hauspie" userId="c5aa01d0-0751-4207-a587-d7124c844d8f" providerId="ADAL" clId="{EFD894B4-A0D5-4260-B75E-5B2611146D55}" dt="2023-11-15T15:07:46.983" v="1485" actId="1076"/>
          <ac:picMkLst>
            <pc:docMk/>
            <pc:sldMk cId="2116437000" sldId="1780"/>
            <ac:picMk id="10" creationId="{CFC18E70-A4E1-8745-A818-152F12CBA7DF}"/>
          </ac:picMkLst>
        </pc:picChg>
      </pc:sldChg>
      <pc:sldChg chg="addSp delSp modSp add mod">
        <pc:chgData name="Thijs Hauspie" userId="c5aa01d0-0751-4207-a587-d7124c844d8f" providerId="ADAL" clId="{EFD894B4-A0D5-4260-B75E-5B2611146D55}" dt="2023-11-15T15:29:50.347" v="2355"/>
        <pc:sldMkLst>
          <pc:docMk/>
          <pc:sldMk cId="1780119918" sldId="1781"/>
        </pc:sldMkLst>
        <pc:spChg chg="add mod">
          <ac:chgData name="Thijs Hauspie" userId="c5aa01d0-0751-4207-a587-d7124c844d8f" providerId="ADAL" clId="{EFD894B4-A0D5-4260-B75E-5B2611146D55}" dt="2023-11-15T15:18:14.493" v="1775" actId="478"/>
          <ac:spMkLst>
            <pc:docMk/>
            <pc:sldMk cId="1780119918" sldId="1781"/>
            <ac:spMk id="3" creationId="{E401E1B1-FB05-7E76-0956-B14314C5AF32}"/>
          </ac:spMkLst>
        </pc:spChg>
        <pc:spChg chg="mod">
          <ac:chgData name="Thijs Hauspie" userId="c5aa01d0-0751-4207-a587-d7124c844d8f" providerId="ADAL" clId="{EFD894B4-A0D5-4260-B75E-5B2611146D55}" dt="2023-11-15T15:29:50.347" v="2355"/>
          <ac:spMkLst>
            <pc:docMk/>
            <pc:sldMk cId="1780119918" sldId="1781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5:27:47.375" v="2345" actId="20577"/>
          <ac:spMkLst>
            <pc:docMk/>
            <pc:sldMk cId="1780119918" sldId="1781"/>
            <ac:spMk id="6" creationId="{D218D92A-74AD-49F8-A8A9-AD801B689B50}"/>
          </ac:spMkLst>
        </pc:spChg>
        <pc:picChg chg="del">
          <ac:chgData name="Thijs Hauspie" userId="c5aa01d0-0751-4207-a587-d7124c844d8f" providerId="ADAL" clId="{EFD894B4-A0D5-4260-B75E-5B2611146D55}" dt="2023-11-15T15:18:11.290" v="1774" actId="478"/>
          <ac:picMkLst>
            <pc:docMk/>
            <pc:sldMk cId="1780119918" sldId="1781"/>
            <ac:picMk id="4" creationId="{4C3B917B-85AA-4C5B-B54A-664AF755B0BF}"/>
          </ac:picMkLst>
        </pc:picChg>
        <pc:picChg chg="del">
          <ac:chgData name="Thijs Hauspie" userId="c5aa01d0-0751-4207-a587-d7124c844d8f" providerId="ADAL" clId="{EFD894B4-A0D5-4260-B75E-5B2611146D55}" dt="2023-11-15T15:21:24.750" v="2011" actId="478"/>
          <ac:picMkLst>
            <pc:docMk/>
            <pc:sldMk cId="1780119918" sldId="1781"/>
            <ac:picMk id="7" creationId="{A3034543-D310-4F3A-84BC-C6D5989DFDF5}"/>
          </ac:picMkLst>
        </pc:picChg>
        <pc:picChg chg="del">
          <ac:chgData name="Thijs Hauspie" userId="c5aa01d0-0751-4207-a587-d7124c844d8f" providerId="ADAL" clId="{EFD894B4-A0D5-4260-B75E-5B2611146D55}" dt="2023-11-15T15:18:14.493" v="1775" actId="478"/>
          <ac:picMkLst>
            <pc:docMk/>
            <pc:sldMk cId="1780119918" sldId="1781"/>
            <ac:picMk id="8" creationId="{25DE4144-73BF-48CB-91C1-F40531C1E268}"/>
          </ac:picMkLst>
        </pc:picChg>
      </pc:sldChg>
      <pc:sldChg chg="addSp delSp modSp add del mod modClrScheme chgLayout">
        <pc:chgData name="Thijs Hauspie" userId="c5aa01d0-0751-4207-a587-d7124c844d8f" providerId="ADAL" clId="{EFD894B4-A0D5-4260-B75E-5B2611146D55}" dt="2023-11-17T08:45:05.163" v="5096" actId="478"/>
        <pc:sldMkLst>
          <pc:docMk/>
          <pc:sldMk cId="3807610048" sldId="1784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807610048" sldId="1784"/>
            <ac:spMk id="2" creationId="{2BB85283-E9AD-3DFE-0304-D58CF567E8D3}"/>
          </ac:spMkLst>
        </pc:spChg>
        <pc:spChg chg="del mod">
          <ac:chgData name="Thijs Hauspie" userId="c5aa01d0-0751-4207-a587-d7124c844d8f" providerId="ADAL" clId="{EFD894B4-A0D5-4260-B75E-5B2611146D55}" dt="2023-11-15T11:03:14.727" v="776" actId="478"/>
          <ac:spMkLst>
            <pc:docMk/>
            <pc:sldMk cId="3807610048" sldId="1784"/>
            <ac:spMk id="4" creationId="{9418F115-67BE-FFF3-558A-F9BDF87B526D}"/>
          </ac:spMkLst>
        </pc:spChg>
        <pc:spChg chg="mod ord">
          <ac:chgData name="Thijs Hauspie" userId="c5aa01d0-0751-4207-a587-d7124c844d8f" providerId="ADAL" clId="{EFD894B4-A0D5-4260-B75E-5B2611146D55}" dt="2023-11-15T10:58:25.541" v="751"/>
          <ac:spMkLst>
            <pc:docMk/>
            <pc:sldMk cId="3807610048" sldId="1784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807610048" sldId="1784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807610048" sldId="1784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3807610048" sldId="1784"/>
            <ac:spMk id="11" creationId="{E92B4307-79E9-4424-B212-09EC974E3AE2}"/>
          </ac:spMkLst>
        </pc:spChg>
        <pc:spChg chg="add del">
          <ac:chgData name="Thijs Hauspie" userId="c5aa01d0-0751-4207-a587-d7124c844d8f" providerId="ADAL" clId="{EFD894B4-A0D5-4260-B75E-5B2611146D55}" dt="2023-11-15T11:00:49.205" v="755" actId="478"/>
          <ac:spMkLst>
            <pc:docMk/>
            <pc:sldMk cId="3807610048" sldId="1784"/>
            <ac:spMk id="12" creationId="{97BBA854-E135-8540-0D35-22E596CB3BB7}"/>
          </ac:spMkLst>
        </pc:spChg>
        <pc:spChg chg="add del mod">
          <ac:chgData name="Thijs Hauspie" userId="c5aa01d0-0751-4207-a587-d7124c844d8f" providerId="ADAL" clId="{EFD894B4-A0D5-4260-B75E-5B2611146D55}" dt="2023-11-17T08:45:05.163" v="5096" actId="478"/>
          <ac:spMkLst>
            <pc:docMk/>
            <pc:sldMk cId="3807610048" sldId="1784"/>
            <ac:spMk id="25" creationId="{72A0AD1E-617B-E78C-385B-D1D21867E11C}"/>
          </ac:spMkLst>
        </pc:spChg>
        <pc:picChg chg="del">
          <ac:chgData name="Thijs Hauspie" userId="c5aa01d0-0751-4207-a587-d7124c844d8f" providerId="ADAL" clId="{EFD894B4-A0D5-4260-B75E-5B2611146D55}" dt="2023-11-15T11:04:58.993" v="827" actId="478"/>
          <ac:picMkLst>
            <pc:docMk/>
            <pc:sldMk cId="3807610048" sldId="1784"/>
            <ac:picMk id="3" creationId="{99E9AC3B-C6FA-EEF9-2815-89BD63902369}"/>
          </ac:picMkLst>
        </pc:picChg>
        <pc:picChg chg="del">
          <ac:chgData name="Thijs Hauspie" userId="c5aa01d0-0751-4207-a587-d7124c844d8f" providerId="ADAL" clId="{EFD894B4-A0D5-4260-B75E-5B2611146D55}" dt="2023-11-15T11:00:44.073" v="753" actId="478"/>
          <ac:picMkLst>
            <pc:docMk/>
            <pc:sldMk cId="3807610048" sldId="1784"/>
            <ac:picMk id="9" creationId="{205DF52F-2EC2-4AB2-B48D-90AAA0FAFFF1}"/>
          </ac:picMkLst>
        </pc:picChg>
        <pc:picChg chg="del">
          <ac:chgData name="Thijs Hauspie" userId="c5aa01d0-0751-4207-a587-d7124c844d8f" providerId="ADAL" clId="{EFD894B4-A0D5-4260-B75E-5B2611146D55}" dt="2023-11-15T11:01:39.329" v="764" actId="478"/>
          <ac:picMkLst>
            <pc:docMk/>
            <pc:sldMk cId="3807610048" sldId="1784"/>
            <ac:picMk id="10" creationId="{9B575996-BAF5-45B2-9901-FB5E4D8B8B45}"/>
          </ac:picMkLst>
        </pc:picChg>
        <pc:picChg chg="add mod">
          <ac:chgData name="Thijs Hauspie" userId="c5aa01d0-0751-4207-a587-d7124c844d8f" providerId="ADAL" clId="{EFD894B4-A0D5-4260-B75E-5B2611146D55}" dt="2023-11-15T11:01:24.362" v="759" actId="1076"/>
          <ac:picMkLst>
            <pc:docMk/>
            <pc:sldMk cId="3807610048" sldId="1784"/>
            <ac:picMk id="14" creationId="{410081A3-0439-6409-8C05-31D7B9B0CB39}"/>
          </ac:picMkLst>
        </pc:picChg>
        <pc:picChg chg="add mod">
          <ac:chgData name="Thijs Hauspie" userId="c5aa01d0-0751-4207-a587-d7124c844d8f" providerId="ADAL" clId="{EFD894B4-A0D5-4260-B75E-5B2611146D55}" dt="2023-11-15T11:01:37.679" v="763" actId="1076"/>
          <ac:picMkLst>
            <pc:docMk/>
            <pc:sldMk cId="3807610048" sldId="1784"/>
            <ac:picMk id="16" creationId="{DC192BFD-EF4C-7C6C-6231-0782CB859F95}"/>
          </ac:picMkLst>
        </pc:picChg>
        <pc:picChg chg="add mod">
          <ac:chgData name="Thijs Hauspie" userId="c5aa01d0-0751-4207-a587-d7124c844d8f" providerId="ADAL" clId="{EFD894B4-A0D5-4260-B75E-5B2611146D55}" dt="2023-11-15T11:02:21.013" v="768" actId="14100"/>
          <ac:picMkLst>
            <pc:docMk/>
            <pc:sldMk cId="3807610048" sldId="1784"/>
            <ac:picMk id="18" creationId="{BEF9BD96-0AF3-7BC2-5E96-0D77830D574F}"/>
          </ac:picMkLst>
        </pc:picChg>
        <pc:picChg chg="add mod">
          <ac:chgData name="Thijs Hauspie" userId="c5aa01d0-0751-4207-a587-d7124c844d8f" providerId="ADAL" clId="{EFD894B4-A0D5-4260-B75E-5B2611146D55}" dt="2023-11-15T11:03:02.038" v="772" actId="14100"/>
          <ac:picMkLst>
            <pc:docMk/>
            <pc:sldMk cId="3807610048" sldId="1784"/>
            <ac:picMk id="20" creationId="{0757FA97-0849-BD1D-FB29-884D23BAABC6}"/>
          </ac:picMkLst>
        </pc:picChg>
        <pc:picChg chg="add mod">
          <ac:chgData name="Thijs Hauspie" userId="c5aa01d0-0751-4207-a587-d7124c844d8f" providerId="ADAL" clId="{EFD894B4-A0D5-4260-B75E-5B2611146D55}" dt="2023-11-15T11:03:28.978" v="779" actId="14100"/>
          <ac:picMkLst>
            <pc:docMk/>
            <pc:sldMk cId="3807610048" sldId="1784"/>
            <ac:picMk id="22" creationId="{F66EF0DF-DAC3-E22E-2E91-C3A4B4DFF5BE}"/>
          </ac:picMkLst>
        </pc:picChg>
        <pc:picChg chg="add mod">
          <ac:chgData name="Thijs Hauspie" userId="c5aa01d0-0751-4207-a587-d7124c844d8f" providerId="ADAL" clId="{EFD894B4-A0D5-4260-B75E-5B2611146D55}" dt="2023-11-15T11:04:01.038" v="782" actId="14100"/>
          <ac:picMkLst>
            <pc:docMk/>
            <pc:sldMk cId="3807610048" sldId="1784"/>
            <ac:picMk id="24" creationId="{49C682AE-0279-3794-3D9E-B4936F99E9D0}"/>
          </ac:picMkLst>
        </pc:picChg>
        <pc:picChg chg="add mod modCrop">
          <ac:chgData name="Thijs Hauspie" userId="c5aa01d0-0751-4207-a587-d7124c844d8f" providerId="ADAL" clId="{EFD894B4-A0D5-4260-B75E-5B2611146D55}" dt="2023-11-15T11:05:10.645" v="832" actId="1076"/>
          <ac:picMkLst>
            <pc:docMk/>
            <pc:sldMk cId="3807610048" sldId="1784"/>
            <ac:picMk id="27" creationId="{11A32981-888B-C0C6-7A5B-AE564DC9B7F2}"/>
          </ac:picMkLst>
        </pc:picChg>
      </pc:sldChg>
      <pc:sldChg chg="modSp add mod">
        <pc:chgData name="Thijs Hauspie" userId="c5aa01d0-0751-4207-a587-d7124c844d8f" providerId="ADAL" clId="{EFD894B4-A0D5-4260-B75E-5B2611146D55}" dt="2023-11-15T11:07:29.011" v="939" actId="113"/>
        <pc:sldMkLst>
          <pc:docMk/>
          <pc:sldMk cId="531235983" sldId="1785"/>
        </pc:sldMkLst>
        <pc:spChg chg="mod">
          <ac:chgData name="Thijs Hauspie" userId="c5aa01d0-0751-4207-a587-d7124c844d8f" providerId="ADAL" clId="{EFD894B4-A0D5-4260-B75E-5B2611146D55}" dt="2023-11-15T11:07:29.011" v="939" actId="113"/>
          <ac:spMkLst>
            <pc:docMk/>
            <pc:sldMk cId="531235983" sldId="1785"/>
            <ac:spMk id="9" creationId="{2CCEE20B-D519-4C0B-B24D-E649CAFE8642}"/>
          </ac:spMkLst>
        </pc:spChg>
        <pc:picChg chg="mod">
          <ac:chgData name="Thijs Hauspie" userId="c5aa01d0-0751-4207-a587-d7124c844d8f" providerId="ADAL" clId="{EFD894B4-A0D5-4260-B75E-5B2611146D55}" dt="2023-11-15T11:07:13.918" v="933" actId="1076"/>
          <ac:picMkLst>
            <pc:docMk/>
            <pc:sldMk cId="531235983" sldId="1785"/>
            <ac:picMk id="12" creationId="{2F48422B-D370-4B2D-AAF1-BE4E21FDF047}"/>
          </ac:picMkLst>
        </pc:picChg>
      </pc:sldChg>
      <pc:sldChg chg="addSp delSp modSp add del mod modClrScheme chgLayout">
        <pc:chgData name="Thijs Hauspie" userId="c5aa01d0-0751-4207-a587-d7124c844d8f" providerId="ADAL" clId="{EFD894B4-A0D5-4260-B75E-5B2611146D55}" dt="2023-11-15T11:06:44.178" v="909" actId="2696"/>
        <pc:sldMkLst>
          <pc:docMk/>
          <pc:sldMk cId="3563826319" sldId="1785"/>
        </pc:sldMkLst>
        <pc:spChg chg="mod ord">
          <ac:chgData name="Thijs Hauspie" userId="c5aa01d0-0751-4207-a587-d7124c844d8f" providerId="ADAL" clId="{EFD894B4-A0D5-4260-B75E-5B2611146D55}" dt="2023-11-15T10:56:40.201" v="740"/>
          <ac:spMkLst>
            <pc:docMk/>
            <pc:sldMk cId="3563826319" sldId="1785"/>
            <ac:spMk id="2" creationId="{393110EB-E970-4C56-9FC0-BC2CFFA24651}"/>
          </ac:spMkLst>
        </pc:spChg>
        <pc:spChg chg="add del mod ord">
          <ac:chgData name="Thijs Hauspie" userId="c5aa01d0-0751-4207-a587-d7124c844d8f" providerId="ADAL" clId="{EFD894B4-A0D5-4260-B75E-5B2611146D55}" dt="2023-11-15T10:56:24.232" v="739" actId="478"/>
          <ac:spMkLst>
            <pc:docMk/>
            <pc:sldMk cId="3563826319" sldId="1785"/>
            <ac:spMk id="3" creationId="{44B41220-558E-9AF9-34A5-8A76D8A3130B}"/>
          </ac:spMkLst>
        </pc:spChg>
        <pc:spChg chg="mod ord">
          <ac:chgData name="Thijs Hauspie" userId="c5aa01d0-0751-4207-a587-d7124c844d8f" providerId="ADAL" clId="{EFD894B4-A0D5-4260-B75E-5B2611146D55}" dt="2023-11-15T10:56:08.157" v="735" actId="700"/>
          <ac:spMkLst>
            <pc:docMk/>
            <pc:sldMk cId="3563826319" sldId="1785"/>
            <ac:spMk id="4" creationId="{52C20ADF-C694-4B5F-8229-2133D7C1E116}"/>
          </ac:spMkLst>
        </pc:spChg>
        <pc:spChg chg="del mod ord">
          <ac:chgData name="Thijs Hauspie" userId="c5aa01d0-0751-4207-a587-d7124c844d8f" providerId="ADAL" clId="{EFD894B4-A0D5-4260-B75E-5B2611146D55}" dt="2023-11-15T10:56:08.157" v="735" actId="700"/>
          <ac:spMkLst>
            <pc:docMk/>
            <pc:sldMk cId="3563826319" sldId="1785"/>
            <ac:spMk id="5" creationId="{093D19EE-0EDB-478E-8AE4-A0CBAA2F31E0}"/>
          </ac:spMkLst>
        </pc:spChg>
        <pc:spChg chg="add mod ord">
          <ac:chgData name="Thijs Hauspie" userId="c5aa01d0-0751-4207-a587-d7124c844d8f" providerId="ADAL" clId="{EFD894B4-A0D5-4260-B75E-5B2611146D55}" dt="2023-11-15T10:56:08.157" v="735" actId="700"/>
          <ac:spMkLst>
            <pc:docMk/>
            <pc:sldMk cId="3563826319" sldId="1785"/>
            <ac:spMk id="6" creationId="{863FEE13-4088-18BF-76E0-D6B19E3DD5AC}"/>
          </ac:spMkLst>
        </pc:spChg>
        <pc:spChg chg="add del">
          <ac:chgData name="Thijs Hauspie" userId="c5aa01d0-0751-4207-a587-d7124c844d8f" providerId="ADAL" clId="{EFD894B4-A0D5-4260-B75E-5B2611146D55}" dt="2023-11-15T10:56:15.809" v="737" actId="478"/>
          <ac:spMkLst>
            <pc:docMk/>
            <pc:sldMk cId="3563826319" sldId="1785"/>
            <ac:spMk id="9" creationId="{2CCEE20B-D519-4C0B-B24D-E649CAFE8642}"/>
          </ac:spMkLst>
        </pc:spChg>
      </pc:sldChg>
      <pc:sldChg chg="addSp modSp add del mod modClrScheme chgLayout">
        <pc:chgData name="Thijs Hauspie" userId="c5aa01d0-0751-4207-a587-d7124c844d8f" providerId="ADAL" clId="{EFD894B4-A0D5-4260-B75E-5B2611146D55}" dt="2023-11-15T15:00:40.992" v="1345" actId="47"/>
        <pc:sldMkLst>
          <pc:docMk/>
          <pc:sldMk cId="2851141524" sldId="1786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51141524" sldId="1786"/>
            <ac:spMk id="2" creationId="{7B3B2109-3418-7B34-E99E-5C7BD1A2456B}"/>
          </ac:spMkLst>
        </pc:spChg>
        <pc:spChg chg="mod ord">
          <ac:chgData name="Thijs Hauspie" userId="c5aa01d0-0751-4207-a587-d7124c844d8f" providerId="ADAL" clId="{EFD894B4-A0D5-4260-B75E-5B2611146D55}" dt="2023-11-15T14:59:33.541" v="1291"/>
          <ac:spMkLst>
            <pc:docMk/>
            <pc:sldMk cId="2851141524" sldId="1786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51141524" sldId="1786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851141524" sldId="1786"/>
            <ac:spMk id="11" creationId="{6876C9D2-FF11-4B5B-B013-13D1514EBBA7}"/>
          </ac:spMkLst>
        </pc:spChg>
      </pc:sldChg>
      <pc:sldChg chg="addSp delSp modSp add del mod modClrScheme chgLayout">
        <pc:chgData name="Thijs Hauspie" userId="c5aa01d0-0751-4207-a587-d7124c844d8f" providerId="ADAL" clId="{EFD894B4-A0D5-4260-B75E-5B2611146D55}" dt="2023-11-15T11:06:21.277" v="908" actId="47"/>
        <pc:sldMkLst>
          <pc:docMk/>
          <pc:sldMk cId="2035410602" sldId="1787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035410602" sldId="1787"/>
            <ac:spMk id="2" creationId="{9E830D5E-76AF-ED1B-3FB2-008BB0353585}"/>
          </ac:spMkLst>
        </pc:spChg>
        <pc:spChg chg="del">
          <ac:chgData name="Thijs Hauspie" userId="c5aa01d0-0751-4207-a587-d7124c844d8f" providerId="ADAL" clId="{EFD894B4-A0D5-4260-B75E-5B2611146D55}" dt="2023-11-15T11:04:21.941" v="783" actId="21"/>
          <ac:spMkLst>
            <pc:docMk/>
            <pc:sldMk cId="2035410602" sldId="1787"/>
            <ac:spMk id="4" creationId="{9418F115-67BE-FFF3-558A-F9BDF87B526D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035410602" sldId="1787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035410602" sldId="1787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035410602" sldId="1787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2035410602" sldId="1787"/>
            <ac:spMk id="11" creationId="{E92B4307-79E9-4424-B212-09EC974E3AE2}"/>
          </ac:spMkLst>
        </pc:spChg>
      </pc:sldChg>
      <pc:sldChg chg="addSp modSp add del mod modClrScheme chgLayout">
        <pc:chgData name="Thijs Hauspie" userId="c5aa01d0-0751-4207-a587-d7124c844d8f" providerId="ADAL" clId="{EFD894B4-A0D5-4260-B75E-5B2611146D55}" dt="2023-11-15T15:00:25.823" v="1344" actId="113"/>
        <pc:sldMkLst>
          <pc:docMk/>
          <pc:sldMk cId="742242949" sldId="1788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742242949" sldId="1788"/>
            <ac:spMk id="2" creationId="{30BFF7D9-FEE4-3ABC-288B-DC262724BEC2}"/>
          </ac:spMkLst>
        </pc:spChg>
        <pc:spChg chg="mod ord">
          <ac:chgData name="Thijs Hauspie" userId="c5aa01d0-0751-4207-a587-d7124c844d8f" providerId="ADAL" clId="{EFD894B4-A0D5-4260-B75E-5B2611146D55}" dt="2023-11-15T14:57:37.321" v="1251"/>
          <ac:spMkLst>
            <pc:docMk/>
            <pc:sldMk cId="742242949" sldId="1788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5:00:25.823" v="1344" actId="113"/>
          <ac:spMkLst>
            <pc:docMk/>
            <pc:sldMk cId="742242949" sldId="1788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742242949" sldId="1788"/>
            <ac:spMk id="11" creationId="{6876C9D2-FF11-4B5B-B013-13D1514EBBA7}"/>
          </ac:spMkLst>
        </pc:spChg>
      </pc:sldChg>
      <pc:sldChg chg="addSp modSp add del mod modClrScheme chgLayout">
        <pc:chgData name="Thijs Hauspie" userId="c5aa01d0-0751-4207-a587-d7124c844d8f" providerId="ADAL" clId="{EFD894B4-A0D5-4260-B75E-5B2611146D55}" dt="2023-11-15T15:01:09.558" v="1362" actId="20577"/>
        <pc:sldMkLst>
          <pc:docMk/>
          <pc:sldMk cId="4115517203" sldId="1789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4115517203" sldId="1789"/>
            <ac:spMk id="2" creationId="{43A7AE87-891A-D96E-90EF-D078388C3D04}"/>
          </ac:spMkLst>
        </pc:spChg>
        <pc:spChg chg="mod ord">
          <ac:chgData name="Thijs Hauspie" userId="c5aa01d0-0751-4207-a587-d7124c844d8f" providerId="ADAL" clId="{EFD894B4-A0D5-4260-B75E-5B2611146D55}" dt="2023-11-15T15:01:09.558" v="1362" actId="20577"/>
          <ac:spMkLst>
            <pc:docMk/>
            <pc:sldMk cId="4115517203" sldId="1789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4115517203" sldId="1789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4115517203" sldId="1789"/>
            <ac:spMk id="11" creationId="{6876C9D2-FF11-4B5B-B013-13D1514EBBA7}"/>
          </ac:spMkLst>
        </pc:spChg>
      </pc:sldChg>
      <pc:sldChg chg="addSp modSp add del mod modClrScheme chgLayout">
        <pc:chgData name="Thijs Hauspie" userId="c5aa01d0-0751-4207-a587-d7124c844d8f" providerId="ADAL" clId="{EFD894B4-A0D5-4260-B75E-5B2611146D55}" dt="2023-11-15T15:01:48.557" v="1399" actId="47"/>
        <pc:sldMkLst>
          <pc:docMk/>
          <pc:sldMk cId="1318580537" sldId="1790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318580537" sldId="1790"/>
            <ac:spMk id="2" creationId="{B9D573BE-92F5-48A9-D7E9-3276A06F33E1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318580537" sldId="1790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318580537" sldId="1790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318580537" sldId="1790"/>
            <ac:spMk id="11" creationId="{6876C9D2-FF11-4B5B-B013-13D1514EBBA7}"/>
          </ac:spMkLst>
        </pc:spChg>
      </pc:sldChg>
      <pc:sldChg chg="addSp delSp modSp add del mod modClrScheme chgLayout">
        <pc:chgData name="Thijs Hauspie" userId="c5aa01d0-0751-4207-a587-d7124c844d8f" providerId="ADAL" clId="{EFD894B4-A0D5-4260-B75E-5B2611146D55}" dt="2023-11-15T15:04:31.910" v="1465" actId="1076"/>
        <pc:sldMkLst>
          <pc:docMk/>
          <pc:sldMk cId="1733060434" sldId="1791"/>
        </pc:sldMkLst>
        <pc:spChg chg="add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733060434" sldId="1791"/>
            <ac:spMk id="2" creationId="{67F21C10-8494-A880-D0F8-496CAC04AB48}"/>
          </ac:spMkLst>
        </pc:spChg>
        <pc:spChg chg="mod ord">
          <ac:chgData name="Thijs Hauspie" userId="c5aa01d0-0751-4207-a587-d7124c844d8f" providerId="ADAL" clId="{EFD894B4-A0D5-4260-B75E-5B2611146D55}" dt="2023-11-15T15:02:31.533" v="1413"/>
          <ac:spMkLst>
            <pc:docMk/>
            <pc:sldMk cId="1733060434" sldId="1791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5:04:24.117" v="1461" actId="20577"/>
          <ac:spMkLst>
            <pc:docMk/>
            <pc:sldMk cId="1733060434" sldId="1791"/>
            <ac:spMk id="6" creationId="{D218D92A-74AD-49F8-A8A9-AD801B689B50}"/>
          </ac:spMkLst>
        </pc:spChg>
        <pc:spChg chg="del 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733060434" sldId="1791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733060434" sldId="1791"/>
            <ac:spMk id="8" creationId="{B279C2AF-5DFA-4259-A33E-340B3E2D6AEA}"/>
          </ac:spMkLst>
        </pc:spChg>
        <pc:picChg chg="add del mod">
          <ac:chgData name="Thijs Hauspie" userId="c5aa01d0-0751-4207-a587-d7124c844d8f" providerId="ADAL" clId="{EFD894B4-A0D5-4260-B75E-5B2611146D55}" dt="2023-11-15T15:04:21.233" v="1460" actId="478"/>
          <ac:picMkLst>
            <pc:docMk/>
            <pc:sldMk cId="1733060434" sldId="1791"/>
            <ac:picMk id="3" creationId="{FA1920C7-3432-D7ED-B33D-6B6282155DEC}"/>
          </ac:picMkLst>
        </pc:picChg>
        <pc:picChg chg="add mod">
          <ac:chgData name="Thijs Hauspie" userId="c5aa01d0-0751-4207-a587-d7124c844d8f" providerId="ADAL" clId="{EFD894B4-A0D5-4260-B75E-5B2611146D55}" dt="2023-11-15T15:04:31.910" v="1465" actId="1076"/>
          <ac:picMkLst>
            <pc:docMk/>
            <pc:sldMk cId="1733060434" sldId="1791"/>
            <ac:picMk id="4" creationId="{71A62108-2643-D18D-5B56-38CCB87FAB63}"/>
          </ac:picMkLst>
        </pc:picChg>
      </pc:sldChg>
      <pc:sldChg chg="modSp add del mod modClrScheme chgLayout">
        <pc:chgData name="Thijs Hauspie" userId="c5aa01d0-0751-4207-a587-d7124c844d8f" providerId="ADAL" clId="{EFD894B4-A0D5-4260-B75E-5B2611146D55}" dt="2023-11-15T11:12:59.578" v="1165" actId="47"/>
        <pc:sldMkLst>
          <pc:docMk/>
          <pc:sldMk cId="1650902096" sldId="1792"/>
        </pc:sldMkLst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650902096" sldId="1792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650902096" sldId="1792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650902096" sldId="1792"/>
            <ac:spMk id="7" creationId="{91A179EB-14B4-4616-A3C2-51B0188B9352}"/>
          </ac:spMkLst>
        </pc:spChg>
        <pc:spChg chg="mod ord">
          <ac:chgData name="Thijs Hauspie" userId="c5aa01d0-0751-4207-a587-d7124c844d8f" providerId="ADAL" clId="{EFD894B4-A0D5-4260-B75E-5B2611146D55}" dt="2023-11-15T10:58:10.700" v="749" actId="700"/>
          <ac:spMkLst>
            <pc:docMk/>
            <pc:sldMk cId="1650902096" sldId="1792"/>
            <ac:spMk id="11" creationId="{E92B4307-79E9-4424-B212-09EC974E3AE2}"/>
          </ac:spMkLst>
        </pc:spChg>
      </pc:sldChg>
      <pc:sldChg chg="modSp add mod">
        <pc:chgData name="Thijs Hauspie" userId="c5aa01d0-0751-4207-a587-d7124c844d8f" providerId="ADAL" clId="{EFD894B4-A0D5-4260-B75E-5B2611146D55}" dt="2023-11-15T16:42:15.318" v="3400" actId="1076"/>
        <pc:sldMkLst>
          <pc:docMk/>
          <pc:sldMk cId="1832081326" sldId="1797"/>
        </pc:sldMkLst>
        <pc:spChg chg="mod">
          <ac:chgData name="Thijs Hauspie" userId="c5aa01d0-0751-4207-a587-d7124c844d8f" providerId="ADAL" clId="{EFD894B4-A0D5-4260-B75E-5B2611146D55}" dt="2023-11-15T16:41:09.876" v="3398"/>
          <ac:spMkLst>
            <pc:docMk/>
            <pc:sldMk cId="1832081326" sldId="1797"/>
            <ac:spMk id="5" creationId="{3A004925-A370-44E2-A732-52A6295CBDEB}"/>
          </ac:spMkLst>
        </pc:spChg>
        <pc:grpChg chg="mod">
          <ac:chgData name="Thijs Hauspie" userId="c5aa01d0-0751-4207-a587-d7124c844d8f" providerId="ADAL" clId="{EFD894B4-A0D5-4260-B75E-5B2611146D55}" dt="2023-11-15T16:42:15.318" v="3400" actId="1076"/>
          <ac:grpSpMkLst>
            <pc:docMk/>
            <pc:sldMk cId="1832081326" sldId="1797"/>
            <ac:grpSpMk id="21" creationId="{20A981D7-A7E5-4D73-AF05-171DE94228AE}"/>
          </ac:grpSpMkLst>
        </pc:grpChg>
        <pc:picChg chg="mod">
          <ac:chgData name="Thijs Hauspie" userId="c5aa01d0-0751-4207-a587-d7124c844d8f" providerId="ADAL" clId="{EFD894B4-A0D5-4260-B75E-5B2611146D55}" dt="2023-11-15T16:42:04.861" v="3399" actId="14826"/>
          <ac:picMkLst>
            <pc:docMk/>
            <pc:sldMk cId="1832081326" sldId="1797"/>
            <ac:picMk id="17" creationId="{1E467DF5-A8F4-4906-B790-06D383A669F1}"/>
          </ac:picMkLst>
        </pc:picChg>
      </pc:sldChg>
      <pc:sldChg chg="addSp delSp modSp add mod">
        <pc:chgData name="Thijs Hauspie" userId="c5aa01d0-0751-4207-a587-d7124c844d8f" providerId="ADAL" clId="{EFD894B4-A0D5-4260-B75E-5B2611146D55}" dt="2023-11-15T16:52:39.879" v="3504"/>
        <pc:sldMkLst>
          <pc:docMk/>
          <pc:sldMk cId="2280520052" sldId="1798"/>
        </pc:sldMkLst>
        <pc:spChg chg="mod">
          <ac:chgData name="Thijs Hauspie" userId="c5aa01d0-0751-4207-a587-d7124c844d8f" providerId="ADAL" clId="{EFD894B4-A0D5-4260-B75E-5B2611146D55}" dt="2023-11-15T16:52:39.879" v="3504"/>
          <ac:spMkLst>
            <pc:docMk/>
            <pc:sldMk cId="2280520052" sldId="1798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6:46:26.031" v="3420" actId="20577"/>
          <ac:spMkLst>
            <pc:docMk/>
            <pc:sldMk cId="2280520052" sldId="1798"/>
            <ac:spMk id="6" creationId="{D218D92A-74AD-49F8-A8A9-AD801B689B50}"/>
          </ac:spMkLst>
        </pc:spChg>
        <pc:spChg chg="del">
          <ac:chgData name="Thijs Hauspie" userId="c5aa01d0-0751-4207-a587-d7124c844d8f" providerId="ADAL" clId="{EFD894B4-A0D5-4260-B75E-5B2611146D55}" dt="2023-11-15T16:50:42.148" v="3463" actId="478"/>
          <ac:spMkLst>
            <pc:docMk/>
            <pc:sldMk cId="2280520052" sldId="1798"/>
            <ac:spMk id="7" creationId="{9A67C781-73C1-4441-A879-96C77D53F080}"/>
          </ac:spMkLst>
        </pc:spChg>
        <pc:spChg chg="add del">
          <ac:chgData name="Thijs Hauspie" userId="c5aa01d0-0751-4207-a587-d7124c844d8f" providerId="ADAL" clId="{EFD894B4-A0D5-4260-B75E-5B2611146D55}" dt="2023-11-15T16:47:59.315" v="3430" actId="478"/>
          <ac:spMkLst>
            <pc:docMk/>
            <pc:sldMk cId="2280520052" sldId="1798"/>
            <ac:spMk id="12" creationId="{14CF828B-4FA4-A942-AB00-6414CB795B82}"/>
          </ac:spMkLst>
        </pc:spChg>
        <pc:spChg chg="del mod">
          <ac:chgData name="Thijs Hauspie" userId="c5aa01d0-0751-4207-a587-d7124c844d8f" providerId="ADAL" clId="{EFD894B4-A0D5-4260-B75E-5B2611146D55}" dt="2023-11-15T16:51:20.925" v="3467" actId="478"/>
          <ac:spMkLst>
            <pc:docMk/>
            <pc:sldMk cId="2280520052" sldId="1798"/>
            <ac:spMk id="14" creationId="{5AF9AA3D-8805-441E-884E-9058286A2161}"/>
          </ac:spMkLst>
        </pc:spChg>
        <pc:spChg chg="del mod">
          <ac:chgData name="Thijs Hauspie" userId="c5aa01d0-0751-4207-a587-d7124c844d8f" providerId="ADAL" clId="{EFD894B4-A0D5-4260-B75E-5B2611146D55}" dt="2023-11-15T16:51:21.479" v="3468" actId="478"/>
          <ac:spMkLst>
            <pc:docMk/>
            <pc:sldMk cId="2280520052" sldId="1798"/>
            <ac:spMk id="18" creationId="{07B733C5-AAF6-4632-9221-8A9EAAF445ED}"/>
          </ac:spMkLst>
        </pc:spChg>
        <pc:spChg chg="del mod">
          <ac:chgData name="Thijs Hauspie" userId="c5aa01d0-0751-4207-a587-d7124c844d8f" providerId="ADAL" clId="{EFD894B4-A0D5-4260-B75E-5B2611146D55}" dt="2023-11-15T16:51:20.141" v="3466" actId="478"/>
          <ac:spMkLst>
            <pc:docMk/>
            <pc:sldMk cId="2280520052" sldId="1798"/>
            <ac:spMk id="19" creationId="{3C6432F7-DEE5-4D60-B276-F5BAD98E211C}"/>
          </ac:spMkLst>
        </pc:spChg>
        <pc:spChg chg="mod">
          <ac:chgData name="Thijs Hauspie" userId="c5aa01d0-0751-4207-a587-d7124c844d8f" providerId="ADAL" clId="{EFD894B4-A0D5-4260-B75E-5B2611146D55}" dt="2023-11-15T16:43:28.466" v="3407" actId="14100"/>
          <ac:spMkLst>
            <pc:docMk/>
            <pc:sldMk cId="2280520052" sldId="1798"/>
            <ac:spMk id="21" creationId="{7AB2CAE2-8708-4087-B6A5-771FA92AA279}"/>
          </ac:spMkLst>
        </pc:spChg>
        <pc:spChg chg="mod">
          <ac:chgData name="Thijs Hauspie" userId="c5aa01d0-0751-4207-a587-d7124c844d8f" providerId="ADAL" clId="{EFD894B4-A0D5-4260-B75E-5B2611146D55}" dt="2023-11-15T16:43:22.914" v="3405" actId="14100"/>
          <ac:spMkLst>
            <pc:docMk/>
            <pc:sldMk cId="2280520052" sldId="1798"/>
            <ac:spMk id="22" creationId="{E7F8D786-0FCB-496F-B4BB-308189C58CB1}"/>
          </ac:spMkLst>
        </pc:spChg>
        <pc:spChg chg="del">
          <ac:chgData name="Thijs Hauspie" userId="c5aa01d0-0751-4207-a587-d7124c844d8f" providerId="ADAL" clId="{EFD894B4-A0D5-4260-B75E-5B2611146D55}" dt="2023-11-15T16:48:34.555" v="3440" actId="478"/>
          <ac:spMkLst>
            <pc:docMk/>
            <pc:sldMk cId="2280520052" sldId="1798"/>
            <ac:spMk id="23" creationId="{192A5289-1FF6-41FE-B1B4-E38D05FE9094}"/>
          </ac:spMkLst>
        </pc:spChg>
        <pc:spChg chg="del mod">
          <ac:chgData name="Thijs Hauspie" userId="c5aa01d0-0751-4207-a587-d7124c844d8f" providerId="ADAL" clId="{EFD894B4-A0D5-4260-B75E-5B2611146D55}" dt="2023-11-15T16:51:23.390" v="3470" actId="478"/>
          <ac:spMkLst>
            <pc:docMk/>
            <pc:sldMk cId="2280520052" sldId="1798"/>
            <ac:spMk id="24" creationId="{4FA48D1D-1D46-49EC-A82B-8681B14A90E5}"/>
          </ac:spMkLst>
        </pc:spChg>
        <pc:picChg chg="mod">
          <ac:chgData name="Thijs Hauspie" userId="c5aa01d0-0751-4207-a587-d7124c844d8f" providerId="ADAL" clId="{EFD894B4-A0D5-4260-B75E-5B2611146D55}" dt="2023-11-15T16:43:15.273" v="3403" actId="14826"/>
          <ac:picMkLst>
            <pc:docMk/>
            <pc:sldMk cId="2280520052" sldId="1798"/>
            <ac:picMk id="2" creationId="{D05017B2-61C4-42B6-9FCD-1D9EAD59095A}"/>
          </ac:picMkLst>
        </pc:picChg>
        <pc:picChg chg="del mod">
          <ac:chgData name="Thijs Hauspie" userId="c5aa01d0-0751-4207-a587-d7124c844d8f" providerId="ADAL" clId="{EFD894B4-A0D5-4260-B75E-5B2611146D55}" dt="2023-11-15T16:48:29.560" v="3437" actId="478"/>
          <ac:picMkLst>
            <pc:docMk/>
            <pc:sldMk cId="2280520052" sldId="1798"/>
            <ac:picMk id="3" creationId="{008A4999-DACB-42D3-9E4C-710081503C3C}"/>
          </ac:picMkLst>
        </pc:picChg>
        <pc:picChg chg="del">
          <ac:chgData name="Thijs Hauspie" userId="c5aa01d0-0751-4207-a587-d7124c844d8f" providerId="ADAL" clId="{EFD894B4-A0D5-4260-B75E-5B2611146D55}" dt="2023-11-15T16:47:17.051" v="3422" actId="478"/>
          <ac:picMkLst>
            <pc:docMk/>
            <pc:sldMk cId="2280520052" sldId="1798"/>
            <ac:picMk id="8" creationId="{6534CEE6-9EE9-40E8-A764-D8F6B4904531}"/>
          </ac:picMkLst>
        </pc:picChg>
        <pc:picChg chg="del mod">
          <ac:chgData name="Thijs Hauspie" userId="c5aa01d0-0751-4207-a587-d7124c844d8f" providerId="ADAL" clId="{EFD894B4-A0D5-4260-B75E-5B2611146D55}" dt="2023-11-15T16:51:19.049" v="3465" actId="478"/>
          <ac:picMkLst>
            <pc:docMk/>
            <pc:sldMk cId="2280520052" sldId="1798"/>
            <ac:picMk id="9" creationId="{A0877C31-3735-4481-9A69-B15A438F68E5}"/>
          </ac:picMkLst>
        </pc:picChg>
        <pc:picChg chg="add mod">
          <ac:chgData name="Thijs Hauspie" userId="c5aa01d0-0751-4207-a587-d7124c844d8f" providerId="ADAL" clId="{EFD894B4-A0D5-4260-B75E-5B2611146D55}" dt="2023-11-15T16:47:21.687" v="3424" actId="1076"/>
          <ac:picMkLst>
            <pc:docMk/>
            <pc:sldMk cId="2280520052" sldId="1798"/>
            <ac:picMk id="10" creationId="{0E171294-677B-692F-CAE1-1B9E62D4B9C7}"/>
          </ac:picMkLst>
        </pc:picChg>
        <pc:picChg chg="add del mod">
          <ac:chgData name="Thijs Hauspie" userId="c5aa01d0-0751-4207-a587-d7124c844d8f" providerId="ADAL" clId="{EFD894B4-A0D5-4260-B75E-5B2611146D55}" dt="2023-11-15T16:48:23.942" v="3434" actId="21"/>
          <ac:picMkLst>
            <pc:docMk/>
            <pc:sldMk cId="2280520052" sldId="1798"/>
            <ac:picMk id="15" creationId="{11E66673-2CF6-7AFB-7277-FC79404ABAC3}"/>
          </ac:picMkLst>
        </pc:picChg>
        <pc:picChg chg="add del mod">
          <ac:chgData name="Thijs Hauspie" userId="c5aa01d0-0751-4207-a587-d7124c844d8f" providerId="ADAL" clId="{EFD894B4-A0D5-4260-B75E-5B2611146D55}" dt="2023-11-15T16:48:28.171" v="3436" actId="21"/>
          <ac:picMkLst>
            <pc:docMk/>
            <pc:sldMk cId="2280520052" sldId="1798"/>
            <ac:picMk id="16" creationId="{514F17C5-BDC0-A8EC-1A1E-AFBE452443EA}"/>
          </ac:picMkLst>
        </pc:picChg>
        <pc:picChg chg="add del mod ord">
          <ac:chgData name="Thijs Hauspie" userId="c5aa01d0-0751-4207-a587-d7124c844d8f" providerId="ADAL" clId="{EFD894B4-A0D5-4260-B75E-5B2611146D55}" dt="2023-11-15T16:51:21.991" v="3469" actId="478"/>
          <ac:picMkLst>
            <pc:docMk/>
            <pc:sldMk cId="2280520052" sldId="1798"/>
            <ac:picMk id="17" creationId="{EE0BECDD-C318-772B-131A-3E54A88B8C9A}"/>
          </ac:picMkLst>
        </pc:picChg>
      </pc:sldChg>
      <pc:sldChg chg="delSp modSp add mod delAnim">
        <pc:chgData name="Thijs Hauspie" userId="c5aa01d0-0751-4207-a587-d7124c844d8f" providerId="ADAL" clId="{EFD894B4-A0D5-4260-B75E-5B2611146D55}" dt="2023-11-15T18:03:54.377" v="4529" actId="20577"/>
        <pc:sldMkLst>
          <pc:docMk/>
          <pc:sldMk cId="3274392759" sldId="1799"/>
        </pc:sldMkLst>
        <pc:spChg chg="mod">
          <ac:chgData name="Thijs Hauspie" userId="c5aa01d0-0751-4207-a587-d7124c844d8f" providerId="ADAL" clId="{EFD894B4-A0D5-4260-B75E-5B2611146D55}" dt="2023-11-15T16:53:10.691" v="3506"/>
          <ac:spMkLst>
            <pc:docMk/>
            <pc:sldMk cId="3274392759" sldId="1799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8:03:54.377" v="4529" actId="20577"/>
          <ac:spMkLst>
            <pc:docMk/>
            <pc:sldMk cId="3274392759" sldId="1799"/>
            <ac:spMk id="6" creationId="{D218D92A-74AD-49F8-A8A9-AD801B689B50}"/>
          </ac:spMkLst>
        </pc:spChg>
        <pc:picChg chg="del">
          <ac:chgData name="Thijs Hauspie" userId="c5aa01d0-0751-4207-a587-d7124c844d8f" providerId="ADAL" clId="{EFD894B4-A0D5-4260-B75E-5B2611146D55}" dt="2023-11-15T16:56:48.384" v="3528" actId="478"/>
          <ac:picMkLst>
            <pc:docMk/>
            <pc:sldMk cId="3274392759" sldId="1799"/>
            <ac:picMk id="2" creationId="{B6BB2899-C4AE-435C-A52B-3A61F9501D43}"/>
          </ac:picMkLst>
        </pc:picChg>
        <pc:picChg chg="del">
          <ac:chgData name="Thijs Hauspie" userId="c5aa01d0-0751-4207-a587-d7124c844d8f" providerId="ADAL" clId="{EFD894B4-A0D5-4260-B75E-5B2611146D55}" dt="2023-11-15T16:54:26.987" v="3516" actId="478"/>
          <ac:picMkLst>
            <pc:docMk/>
            <pc:sldMk cId="3274392759" sldId="1799"/>
            <ac:picMk id="4" creationId="{4C3B917B-85AA-4C5B-B54A-664AF755B0BF}"/>
          </ac:picMkLst>
        </pc:picChg>
        <pc:picChg chg="mod">
          <ac:chgData name="Thijs Hauspie" userId="c5aa01d0-0751-4207-a587-d7124c844d8f" providerId="ADAL" clId="{EFD894B4-A0D5-4260-B75E-5B2611146D55}" dt="2023-11-15T16:56:52.733" v="3531" actId="1076"/>
          <ac:picMkLst>
            <pc:docMk/>
            <pc:sldMk cId="3274392759" sldId="1799"/>
            <ac:picMk id="7" creationId="{9738C4A5-2A32-4BE8-B43B-C959380ADB19}"/>
          </ac:picMkLst>
        </pc:picChg>
      </pc:sldChg>
      <pc:sldChg chg="addSp delSp modSp add mod delAnim">
        <pc:chgData name="Thijs Hauspie" userId="c5aa01d0-0751-4207-a587-d7124c844d8f" providerId="ADAL" clId="{EFD894B4-A0D5-4260-B75E-5B2611146D55}" dt="2023-11-15T18:32:12.482" v="5030" actId="20577"/>
        <pc:sldMkLst>
          <pc:docMk/>
          <pc:sldMk cId="1301237701" sldId="1818"/>
        </pc:sldMkLst>
        <pc:spChg chg="mod">
          <ac:chgData name="Thijs Hauspie" userId="c5aa01d0-0751-4207-a587-d7124c844d8f" providerId="ADAL" clId="{EFD894B4-A0D5-4260-B75E-5B2611146D55}" dt="2023-11-15T18:30:22.882" v="4925"/>
          <ac:spMkLst>
            <pc:docMk/>
            <pc:sldMk cId="1301237701" sldId="1818"/>
            <ac:spMk id="5" creationId="{3A004925-A370-44E2-A732-52A6295CBDEB}"/>
          </ac:spMkLst>
        </pc:spChg>
        <pc:spChg chg="add mod">
          <ac:chgData name="Thijs Hauspie" userId="c5aa01d0-0751-4207-a587-d7124c844d8f" providerId="ADAL" clId="{EFD894B4-A0D5-4260-B75E-5B2611146D55}" dt="2023-11-15T18:32:12.482" v="5030" actId="20577"/>
          <ac:spMkLst>
            <pc:docMk/>
            <pc:sldMk cId="1301237701" sldId="1818"/>
            <ac:spMk id="12" creationId="{435827FF-97A6-2590-F48F-E9531FE27BA9}"/>
          </ac:spMkLst>
        </pc:spChg>
        <pc:spChg chg="del">
          <ac:chgData name="Thijs Hauspie" userId="c5aa01d0-0751-4207-a587-d7124c844d8f" providerId="ADAL" clId="{EFD894B4-A0D5-4260-B75E-5B2611146D55}" dt="2023-11-15T18:29:50.767" v="4918" actId="21"/>
          <ac:spMkLst>
            <pc:docMk/>
            <pc:sldMk cId="1301237701" sldId="1818"/>
            <ac:spMk id="13" creationId="{43FFC0AE-E7C3-46B8-AED9-29275E889856}"/>
          </ac:spMkLst>
        </pc:spChg>
        <pc:spChg chg="del">
          <ac:chgData name="Thijs Hauspie" userId="c5aa01d0-0751-4207-a587-d7124c844d8f" providerId="ADAL" clId="{EFD894B4-A0D5-4260-B75E-5B2611146D55}" dt="2023-11-15T18:29:50.767" v="4918" actId="21"/>
          <ac:spMkLst>
            <pc:docMk/>
            <pc:sldMk cId="1301237701" sldId="1818"/>
            <ac:spMk id="14" creationId="{5AF9AA3D-8805-441E-884E-9058286A2161}"/>
          </ac:spMkLst>
        </pc:spChg>
        <pc:spChg chg="mod">
          <ac:chgData name="Thijs Hauspie" userId="c5aa01d0-0751-4207-a587-d7124c844d8f" providerId="ADAL" clId="{EFD894B4-A0D5-4260-B75E-5B2611146D55}" dt="2023-11-15T18:27:22.252" v="4909" actId="1076"/>
          <ac:spMkLst>
            <pc:docMk/>
            <pc:sldMk cId="1301237701" sldId="1818"/>
            <ac:spMk id="15" creationId="{4B8A6023-60CF-4B4B-84F5-C83526B2C7AF}"/>
          </ac:spMkLst>
        </pc:spChg>
        <pc:spChg chg="mod">
          <ac:chgData name="Thijs Hauspie" userId="c5aa01d0-0751-4207-a587-d7124c844d8f" providerId="ADAL" clId="{EFD894B4-A0D5-4260-B75E-5B2611146D55}" dt="2023-11-15T18:27:18.406" v="4908" actId="14100"/>
          <ac:spMkLst>
            <pc:docMk/>
            <pc:sldMk cId="1301237701" sldId="1818"/>
            <ac:spMk id="25" creationId="{D0AB7114-6E0C-41E0-A5FE-AFAADAC0E78C}"/>
          </ac:spMkLst>
        </pc:spChg>
        <pc:picChg chg="mod">
          <ac:chgData name="Thijs Hauspie" userId="c5aa01d0-0751-4207-a587-d7124c844d8f" providerId="ADAL" clId="{EFD894B4-A0D5-4260-B75E-5B2611146D55}" dt="2023-11-15T18:26:04.861" v="4852" actId="1076"/>
          <ac:picMkLst>
            <pc:docMk/>
            <pc:sldMk cId="1301237701" sldId="1818"/>
            <ac:picMk id="2" creationId="{D05017B2-61C4-42B6-9FCD-1D9EAD59095A}"/>
          </ac:picMkLst>
        </pc:picChg>
        <pc:picChg chg="mod">
          <ac:chgData name="Thijs Hauspie" userId="c5aa01d0-0751-4207-a587-d7124c844d8f" providerId="ADAL" clId="{EFD894B4-A0D5-4260-B75E-5B2611146D55}" dt="2023-11-15T18:29:33.652" v="4916" actId="14826"/>
          <ac:picMkLst>
            <pc:docMk/>
            <pc:sldMk cId="1301237701" sldId="1818"/>
            <ac:picMk id="3" creationId="{756A4041-57AE-4D41-96D2-8315E1491234}"/>
          </ac:picMkLst>
        </pc:picChg>
        <pc:picChg chg="del mod">
          <ac:chgData name="Thijs Hauspie" userId="c5aa01d0-0751-4207-a587-d7124c844d8f" providerId="ADAL" clId="{EFD894B4-A0D5-4260-B75E-5B2611146D55}" dt="2023-11-15T18:29:50.767" v="4918" actId="21"/>
          <ac:picMkLst>
            <pc:docMk/>
            <pc:sldMk cId="1301237701" sldId="1818"/>
            <ac:picMk id="4" creationId="{75F350C3-FF42-463F-BDEC-D7816D5BB419}"/>
          </ac:picMkLst>
        </pc:picChg>
        <pc:picChg chg="del">
          <ac:chgData name="Thijs Hauspie" userId="c5aa01d0-0751-4207-a587-d7124c844d8f" providerId="ADAL" clId="{EFD894B4-A0D5-4260-B75E-5B2611146D55}" dt="2023-11-15T18:25:26.065" v="4841" actId="478"/>
          <ac:picMkLst>
            <pc:docMk/>
            <pc:sldMk cId="1301237701" sldId="1818"/>
            <ac:picMk id="7" creationId="{CA1973F6-F298-428F-8987-D519974DB159}"/>
          </ac:picMkLst>
        </pc:picChg>
        <pc:picChg chg="add mod">
          <ac:chgData name="Thijs Hauspie" userId="c5aa01d0-0751-4207-a587-d7124c844d8f" providerId="ADAL" clId="{EFD894B4-A0D5-4260-B75E-5B2611146D55}" dt="2023-11-15T18:25:29.405" v="4844" actId="14100"/>
          <ac:picMkLst>
            <pc:docMk/>
            <pc:sldMk cId="1301237701" sldId="1818"/>
            <ac:picMk id="10" creationId="{B0254CF7-D90F-8DB4-BBB1-E224DE768CD0}"/>
          </ac:picMkLst>
        </pc:picChg>
      </pc:sldChg>
      <pc:sldChg chg="del">
        <pc:chgData name="Thijs Hauspie" userId="c5aa01d0-0751-4207-a587-d7124c844d8f" providerId="ADAL" clId="{EFD894B4-A0D5-4260-B75E-5B2611146D55}" dt="2023-11-13T10:40:36.321" v="34" actId="47"/>
        <pc:sldMkLst>
          <pc:docMk/>
          <pc:sldMk cId="2890056207" sldId="1825"/>
        </pc:sldMkLst>
      </pc:sldChg>
      <pc:sldChg chg="del">
        <pc:chgData name="Thijs Hauspie" userId="c5aa01d0-0751-4207-a587-d7124c844d8f" providerId="ADAL" clId="{EFD894B4-A0D5-4260-B75E-5B2611146D55}" dt="2023-11-13T10:40:42.207" v="35" actId="47"/>
        <pc:sldMkLst>
          <pc:docMk/>
          <pc:sldMk cId="3848298394" sldId="1826"/>
        </pc:sldMkLst>
      </pc:sldChg>
      <pc:sldChg chg="del">
        <pc:chgData name="Thijs Hauspie" userId="c5aa01d0-0751-4207-a587-d7124c844d8f" providerId="ADAL" clId="{EFD894B4-A0D5-4260-B75E-5B2611146D55}" dt="2023-11-15T10:49:16.624" v="731" actId="47"/>
        <pc:sldMkLst>
          <pc:docMk/>
          <pc:sldMk cId="1434992710" sldId="1828"/>
        </pc:sldMkLst>
      </pc:sldChg>
      <pc:sldChg chg="del">
        <pc:chgData name="Thijs Hauspie" userId="c5aa01d0-0751-4207-a587-d7124c844d8f" providerId="ADAL" clId="{EFD894B4-A0D5-4260-B75E-5B2611146D55}" dt="2023-11-15T10:49:19.101" v="732" actId="47"/>
        <pc:sldMkLst>
          <pc:docMk/>
          <pc:sldMk cId="2011440737" sldId="1829"/>
        </pc:sldMkLst>
      </pc:sldChg>
      <pc:sldChg chg="modSp mod modAnim">
        <pc:chgData name="Thijs Hauspie" userId="c5aa01d0-0751-4207-a587-d7124c844d8f" providerId="ADAL" clId="{EFD894B4-A0D5-4260-B75E-5B2611146D55}" dt="2023-11-15T16:38:02.927" v="3361" actId="20577"/>
        <pc:sldMkLst>
          <pc:docMk/>
          <pc:sldMk cId="327366500" sldId="1830"/>
        </pc:sldMkLst>
        <pc:spChg chg="mod">
          <ac:chgData name="Thijs Hauspie" userId="c5aa01d0-0751-4207-a587-d7124c844d8f" providerId="ADAL" clId="{EFD894B4-A0D5-4260-B75E-5B2611146D55}" dt="2023-11-15T16:38:02.927" v="3361" actId="20577"/>
          <ac:spMkLst>
            <pc:docMk/>
            <pc:sldMk cId="327366500" sldId="1830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6:35:10.358" v="3259"/>
          <ac:spMkLst>
            <pc:docMk/>
            <pc:sldMk cId="327366500" sldId="1830"/>
            <ac:spMk id="7" creationId="{2511D50A-E399-4DFD-994E-025F7BF843B6}"/>
          </ac:spMkLst>
        </pc:spChg>
      </pc:sldChg>
      <pc:sldChg chg="del">
        <pc:chgData name="Thijs Hauspie" userId="c5aa01d0-0751-4207-a587-d7124c844d8f" providerId="ADAL" clId="{EFD894B4-A0D5-4260-B75E-5B2611146D55}" dt="2023-11-15T16:39:53.153" v="3388" actId="47"/>
        <pc:sldMkLst>
          <pc:docMk/>
          <pc:sldMk cId="985151982" sldId="1831"/>
        </pc:sldMkLst>
      </pc:sldChg>
      <pc:sldChg chg="del">
        <pc:chgData name="Thijs Hauspie" userId="c5aa01d0-0751-4207-a587-d7124c844d8f" providerId="ADAL" clId="{EFD894B4-A0D5-4260-B75E-5B2611146D55}" dt="2023-11-15T16:55:17.757" v="3523" actId="47"/>
        <pc:sldMkLst>
          <pc:docMk/>
          <pc:sldMk cId="1508646591" sldId="1832"/>
        </pc:sldMkLst>
      </pc:sldChg>
      <pc:sldChg chg="del">
        <pc:chgData name="Thijs Hauspie" userId="c5aa01d0-0751-4207-a587-d7124c844d8f" providerId="ADAL" clId="{EFD894B4-A0D5-4260-B75E-5B2611146D55}" dt="2023-11-15T15:28:03.478" v="2348" actId="47"/>
        <pc:sldMkLst>
          <pc:docMk/>
          <pc:sldMk cId="1397929116" sldId="1834"/>
        </pc:sldMkLst>
      </pc:sldChg>
      <pc:sldChg chg="addSp delSp mod">
        <pc:chgData name="Thijs Hauspie" userId="c5aa01d0-0751-4207-a587-d7124c844d8f" providerId="ADAL" clId="{EFD894B4-A0D5-4260-B75E-5B2611146D55}" dt="2023-11-15T10:57:43.768" v="746" actId="478"/>
        <pc:sldMkLst>
          <pc:docMk/>
          <pc:sldMk cId="973695710" sldId="1835"/>
        </pc:sldMkLst>
        <pc:spChg chg="add del">
          <ac:chgData name="Thijs Hauspie" userId="c5aa01d0-0751-4207-a587-d7124c844d8f" providerId="ADAL" clId="{EFD894B4-A0D5-4260-B75E-5B2611146D55}" dt="2023-11-15T10:57:43.768" v="746" actId="478"/>
          <ac:spMkLst>
            <pc:docMk/>
            <pc:sldMk cId="973695710" sldId="1835"/>
            <ac:spMk id="3" creationId="{862E9848-229F-820B-5D14-4A10D432F7EC}"/>
          </ac:spMkLst>
        </pc:spChg>
      </pc:sldChg>
      <pc:sldChg chg="del">
        <pc:chgData name="Thijs Hauspie" userId="c5aa01d0-0751-4207-a587-d7124c844d8f" providerId="ADAL" clId="{EFD894B4-A0D5-4260-B75E-5B2611146D55}" dt="2023-11-15T10:50:23.861" v="733" actId="47"/>
        <pc:sldMkLst>
          <pc:docMk/>
          <pc:sldMk cId="3436468439" sldId="1836"/>
        </pc:sldMkLst>
      </pc:sldChg>
      <pc:sldChg chg="del">
        <pc:chgData name="Thijs Hauspie" userId="c5aa01d0-0751-4207-a587-d7124c844d8f" providerId="ADAL" clId="{EFD894B4-A0D5-4260-B75E-5B2611146D55}" dt="2023-11-15T15:28:05.464" v="2349" actId="47"/>
        <pc:sldMkLst>
          <pc:docMk/>
          <pc:sldMk cId="4005711621" sldId="1837"/>
        </pc:sldMkLst>
      </pc:sldChg>
      <pc:sldChg chg="del">
        <pc:chgData name="Thijs Hauspie" userId="c5aa01d0-0751-4207-a587-d7124c844d8f" providerId="ADAL" clId="{EFD894B4-A0D5-4260-B75E-5B2611146D55}" dt="2023-11-15T15:37:07.849" v="2476" actId="47"/>
        <pc:sldMkLst>
          <pc:docMk/>
          <pc:sldMk cId="4002541498" sldId="1838"/>
        </pc:sldMkLst>
      </pc:sldChg>
      <pc:sldChg chg="del">
        <pc:chgData name="Thijs Hauspie" userId="c5aa01d0-0751-4207-a587-d7124c844d8f" providerId="ADAL" clId="{EFD894B4-A0D5-4260-B75E-5B2611146D55}" dt="2023-11-15T15:37:45.987" v="2523" actId="47"/>
        <pc:sldMkLst>
          <pc:docMk/>
          <pc:sldMk cId="895514455" sldId="1839"/>
        </pc:sldMkLst>
      </pc:sldChg>
      <pc:sldChg chg="del">
        <pc:chgData name="Thijs Hauspie" userId="c5aa01d0-0751-4207-a587-d7124c844d8f" providerId="ADAL" clId="{EFD894B4-A0D5-4260-B75E-5B2611146D55}" dt="2023-11-15T16:13:20.127" v="3086" actId="47"/>
        <pc:sldMkLst>
          <pc:docMk/>
          <pc:sldMk cId="3437315827" sldId="1840"/>
        </pc:sldMkLst>
      </pc:sldChg>
      <pc:sldChg chg="del">
        <pc:chgData name="Thijs Hauspie" userId="c5aa01d0-0751-4207-a587-d7124c844d8f" providerId="ADAL" clId="{EFD894B4-A0D5-4260-B75E-5B2611146D55}" dt="2023-11-15T16:55:23.337" v="3524" actId="47"/>
        <pc:sldMkLst>
          <pc:docMk/>
          <pc:sldMk cId="2497961767" sldId="1841"/>
        </pc:sldMkLst>
      </pc:sldChg>
      <pc:sldChg chg="del">
        <pc:chgData name="Thijs Hauspie" userId="c5aa01d0-0751-4207-a587-d7124c844d8f" providerId="ADAL" clId="{EFD894B4-A0D5-4260-B75E-5B2611146D55}" dt="2023-11-15T16:40:00.128" v="3389" actId="47"/>
        <pc:sldMkLst>
          <pc:docMk/>
          <pc:sldMk cId="3641854526" sldId="1842"/>
        </pc:sldMkLst>
      </pc:sldChg>
      <pc:sldChg chg="del">
        <pc:chgData name="Thijs Hauspie" userId="c5aa01d0-0751-4207-a587-d7124c844d8f" providerId="ADAL" clId="{EFD894B4-A0D5-4260-B75E-5B2611146D55}" dt="2023-11-15T16:40:02.106" v="3390" actId="47"/>
        <pc:sldMkLst>
          <pc:docMk/>
          <pc:sldMk cId="1493636185" sldId="1843"/>
        </pc:sldMkLst>
      </pc:sldChg>
      <pc:sldChg chg="del">
        <pc:chgData name="Thijs Hauspie" userId="c5aa01d0-0751-4207-a587-d7124c844d8f" providerId="ADAL" clId="{EFD894B4-A0D5-4260-B75E-5B2611146D55}" dt="2023-11-15T16:40:07.280" v="3391" actId="47"/>
        <pc:sldMkLst>
          <pc:docMk/>
          <pc:sldMk cId="2616338281" sldId="1844"/>
        </pc:sldMkLst>
      </pc:sldChg>
      <pc:sldChg chg="del">
        <pc:chgData name="Thijs Hauspie" userId="c5aa01d0-0751-4207-a587-d7124c844d8f" providerId="ADAL" clId="{EFD894B4-A0D5-4260-B75E-5B2611146D55}" dt="2023-11-15T16:40:09.407" v="3392" actId="47"/>
        <pc:sldMkLst>
          <pc:docMk/>
          <pc:sldMk cId="748285201" sldId="1845"/>
        </pc:sldMkLst>
      </pc:sldChg>
      <pc:sldChg chg="del">
        <pc:chgData name="Thijs Hauspie" userId="c5aa01d0-0751-4207-a587-d7124c844d8f" providerId="ADAL" clId="{EFD894B4-A0D5-4260-B75E-5B2611146D55}" dt="2023-11-15T16:40:11.502" v="3393" actId="47"/>
        <pc:sldMkLst>
          <pc:docMk/>
          <pc:sldMk cId="609248763" sldId="1846"/>
        </pc:sldMkLst>
      </pc:sldChg>
      <pc:sldChg chg="del">
        <pc:chgData name="Thijs Hauspie" userId="c5aa01d0-0751-4207-a587-d7124c844d8f" providerId="ADAL" clId="{EFD894B4-A0D5-4260-B75E-5B2611146D55}" dt="2023-11-15T16:40:16.435" v="3396" actId="47"/>
        <pc:sldMkLst>
          <pc:docMk/>
          <pc:sldMk cId="1174725672" sldId="1847"/>
        </pc:sldMkLst>
      </pc:sldChg>
      <pc:sldChg chg="del">
        <pc:chgData name="Thijs Hauspie" userId="c5aa01d0-0751-4207-a587-d7124c844d8f" providerId="ADAL" clId="{EFD894B4-A0D5-4260-B75E-5B2611146D55}" dt="2023-11-15T16:40:14.438" v="3394" actId="47"/>
        <pc:sldMkLst>
          <pc:docMk/>
          <pc:sldMk cId="3520144480" sldId="1848"/>
        </pc:sldMkLst>
      </pc:sldChg>
      <pc:sldChg chg="del">
        <pc:chgData name="Thijs Hauspie" userId="c5aa01d0-0751-4207-a587-d7124c844d8f" providerId="ADAL" clId="{EFD894B4-A0D5-4260-B75E-5B2611146D55}" dt="2023-11-15T16:40:16.044" v="3395" actId="47"/>
        <pc:sldMkLst>
          <pc:docMk/>
          <pc:sldMk cId="3726576647" sldId="1849"/>
        </pc:sldMkLst>
      </pc:sldChg>
      <pc:sldChg chg="del">
        <pc:chgData name="Thijs Hauspie" userId="c5aa01d0-0751-4207-a587-d7124c844d8f" providerId="ADAL" clId="{EFD894B4-A0D5-4260-B75E-5B2611146D55}" dt="2023-11-15T16:55:29.399" v="3525" actId="47"/>
        <pc:sldMkLst>
          <pc:docMk/>
          <pc:sldMk cId="4179359890" sldId="1850"/>
        </pc:sldMkLst>
      </pc:sldChg>
      <pc:sldChg chg="del">
        <pc:chgData name="Thijs Hauspie" userId="c5aa01d0-0751-4207-a587-d7124c844d8f" providerId="ADAL" clId="{EFD894B4-A0D5-4260-B75E-5B2611146D55}" dt="2023-11-15T16:55:39.778" v="3526" actId="47"/>
        <pc:sldMkLst>
          <pc:docMk/>
          <pc:sldMk cId="935009481" sldId="1851"/>
        </pc:sldMkLst>
      </pc:sldChg>
      <pc:sldChg chg="del">
        <pc:chgData name="Thijs Hauspie" userId="c5aa01d0-0751-4207-a587-d7124c844d8f" providerId="ADAL" clId="{EFD894B4-A0D5-4260-B75E-5B2611146D55}" dt="2023-11-15T16:55:43.520" v="3527" actId="47"/>
        <pc:sldMkLst>
          <pc:docMk/>
          <pc:sldMk cId="1099865834" sldId="1852"/>
        </pc:sldMkLst>
      </pc:sldChg>
      <pc:sldChg chg="del">
        <pc:chgData name="Thijs Hauspie" userId="c5aa01d0-0751-4207-a587-d7124c844d8f" providerId="ADAL" clId="{EFD894B4-A0D5-4260-B75E-5B2611146D55}" dt="2023-11-15T17:13:07.720" v="3860" actId="47"/>
        <pc:sldMkLst>
          <pc:docMk/>
          <pc:sldMk cId="3817160335" sldId="1853"/>
        </pc:sldMkLst>
      </pc:sldChg>
      <pc:sldChg chg="add del">
        <pc:chgData name="Thijs Hauspie" userId="c5aa01d0-0751-4207-a587-d7124c844d8f" providerId="ADAL" clId="{EFD894B4-A0D5-4260-B75E-5B2611146D55}" dt="2023-11-15T17:13:08.636" v="3861" actId="47"/>
        <pc:sldMkLst>
          <pc:docMk/>
          <pc:sldMk cId="3341110226" sldId="1854"/>
        </pc:sldMkLst>
      </pc:sldChg>
      <pc:sldChg chg="del">
        <pc:chgData name="Thijs Hauspie" userId="c5aa01d0-0751-4207-a587-d7124c844d8f" providerId="ADAL" clId="{EFD894B4-A0D5-4260-B75E-5B2611146D55}" dt="2023-11-15T17:15:11.705" v="3877" actId="47"/>
        <pc:sldMkLst>
          <pc:docMk/>
          <pc:sldMk cId="3324042161" sldId="1855"/>
        </pc:sldMkLst>
      </pc:sldChg>
      <pc:sldChg chg="del">
        <pc:chgData name="Thijs Hauspie" userId="c5aa01d0-0751-4207-a587-d7124c844d8f" providerId="ADAL" clId="{EFD894B4-A0D5-4260-B75E-5B2611146D55}" dt="2023-11-15T17:15:09.396" v="3876" actId="47"/>
        <pc:sldMkLst>
          <pc:docMk/>
          <pc:sldMk cId="2858055650" sldId="1856"/>
        </pc:sldMkLst>
      </pc:sldChg>
      <pc:sldChg chg="del">
        <pc:chgData name="Thijs Hauspie" userId="c5aa01d0-0751-4207-a587-d7124c844d8f" providerId="ADAL" clId="{EFD894B4-A0D5-4260-B75E-5B2611146D55}" dt="2023-11-15T17:15:54.296" v="3886" actId="47"/>
        <pc:sldMkLst>
          <pc:docMk/>
          <pc:sldMk cId="3080705124" sldId="1858"/>
        </pc:sldMkLst>
      </pc:sldChg>
      <pc:sldChg chg="modSp mod">
        <pc:chgData name="Thijs Hauspie" userId="c5aa01d0-0751-4207-a587-d7124c844d8f" providerId="ADAL" clId="{EFD894B4-A0D5-4260-B75E-5B2611146D55}" dt="2023-11-15T17:17:56.217" v="3903"/>
        <pc:sldMkLst>
          <pc:docMk/>
          <pc:sldMk cId="2763635484" sldId="1859"/>
        </pc:sldMkLst>
        <pc:spChg chg="mod">
          <ac:chgData name="Thijs Hauspie" userId="c5aa01d0-0751-4207-a587-d7124c844d8f" providerId="ADAL" clId="{EFD894B4-A0D5-4260-B75E-5B2611146D55}" dt="2023-11-15T17:16:16.378" v="3898" actId="207"/>
          <ac:spMkLst>
            <pc:docMk/>
            <pc:sldMk cId="2763635484" sldId="1859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7:17:56.217" v="3903"/>
          <ac:spMkLst>
            <pc:docMk/>
            <pc:sldMk cId="2763635484" sldId="1859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5T17:18:21.992" v="3912" actId="20577"/>
        <pc:sldMkLst>
          <pc:docMk/>
          <pc:sldMk cId="3075885642" sldId="1860"/>
        </pc:sldMkLst>
        <pc:spChg chg="mod">
          <ac:chgData name="Thijs Hauspie" userId="c5aa01d0-0751-4207-a587-d7124c844d8f" providerId="ADAL" clId="{EFD894B4-A0D5-4260-B75E-5B2611146D55}" dt="2023-11-15T17:18:21.992" v="3912" actId="20577"/>
          <ac:spMkLst>
            <pc:docMk/>
            <pc:sldMk cId="3075885642" sldId="1860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7:18:04.453" v="3905"/>
          <ac:spMkLst>
            <pc:docMk/>
            <pc:sldMk cId="3075885642" sldId="1860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5T17:19:58.399" v="3922" actId="20577"/>
        <pc:sldMkLst>
          <pc:docMk/>
          <pc:sldMk cId="3976812726" sldId="1865"/>
        </pc:sldMkLst>
        <pc:spChg chg="mod">
          <ac:chgData name="Thijs Hauspie" userId="c5aa01d0-0751-4207-a587-d7124c844d8f" providerId="ADAL" clId="{EFD894B4-A0D5-4260-B75E-5B2611146D55}" dt="2023-11-15T17:19:58.399" v="3922" actId="20577"/>
          <ac:spMkLst>
            <pc:docMk/>
            <pc:sldMk cId="3976812726" sldId="1865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7:19:48.417" v="3920"/>
          <ac:spMkLst>
            <pc:docMk/>
            <pc:sldMk cId="3976812726" sldId="1865"/>
            <ac:spMk id="7" creationId="{2511D50A-E399-4DFD-994E-025F7BF843B6}"/>
          </ac:spMkLst>
        </pc:spChg>
      </pc:sldChg>
      <pc:sldChg chg="addSp delSp modSp mod">
        <pc:chgData name="Thijs Hauspie" userId="c5aa01d0-0751-4207-a587-d7124c844d8f" providerId="ADAL" clId="{EFD894B4-A0D5-4260-B75E-5B2611146D55}" dt="2023-11-15T17:21:33.800" v="3960" actId="20577"/>
        <pc:sldMkLst>
          <pc:docMk/>
          <pc:sldMk cId="705502928" sldId="1866"/>
        </pc:sldMkLst>
        <pc:spChg chg="mod">
          <ac:chgData name="Thijs Hauspie" userId="c5aa01d0-0751-4207-a587-d7124c844d8f" providerId="ADAL" clId="{EFD894B4-A0D5-4260-B75E-5B2611146D55}" dt="2023-11-15T17:21:33.800" v="3960" actId="20577"/>
          <ac:spMkLst>
            <pc:docMk/>
            <pc:sldMk cId="705502928" sldId="1866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7:20:16.162" v="3932"/>
          <ac:spMkLst>
            <pc:docMk/>
            <pc:sldMk cId="705502928" sldId="1866"/>
            <ac:spMk id="7" creationId="{2511D50A-E399-4DFD-994E-025F7BF843B6}"/>
          </ac:spMkLst>
        </pc:spChg>
        <pc:picChg chg="add del mod">
          <ac:chgData name="Thijs Hauspie" userId="c5aa01d0-0751-4207-a587-d7124c844d8f" providerId="ADAL" clId="{EFD894B4-A0D5-4260-B75E-5B2611146D55}" dt="2023-11-15T17:21:29.646" v="3958" actId="478"/>
          <ac:picMkLst>
            <pc:docMk/>
            <pc:sldMk cId="705502928" sldId="1866"/>
            <ac:picMk id="2" creationId="{12140245-DCA3-93AF-50B4-5C1438F5BC61}"/>
          </ac:picMkLst>
        </pc:picChg>
      </pc:sldChg>
      <pc:sldChg chg="del">
        <pc:chgData name="Thijs Hauspie" userId="c5aa01d0-0751-4207-a587-d7124c844d8f" providerId="ADAL" clId="{EFD894B4-A0D5-4260-B75E-5B2611146D55}" dt="2023-11-15T17:22:06.755" v="3961" actId="47"/>
        <pc:sldMkLst>
          <pc:docMk/>
          <pc:sldMk cId="2350108199" sldId="1867"/>
        </pc:sldMkLst>
      </pc:sldChg>
      <pc:sldChg chg="del">
        <pc:chgData name="Thijs Hauspie" userId="c5aa01d0-0751-4207-a587-d7124c844d8f" providerId="ADAL" clId="{EFD894B4-A0D5-4260-B75E-5B2611146D55}" dt="2023-11-15T17:28:45.997" v="3980" actId="47"/>
        <pc:sldMkLst>
          <pc:docMk/>
          <pc:sldMk cId="3280189709" sldId="1869"/>
        </pc:sldMkLst>
      </pc:sldChg>
      <pc:sldChg chg="del">
        <pc:chgData name="Thijs Hauspie" userId="c5aa01d0-0751-4207-a587-d7124c844d8f" providerId="ADAL" clId="{EFD894B4-A0D5-4260-B75E-5B2611146D55}" dt="2023-11-15T17:32:27.841" v="4088" actId="47"/>
        <pc:sldMkLst>
          <pc:docMk/>
          <pc:sldMk cId="2828027731" sldId="1871"/>
        </pc:sldMkLst>
      </pc:sldChg>
      <pc:sldChg chg="del">
        <pc:chgData name="Thijs Hauspie" userId="c5aa01d0-0751-4207-a587-d7124c844d8f" providerId="ADAL" clId="{EFD894B4-A0D5-4260-B75E-5B2611146D55}" dt="2023-11-15T17:32:29.860" v="4089" actId="47"/>
        <pc:sldMkLst>
          <pc:docMk/>
          <pc:sldMk cId="726137717" sldId="1873"/>
        </pc:sldMkLst>
      </pc:sldChg>
      <pc:sldChg chg="modSp mod ord">
        <pc:chgData name="Thijs Hauspie" userId="c5aa01d0-0751-4207-a587-d7124c844d8f" providerId="ADAL" clId="{EFD894B4-A0D5-4260-B75E-5B2611146D55}" dt="2023-11-15T17:32:44.182" v="4093" actId="20577"/>
        <pc:sldMkLst>
          <pc:docMk/>
          <pc:sldMk cId="4238352803" sldId="1874"/>
        </pc:sldMkLst>
        <pc:spChg chg="mod">
          <ac:chgData name="Thijs Hauspie" userId="c5aa01d0-0751-4207-a587-d7124c844d8f" providerId="ADAL" clId="{EFD894B4-A0D5-4260-B75E-5B2611146D55}" dt="2023-11-15T17:32:44.182" v="4093" actId="20577"/>
          <ac:spMkLst>
            <pc:docMk/>
            <pc:sldMk cId="4238352803" sldId="1874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7:32:39.774" v="4092"/>
          <ac:spMkLst>
            <pc:docMk/>
            <pc:sldMk cId="4238352803" sldId="1874"/>
            <ac:spMk id="7" creationId="{2511D50A-E399-4DFD-994E-025F7BF843B6}"/>
          </ac:spMkLst>
        </pc:spChg>
      </pc:sldChg>
      <pc:sldChg chg="del">
        <pc:chgData name="Thijs Hauspie" userId="c5aa01d0-0751-4207-a587-d7124c844d8f" providerId="ADAL" clId="{EFD894B4-A0D5-4260-B75E-5B2611146D55}" dt="2023-11-15T17:34:32.601" v="4110" actId="47"/>
        <pc:sldMkLst>
          <pc:docMk/>
          <pc:sldMk cId="1436393294" sldId="1875"/>
        </pc:sldMkLst>
      </pc:sldChg>
      <pc:sldChg chg="del">
        <pc:chgData name="Thijs Hauspie" userId="c5aa01d0-0751-4207-a587-d7124c844d8f" providerId="ADAL" clId="{EFD894B4-A0D5-4260-B75E-5B2611146D55}" dt="2023-11-15T17:35:24.458" v="4113" actId="47"/>
        <pc:sldMkLst>
          <pc:docMk/>
          <pc:sldMk cId="2908226282" sldId="1876"/>
        </pc:sldMkLst>
      </pc:sldChg>
      <pc:sldChg chg="addSp delSp modSp mod">
        <pc:chgData name="Thijs Hauspie" userId="c5aa01d0-0751-4207-a587-d7124c844d8f" providerId="ADAL" clId="{EFD894B4-A0D5-4260-B75E-5B2611146D55}" dt="2023-11-15T17:46:42.447" v="4148" actId="1076"/>
        <pc:sldMkLst>
          <pc:docMk/>
          <pc:sldMk cId="806283066" sldId="1878"/>
        </pc:sldMkLst>
        <pc:spChg chg="mod">
          <ac:chgData name="Thijs Hauspie" userId="c5aa01d0-0751-4207-a587-d7124c844d8f" providerId="ADAL" clId="{EFD894B4-A0D5-4260-B75E-5B2611146D55}" dt="2023-11-15T17:46:36.449" v="4144" actId="20577"/>
          <ac:spMkLst>
            <pc:docMk/>
            <pc:sldMk cId="806283066" sldId="1878"/>
            <ac:spMk id="3" creationId="{9D681660-C845-4247-90A7-CA091A9A7597}"/>
          </ac:spMkLst>
        </pc:spChg>
        <pc:spChg chg="mod">
          <ac:chgData name="Thijs Hauspie" userId="c5aa01d0-0751-4207-a587-d7124c844d8f" providerId="ADAL" clId="{EFD894B4-A0D5-4260-B75E-5B2611146D55}" dt="2023-11-15T17:43:31.002" v="4136"/>
          <ac:spMkLst>
            <pc:docMk/>
            <pc:sldMk cId="806283066" sldId="1878"/>
            <ac:spMk id="6" creationId="{A5707DB5-C443-4CDC-94A6-E5DEE9F72ED0}"/>
          </ac:spMkLst>
        </pc:spChg>
        <pc:picChg chg="mod">
          <ac:chgData name="Thijs Hauspie" userId="c5aa01d0-0751-4207-a587-d7124c844d8f" providerId="ADAL" clId="{EFD894B4-A0D5-4260-B75E-5B2611146D55}" dt="2023-11-15T17:46:42.447" v="4148" actId="1076"/>
          <ac:picMkLst>
            <pc:docMk/>
            <pc:sldMk cId="806283066" sldId="1878"/>
            <ac:picMk id="2" creationId="{DE4901DB-41D1-4B7A-A5DD-921A3DE1EF36}"/>
          </ac:picMkLst>
        </pc:picChg>
        <pc:picChg chg="mod">
          <ac:chgData name="Thijs Hauspie" userId="c5aa01d0-0751-4207-a587-d7124c844d8f" providerId="ADAL" clId="{EFD894B4-A0D5-4260-B75E-5B2611146D55}" dt="2023-11-15T17:46:41.175" v="4147" actId="1076"/>
          <ac:picMkLst>
            <pc:docMk/>
            <pc:sldMk cId="806283066" sldId="1878"/>
            <ac:picMk id="7" creationId="{AB6ABDF5-7DE4-48D6-8A79-6791631CA126}"/>
          </ac:picMkLst>
        </pc:picChg>
        <pc:picChg chg="add del">
          <ac:chgData name="Thijs Hauspie" userId="c5aa01d0-0751-4207-a587-d7124c844d8f" providerId="ADAL" clId="{EFD894B4-A0D5-4260-B75E-5B2611146D55}" dt="2023-11-15T17:46:39.621" v="4146" actId="478"/>
          <ac:picMkLst>
            <pc:docMk/>
            <pc:sldMk cId="806283066" sldId="1878"/>
            <ac:picMk id="8" creationId="{F91961B4-49A0-1EF4-6302-C2773BD245E2}"/>
          </ac:picMkLst>
        </pc:picChg>
      </pc:sldChg>
      <pc:sldChg chg="addSp delSp modSp mod">
        <pc:chgData name="Thijs Hauspie" userId="c5aa01d0-0751-4207-a587-d7124c844d8f" providerId="ADAL" clId="{EFD894B4-A0D5-4260-B75E-5B2611146D55}" dt="2023-11-15T17:48:34.057" v="4196" actId="14100"/>
        <pc:sldMkLst>
          <pc:docMk/>
          <pc:sldMk cId="4204406132" sldId="1879"/>
        </pc:sldMkLst>
        <pc:spChg chg="mod ord">
          <ac:chgData name="Thijs Hauspie" userId="c5aa01d0-0751-4207-a587-d7124c844d8f" providerId="ADAL" clId="{EFD894B4-A0D5-4260-B75E-5B2611146D55}" dt="2023-11-15T17:48:23.558" v="4190" actId="167"/>
          <ac:spMkLst>
            <pc:docMk/>
            <pc:sldMk cId="4204406132" sldId="1879"/>
            <ac:spMk id="3" creationId="{9D681660-C845-4247-90A7-CA091A9A7597}"/>
          </ac:spMkLst>
        </pc:spChg>
        <pc:spChg chg="mod">
          <ac:chgData name="Thijs Hauspie" userId="c5aa01d0-0751-4207-a587-d7124c844d8f" providerId="ADAL" clId="{EFD894B4-A0D5-4260-B75E-5B2611146D55}" dt="2023-11-15T17:43:33.577" v="4137"/>
          <ac:spMkLst>
            <pc:docMk/>
            <pc:sldMk cId="4204406132" sldId="1879"/>
            <ac:spMk id="6" creationId="{A5707DB5-C443-4CDC-94A6-E5DEE9F72ED0}"/>
          </ac:spMkLst>
        </pc:spChg>
        <pc:spChg chg="del">
          <ac:chgData name="Thijs Hauspie" userId="c5aa01d0-0751-4207-a587-d7124c844d8f" providerId="ADAL" clId="{EFD894B4-A0D5-4260-B75E-5B2611146D55}" dt="2023-11-15T17:48:26.640" v="4191" actId="478"/>
          <ac:spMkLst>
            <pc:docMk/>
            <pc:sldMk cId="4204406132" sldId="1879"/>
            <ac:spMk id="18" creationId="{21811FF4-662A-423E-89D9-04928218941D}"/>
          </ac:spMkLst>
        </pc:spChg>
        <pc:picChg chg="add mod">
          <ac:chgData name="Thijs Hauspie" userId="c5aa01d0-0751-4207-a587-d7124c844d8f" providerId="ADAL" clId="{EFD894B4-A0D5-4260-B75E-5B2611146D55}" dt="2023-11-15T17:48:34.057" v="4196" actId="14100"/>
          <ac:picMkLst>
            <pc:docMk/>
            <pc:sldMk cId="4204406132" sldId="1879"/>
            <ac:picMk id="9" creationId="{8E299949-F6AF-3952-904D-8DA2E0346EEC}"/>
          </ac:picMkLst>
        </pc:picChg>
      </pc:sldChg>
      <pc:sldChg chg="modSp mod">
        <pc:chgData name="Thijs Hauspie" userId="c5aa01d0-0751-4207-a587-d7124c844d8f" providerId="ADAL" clId="{EFD894B4-A0D5-4260-B75E-5B2611146D55}" dt="2023-11-15T17:53:56.035" v="4202"/>
        <pc:sldMkLst>
          <pc:docMk/>
          <pc:sldMk cId="1102596552" sldId="1880"/>
        </pc:sldMkLst>
        <pc:spChg chg="mod">
          <ac:chgData name="Thijs Hauspie" userId="c5aa01d0-0751-4207-a587-d7124c844d8f" providerId="ADAL" clId="{EFD894B4-A0D5-4260-B75E-5B2611146D55}" dt="2023-11-15T17:53:26.058" v="4200" actId="20577"/>
          <ac:spMkLst>
            <pc:docMk/>
            <pc:sldMk cId="1102596552" sldId="1880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7:53:56.035" v="4202"/>
          <ac:spMkLst>
            <pc:docMk/>
            <pc:sldMk cId="1102596552" sldId="1880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7T11:08:16.098" v="5132" actId="1076"/>
        <pc:sldMkLst>
          <pc:docMk/>
          <pc:sldMk cId="224636282" sldId="1881"/>
        </pc:sldMkLst>
        <pc:graphicFrameChg chg="mod">
          <ac:chgData name="Thijs Hauspie" userId="c5aa01d0-0751-4207-a587-d7124c844d8f" providerId="ADAL" clId="{EFD894B4-A0D5-4260-B75E-5B2611146D55}" dt="2023-11-17T11:08:16.098" v="5132" actId="1076"/>
          <ac:graphicFrameMkLst>
            <pc:docMk/>
            <pc:sldMk cId="224636282" sldId="1881"/>
            <ac:graphicFrameMk id="91" creationId="{3CFB8AB4-FEFB-4A84-B384-AEC2F695BE45}"/>
          </ac:graphicFrameMkLst>
        </pc:graphicFrameChg>
      </pc:sldChg>
      <pc:sldChg chg="modSp mod">
        <pc:chgData name="Thijs Hauspie" userId="c5aa01d0-0751-4207-a587-d7124c844d8f" providerId="ADAL" clId="{EFD894B4-A0D5-4260-B75E-5B2611146D55}" dt="2023-11-15T17:18:00.739" v="3904"/>
        <pc:sldMkLst>
          <pc:docMk/>
          <pc:sldMk cId="2153805064" sldId="1882"/>
        </pc:sldMkLst>
        <pc:spChg chg="mod">
          <ac:chgData name="Thijs Hauspie" userId="c5aa01d0-0751-4207-a587-d7124c844d8f" providerId="ADAL" clId="{EFD894B4-A0D5-4260-B75E-5B2611146D55}" dt="2023-11-15T17:16:46.804" v="3900" actId="14"/>
          <ac:spMkLst>
            <pc:docMk/>
            <pc:sldMk cId="2153805064" sldId="1882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7:18:00.739" v="3904"/>
          <ac:spMkLst>
            <pc:docMk/>
            <pc:sldMk cId="2153805064" sldId="1882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5T17:43:24.253" v="4133"/>
        <pc:sldMkLst>
          <pc:docMk/>
          <pc:sldMk cId="2777352345" sldId="1883"/>
        </pc:sldMkLst>
        <pc:spChg chg="mod">
          <ac:chgData name="Thijs Hauspie" userId="c5aa01d0-0751-4207-a587-d7124c844d8f" providerId="ADAL" clId="{EFD894B4-A0D5-4260-B75E-5B2611146D55}" dt="2023-11-15T17:43:24.253" v="4133"/>
          <ac:spMkLst>
            <pc:docMk/>
            <pc:sldMk cId="2777352345" sldId="1883"/>
            <ac:spMk id="2" creationId="{CB15C49E-74BB-4B20-BF2C-68F451A912DF}"/>
          </ac:spMkLst>
        </pc:spChg>
      </pc:sldChg>
      <pc:sldChg chg="modSp mod">
        <pc:chgData name="Thijs Hauspie" userId="c5aa01d0-0751-4207-a587-d7124c844d8f" providerId="ADAL" clId="{EFD894B4-A0D5-4260-B75E-5B2611146D55}" dt="2023-11-15T17:43:26.272" v="4134"/>
        <pc:sldMkLst>
          <pc:docMk/>
          <pc:sldMk cId="4267290163" sldId="1884"/>
        </pc:sldMkLst>
        <pc:spChg chg="mod">
          <ac:chgData name="Thijs Hauspie" userId="c5aa01d0-0751-4207-a587-d7124c844d8f" providerId="ADAL" clId="{EFD894B4-A0D5-4260-B75E-5B2611146D55}" dt="2023-11-15T17:43:26.272" v="4134"/>
          <ac:spMkLst>
            <pc:docMk/>
            <pc:sldMk cId="4267290163" sldId="1884"/>
            <ac:spMk id="2" creationId="{CB15C49E-74BB-4B20-BF2C-68F451A912DF}"/>
          </ac:spMkLst>
        </pc:spChg>
        <pc:spChg chg="mod">
          <ac:chgData name="Thijs Hauspie" userId="c5aa01d0-0751-4207-a587-d7124c844d8f" providerId="ADAL" clId="{EFD894B4-A0D5-4260-B75E-5B2611146D55}" dt="2023-11-15T17:42:55.984" v="4131" actId="14"/>
          <ac:spMkLst>
            <pc:docMk/>
            <pc:sldMk cId="4267290163" sldId="1884"/>
            <ac:spMk id="3" creationId="{3CDE1E18-32B6-415F-BB7E-BD52DF9237A0}"/>
          </ac:spMkLst>
        </pc:spChg>
      </pc:sldChg>
      <pc:sldChg chg="modSp mod">
        <pc:chgData name="Thijs Hauspie" userId="c5aa01d0-0751-4207-a587-d7124c844d8f" providerId="ADAL" clId="{EFD894B4-A0D5-4260-B75E-5B2611146D55}" dt="2023-11-17T11:51:01.417" v="5144" actId="20577"/>
        <pc:sldMkLst>
          <pc:docMk/>
          <pc:sldMk cId="1988262404" sldId="1885"/>
        </pc:sldMkLst>
        <pc:spChg chg="mod">
          <ac:chgData name="Thijs Hauspie" userId="c5aa01d0-0751-4207-a587-d7124c844d8f" providerId="ADAL" clId="{EFD894B4-A0D5-4260-B75E-5B2611146D55}" dt="2023-11-17T11:51:01.417" v="5144" actId="20577"/>
          <ac:spMkLst>
            <pc:docMk/>
            <pc:sldMk cId="1988262404" sldId="1885"/>
            <ac:spMk id="3" creationId="{9D681660-C845-4247-90A7-CA091A9A7597}"/>
          </ac:spMkLst>
        </pc:spChg>
        <pc:spChg chg="mod">
          <ac:chgData name="Thijs Hauspie" userId="c5aa01d0-0751-4207-a587-d7124c844d8f" providerId="ADAL" clId="{EFD894B4-A0D5-4260-B75E-5B2611146D55}" dt="2023-11-15T17:53:42.390" v="4201"/>
          <ac:spMkLst>
            <pc:docMk/>
            <pc:sldMk cId="1988262404" sldId="1885"/>
            <ac:spMk id="6" creationId="{A5707DB5-C443-4CDC-94A6-E5DEE9F72ED0}"/>
          </ac:spMkLst>
        </pc:spChg>
      </pc:sldChg>
      <pc:sldChg chg="del">
        <pc:chgData name="Thijs Hauspie" userId="c5aa01d0-0751-4207-a587-d7124c844d8f" providerId="ADAL" clId="{EFD894B4-A0D5-4260-B75E-5B2611146D55}" dt="2023-11-15T18:06:33.046" v="4543" actId="47"/>
        <pc:sldMkLst>
          <pc:docMk/>
          <pc:sldMk cId="612566803" sldId="1886"/>
        </pc:sldMkLst>
      </pc:sldChg>
      <pc:sldChg chg="del">
        <pc:chgData name="Thijs Hauspie" userId="c5aa01d0-0751-4207-a587-d7124c844d8f" providerId="ADAL" clId="{EFD894B4-A0D5-4260-B75E-5B2611146D55}" dt="2023-11-15T18:16:57.154" v="4717" actId="47"/>
        <pc:sldMkLst>
          <pc:docMk/>
          <pc:sldMk cId="3264610580" sldId="1887"/>
        </pc:sldMkLst>
      </pc:sldChg>
      <pc:sldChg chg="del">
        <pc:chgData name="Thijs Hauspie" userId="c5aa01d0-0751-4207-a587-d7124c844d8f" providerId="ADAL" clId="{EFD894B4-A0D5-4260-B75E-5B2611146D55}" dt="2023-11-15T18:17:51.776" v="4728" actId="47"/>
        <pc:sldMkLst>
          <pc:docMk/>
          <pc:sldMk cId="1438763297" sldId="1888"/>
        </pc:sldMkLst>
      </pc:sldChg>
      <pc:sldChg chg="del">
        <pc:chgData name="Thijs Hauspie" userId="c5aa01d0-0751-4207-a587-d7124c844d8f" providerId="ADAL" clId="{EFD894B4-A0D5-4260-B75E-5B2611146D55}" dt="2023-11-15T18:19:36.374" v="4778" actId="47"/>
        <pc:sldMkLst>
          <pc:docMk/>
          <pc:sldMk cId="1199975677" sldId="1889"/>
        </pc:sldMkLst>
      </pc:sldChg>
      <pc:sldChg chg="modSp mod">
        <pc:chgData name="Thijs Hauspie" userId="c5aa01d0-0751-4207-a587-d7124c844d8f" providerId="ADAL" clId="{EFD894B4-A0D5-4260-B75E-5B2611146D55}" dt="2023-11-15T18:19:55.463" v="4783"/>
        <pc:sldMkLst>
          <pc:docMk/>
          <pc:sldMk cId="1547956717" sldId="1893"/>
        </pc:sldMkLst>
        <pc:spChg chg="mod">
          <ac:chgData name="Thijs Hauspie" userId="c5aa01d0-0751-4207-a587-d7124c844d8f" providerId="ADAL" clId="{EFD894B4-A0D5-4260-B75E-5B2611146D55}" dt="2023-11-15T18:19:54.338" v="4782" actId="207"/>
          <ac:spMkLst>
            <pc:docMk/>
            <pc:sldMk cId="1547956717" sldId="1893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8:19:55.463" v="4783"/>
          <ac:spMkLst>
            <pc:docMk/>
            <pc:sldMk cId="1547956717" sldId="1893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5T18:20:34.923" v="4790" actId="20577"/>
        <pc:sldMkLst>
          <pc:docMk/>
          <pc:sldMk cId="4072465433" sldId="1894"/>
        </pc:sldMkLst>
        <pc:spChg chg="mod">
          <ac:chgData name="Thijs Hauspie" userId="c5aa01d0-0751-4207-a587-d7124c844d8f" providerId="ADAL" clId="{EFD894B4-A0D5-4260-B75E-5B2611146D55}" dt="2023-11-15T18:20:34.923" v="4790" actId="20577"/>
          <ac:spMkLst>
            <pc:docMk/>
            <pc:sldMk cId="4072465433" sldId="1894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8:20:00.082" v="4784"/>
          <ac:spMkLst>
            <pc:docMk/>
            <pc:sldMk cId="4072465433" sldId="1894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5T18:21:13.902" v="4804" actId="20577"/>
        <pc:sldMkLst>
          <pc:docMk/>
          <pc:sldMk cId="4003317209" sldId="1895"/>
        </pc:sldMkLst>
        <pc:spChg chg="mod">
          <ac:chgData name="Thijs Hauspie" userId="c5aa01d0-0751-4207-a587-d7124c844d8f" providerId="ADAL" clId="{EFD894B4-A0D5-4260-B75E-5B2611146D55}" dt="2023-11-15T18:21:13.902" v="4804" actId="20577"/>
          <ac:spMkLst>
            <pc:docMk/>
            <pc:sldMk cId="4003317209" sldId="1895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8:20:44.282" v="4791"/>
          <ac:spMkLst>
            <pc:docMk/>
            <pc:sldMk cId="4003317209" sldId="1895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5T18:21:30.921" v="4809" actId="207"/>
        <pc:sldMkLst>
          <pc:docMk/>
          <pc:sldMk cId="1484916096" sldId="1896"/>
        </pc:sldMkLst>
        <pc:spChg chg="mod">
          <ac:chgData name="Thijs Hauspie" userId="c5aa01d0-0751-4207-a587-d7124c844d8f" providerId="ADAL" clId="{EFD894B4-A0D5-4260-B75E-5B2611146D55}" dt="2023-11-15T18:21:30.921" v="4809" actId="207"/>
          <ac:spMkLst>
            <pc:docMk/>
            <pc:sldMk cId="1484916096" sldId="1896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8:21:22.722" v="4805"/>
          <ac:spMkLst>
            <pc:docMk/>
            <pc:sldMk cId="1484916096" sldId="1896"/>
            <ac:spMk id="7" creationId="{2511D50A-E399-4DFD-994E-025F7BF843B6}"/>
          </ac:spMkLst>
        </pc:spChg>
      </pc:sldChg>
      <pc:sldChg chg="modSp mod">
        <pc:chgData name="Thijs Hauspie" userId="c5aa01d0-0751-4207-a587-d7124c844d8f" providerId="ADAL" clId="{EFD894B4-A0D5-4260-B75E-5B2611146D55}" dt="2023-11-15T18:22:38.115" v="4817" actId="20577"/>
        <pc:sldMkLst>
          <pc:docMk/>
          <pc:sldMk cId="2507539037" sldId="1897"/>
        </pc:sldMkLst>
        <pc:spChg chg="mod">
          <ac:chgData name="Thijs Hauspie" userId="c5aa01d0-0751-4207-a587-d7124c844d8f" providerId="ADAL" clId="{EFD894B4-A0D5-4260-B75E-5B2611146D55}" dt="2023-11-15T18:22:38.115" v="4817" actId="20577"/>
          <ac:spMkLst>
            <pc:docMk/>
            <pc:sldMk cId="2507539037" sldId="1897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8:22:35.187" v="4811"/>
          <ac:spMkLst>
            <pc:docMk/>
            <pc:sldMk cId="2507539037" sldId="1897"/>
            <ac:spMk id="7" creationId="{2511D50A-E399-4DFD-994E-025F7BF843B6}"/>
          </ac:spMkLst>
        </pc:spChg>
      </pc:sldChg>
      <pc:sldChg chg="addSp delSp modSp mod">
        <pc:chgData name="Thijs Hauspie" userId="c5aa01d0-0751-4207-a587-d7124c844d8f" providerId="ADAL" clId="{EFD894B4-A0D5-4260-B75E-5B2611146D55}" dt="2023-11-15T18:25:40.470" v="4848" actId="1076"/>
        <pc:sldMkLst>
          <pc:docMk/>
          <pc:sldMk cId="2029966077" sldId="1898"/>
        </pc:sldMkLst>
        <pc:spChg chg="mod">
          <ac:chgData name="Thijs Hauspie" userId="c5aa01d0-0751-4207-a587-d7124c844d8f" providerId="ADAL" clId="{EFD894B4-A0D5-4260-B75E-5B2611146D55}" dt="2023-11-15T18:23:46.642" v="4820" actId="20577"/>
          <ac:spMkLst>
            <pc:docMk/>
            <pc:sldMk cId="2029966077" sldId="1898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8:22:45.848" v="4818"/>
          <ac:spMkLst>
            <pc:docMk/>
            <pc:sldMk cId="2029966077" sldId="1898"/>
            <ac:spMk id="7" creationId="{2511D50A-E399-4DFD-994E-025F7BF843B6}"/>
          </ac:spMkLst>
        </pc:spChg>
        <pc:picChg chg="mod">
          <ac:chgData name="Thijs Hauspie" userId="c5aa01d0-0751-4207-a587-d7124c844d8f" providerId="ADAL" clId="{EFD894B4-A0D5-4260-B75E-5B2611146D55}" dt="2023-11-15T18:23:26.713" v="4819" actId="14826"/>
          <ac:picMkLst>
            <pc:docMk/>
            <pc:sldMk cId="2029966077" sldId="1898"/>
            <ac:picMk id="2" creationId="{0D573B2C-1E54-4020-B400-C5DC7768B7BA}"/>
          </ac:picMkLst>
        </pc:picChg>
        <pc:picChg chg="add del mod">
          <ac:chgData name="Thijs Hauspie" userId="c5aa01d0-0751-4207-a587-d7124c844d8f" providerId="ADAL" clId="{EFD894B4-A0D5-4260-B75E-5B2611146D55}" dt="2023-11-15T18:25:31.749" v="4845" actId="478"/>
          <ac:picMkLst>
            <pc:docMk/>
            <pc:sldMk cId="2029966077" sldId="1898"/>
            <ac:picMk id="8" creationId="{AAE4423F-B35C-84FE-7927-E466DE596DA5}"/>
          </ac:picMkLst>
        </pc:picChg>
        <pc:picChg chg="add mod">
          <ac:chgData name="Thijs Hauspie" userId="c5aa01d0-0751-4207-a587-d7124c844d8f" providerId="ADAL" clId="{EFD894B4-A0D5-4260-B75E-5B2611146D55}" dt="2023-11-15T18:25:40.470" v="4848" actId="1076"/>
          <ac:picMkLst>
            <pc:docMk/>
            <pc:sldMk cId="2029966077" sldId="1898"/>
            <ac:picMk id="9" creationId="{AF5E58AE-82D2-0F19-21C3-9B0B6F59E1B6}"/>
          </ac:picMkLst>
        </pc:picChg>
      </pc:sldChg>
      <pc:sldChg chg="modSp del mod">
        <pc:chgData name="Thijs Hauspie" userId="c5aa01d0-0751-4207-a587-d7124c844d8f" providerId="ADAL" clId="{EFD894B4-A0D5-4260-B75E-5B2611146D55}" dt="2023-11-15T18:26:09.521" v="4853" actId="47"/>
        <pc:sldMkLst>
          <pc:docMk/>
          <pc:sldMk cId="31150855" sldId="1899"/>
        </pc:sldMkLst>
        <pc:spChg chg="mod">
          <ac:chgData name="Thijs Hauspie" userId="c5aa01d0-0751-4207-a587-d7124c844d8f" providerId="ADAL" clId="{EFD894B4-A0D5-4260-B75E-5B2611146D55}" dt="2023-11-15T18:24:49.363" v="4839" actId="20577"/>
          <ac:spMkLst>
            <pc:docMk/>
            <pc:sldMk cId="31150855" sldId="1899"/>
            <ac:spMk id="12" creationId="{6A9873E1-FE97-4507-B54B-C1735A2C97ED}"/>
          </ac:spMkLst>
        </pc:spChg>
      </pc:sldChg>
      <pc:sldChg chg="del">
        <pc:chgData name="Thijs Hauspie" userId="c5aa01d0-0751-4207-a587-d7124c844d8f" providerId="ADAL" clId="{EFD894B4-A0D5-4260-B75E-5B2611146D55}" dt="2023-11-15T18:28:39.953" v="4912" actId="47"/>
        <pc:sldMkLst>
          <pc:docMk/>
          <pc:sldMk cId="3643052705" sldId="1900"/>
        </pc:sldMkLst>
      </pc:sldChg>
      <pc:sldChg chg="addSp delSp modSp mod modAnim">
        <pc:chgData name="Thijs Hauspie" userId="c5aa01d0-0751-4207-a587-d7124c844d8f" providerId="ADAL" clId="{EFD894B4-A0D5-4260-B75E-5B2611146D55}" dt="2023-11-15T18:30:26.114" v="4926"/>
        <pc:sldMkLst>
          <pc:docMk/>
          <pc:sldMk cId="155666921" sldId="1901"/>
        </pc:sldMkLst>
        <pc:spChg chg="mod">
          <ac:chgData name="Thijs Hauspie" userId="c5aa01d0-0751-4207-a587-d7124c844d8f" providerId="ADAL" clId="{EFD894B4-A0D5-4260-B75E-5B2611146D55}" dt="2023-11-15T18:30:26.114" v="4926"/>
          <ac:spMkLst>
            <pc:docMk/>
            <pc:sldMk cId="155666921" sldId="1901"/>
            <ac:spMk id="7" creationId="{2511D50A-E399-4DFD-994E-025F7BF843B6}"/>
          </ac:spMkLst>
        </pc:spChg>
        <pc:spChg chg="add mod">
          <ac:chgData name="Thijs Hauspie" userId="c5aa01d0-0751-4207-a587-d7124c844d8f" providerId="ADAL" clId="{EFD894B4-A0D5-4260-B75E-5B2611146D55}" dt="2023-11-15T18:30:08.578" v="4923" actId="1076"/>
          <ac:spMkLst>
            <pc:docMk/>
            <pc:sldMk cId="155666921" sldId="1901"/>
            <ac:spMk id="8" creationId="{DC866FB1-D1EF-7D7D-FF3E-F77DFD395982}"/>
          </ac:spMkLst>
        </pc:spChg>
        <pc:spChg chg="add mod">
          <ac:chgData name="Thijs Hauspie" userId="c5aa01d0-0751-4207-a587-d7124c844d8f" providerId="ADAL" clId="{EFD894B4-A0D5-4260-B75E-5B2611146D55}" dt="2023-11-15T18:30:08.578" v="4923" actId="1076"/>
          <ac:spMkLst>
            <pc:docMk/>
            <pc:sldMk cId="155666921" sldId="1901"/>
            <ac:spMk id="9" creationId="{6B34F336-48D7-4551-7FF9-7624F0C3F90D}"/>
          </ac:spMkLst>
        </pc:spChg>
        <pc:spChg chg="del">
          <ac:chgData name="Thijs Hauspie" userId="c5aa01d0-0751-4207-a587-d7124c844d8f" providerId="ADAL" clId="{EFD894B4-A0D5-4260-B75E-5B2611146D55}" dt="2023-11-15T18:29:58.378" v="4919" actId="478"/>
          <ac:spMkLst>
            <pc:docMk/>
            <pc:sldMk cId="155666921" sldId="1901"/>
            <ac:spMk id="11" creationId="{4D469B1A-5A37-4156-81AC-EEDAAAD79C38}"/>
          </ac:spMkLst>
        </pc:spChg>
        <pc:spChg chg="del">
          <ac:chgData name="Thijs Hauspie" userId="c5aa01d0-0751-4207-a587-d7124c844d8f" providerId="ADAL" clId="{EFD894B4-A0D5-4260-B75E-5B2611146D55}" dt="2023-11-15T18:29:58.378" v="4919" actId="478"/>
          <ac:spMkLst>
            <pc:docMk/>
            <pc:sldMk cId="155666921" sldId="1901"/>
            <ac:spMk id="12" creationId="{63964306-7A8E-4743-9E07-90FDB6C09FDB}"/>
          </ac:spMkLst>
        </pc:spChg>
        <pc:spChg chg="mod">
          <ac:chgData name="Thijs Hauspie" userId="c5aa01d0-0751-4207-a587-d7124c844d8f" providerId="ADAL" clId="{EFD894B4-A0D5-4260-B75E-5B2611146D55}" dt="2023-11-15T18:30:12.046" v="4924" actId="1076"/>
          <ac:spMkLst>
            <pc:docMk/>
            <pc:sldMk cId="155666921" sldId="1901"/>
            <ac:spMk id="13" creationId="{A941D42A-51EA-42D6-9589-D7FCB1F6A20C}"/>
          </ac:spMkLst>
        </pc:spChg>
        <pc:picChg chg="del">
          <ac:chgData name="Thijs Hauspie" userId="c5aa01d0-0751-4207-a587-d7124c844d8f" providerId="ADAL" clId="{EFD894B4-A0D5-4260-B75E-5B2611146D55}" dt="2023-11-15T18:29:58.378" v="4919" actId="478"/>
          <ac:picMkLst>
            <pc:docMk/>
            <pc:sldMk cId="155666921" sldId="1901"/>
            <ac:picMk id="2" creationId="{627EAC44-5A86-436D-AFA8-A6D7B27ABF30}"/>
          </ac:picMkLst>
        </pc:picChg>
        <pc:picChg chg="add mod">
          <ac:chgData name="Thijs Hauspie" userId="c5aa01d0-0751-4207-a587-d7124c844d8f" providerId="ADAL" clId="{EFD894B4-A0D5-4260-B75E-5B2611146D55}" dt="2023-11-15T18:30:08.578" v="4923" actId="1076"/>
          <ac:picMkLst>
            <pc:docMk/>
            <pc:sldMk cId="155666921" sldId="1901"/>
            <ac:picMk id="5" creationId="{7CAE73D0-3659-2410-3A36-A6C261867446}"/>
          </ac:picMkLst>
        </pc:picChg>
        <pc:picChg chg="mod">
          <ac:chgData name="Thijs Hauspie" userId="c5aa01d0-0751-4207-a587-d7124c844d8f" providerId="ADAL" clId="{EFD894B4-A0D5-4260-B75E-5B2611146D55}" dt="2023-11-15T18:30:03.687" v="4922" actId="1076"/>
          <ac:picMkLst>
            <pc:docMk/>
            <pc:sldMk cId="155666921" sldId="1901"/>
            <ac:picMk id="6" creationId="{BF815079-C314-4389-9751-21981FFE45EA}"/>
          </ac:picMkLst>
        </pc:picChg>
      </pc:sldChg>
      <pc:sldChg chg="modSp mod">
        <pc:chgData name="Thijs Hauspie" userId="c5aa01d0-0751-4207-a587-d7124c844d8f" providerId="ADAL" clId="{EFD894B4-A0D5-4260-B75E-5B2611146D55}" dt="2023-11-15T18:33:49.267" v="5095" actId="20577"/>
        <pc:sldMkLst>
          <pc:docMk/>
          <pc:sldMk cId="1578831498" sldId="1902"/>
        </pc:sldMkLst>
        <pc:spChg chg="mod">
          <ac:chgData name="Thijs Hauspie" userId="c5aa01d0-0751-4207-a587-d7124c844d8f" providerId="ADAL" clId="{EFD894B4-A0D5-4260-B75E-5B2611146D55}" dt="2023-11-15T18:33:49.267" v="5095" actId="20577"/>
          <ac:spMkLst>
            <pc:docMk/>
            <pc:sldMk cId="1578831498" sldId="1902"/>
            <ac:spMk id="3" creationId="{39011522-9118-40C3-A09B-F25B95FAB7B4}"/>
          </ac:spMkLst>
        </pc:spChg>
        <pc:spChg chg="mod">
          <ac:chgData name="Thijs Hauspie" userId="c5aa01d0-0751-4207-a587-d7124c844d8f" providerId="ADAL" clId="{EFD894B4-A0D5-4260-B75E-5B2611146D55}" dt="2023-11-15T18:32:41.927" v="5043"/>
          <ac:spMkLst>
            <pc:docMk/>
            <pc:sldMk cId="1578831498" sldId="1902"/>
            <ac:spMk id="7" creationId="{2511D50A-E399-4DFD-994E-025F7BF843B6}"/>
          </ac:spMkLst>
        </pc:spChg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75102936" sldId="1903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412766341" sldId="1904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939311936" sldId="1905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926449672" sldId="1907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61463293" sldId="1908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752343722" sldId="1909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753120989" sldId="1910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561409951" sldId="1911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4123590398" sldId="1912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913591251" sldId="1913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773584779" sldId="1914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520944564" sldId="1915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958057923" sldId="1916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419625566" sldId="1917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568167252" sldId="1918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061508551" sldId="1920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061680254" sldId="1921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827119069" sldId="1922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934896690" sldId="1923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811307822" sldId="1924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432980060" sldId="1925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4226645351" sldId="1928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157777055" sldId="1929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900243790" sldId="1930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204640794" sldId="1931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222488378" sldId="1932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217359534" sldId="1933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4203137713" sldId="1934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460938429" sldId="1935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997948388" sldId="1936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1684669260" sldId="1937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479932774" sldId="1939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548629587" sldId="1940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937100933" sldId="1941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455273356" sldId="1942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356086930" sldId="1943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938125684" sldId="1944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113743945" sldId="1945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903470207" sldId="1946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3396515507" sldId="1947"/>
        </pc:sldMkLst>
      </pc:sldChg>
      <pc:sldChg chg="del">
        <pc:chgData name="Thijs Hauspie" userId="c5aa01d0-0751-4207-a587-d7124c844d8f" providerId="ADAL" clId="{EFD894B4-A0D5-4260-B75E-5B2611146D55}" dt="2023-11-13T11:08:11.298" v="256" actId="47"/>
        <pc:sldMkLst>
          <pc:docMk/>
          <pc:sldMk cId="2983396007" sldId="1948"/>
        </pc:sldMkLst>
      </pc:sldChg>
      <pc:sldChg chg="addSp delSp modSp add mod modAnim modNotesTx">
        <pc:chgData name="Thijs Hauspie" userId="c5aa01d0-0751-4207-a587-d7124c844d8f" providerId="ADAL" clId="{EFD894B4-A0D5-4260-B75E-5B2611146D55}" dt="2023-11-15T09:46:33.739" v="281" actId="20577"/>
        <pc:sldMkLst>
          <pc:docMk/>
          <pc:sldMk cId="676947030" sldId="1949"/>
        </pc:sldMkLst>
        <pc:spChg chg="mod">
          <ac:chgData name="Thijs Hauspie" userId="c5aa01d0-0751-4207-a587-d7124c844d8f" providerId="ADAL" clId="{EFD894B4-A0D5-4260-B75E-5B2611146D55}" dt="2023-11-15T09:46:33.739" v="281" actId="20577"/>
          <ac:spMkLst>
            <pc:docMk/>
            <pc:sldMk cId="676947030" sldId="1949"/>
            <ac:spMk id="3" creationId="{B79653B5-31CC-4B30-84DF-73319A19B7F6}"/>
          </ac:spMkLst>
        </pc:spChg>
        <pc:spChg chg="del">
          <ac:chgData name="Thijs Hauspie" userId="c5aa01d0-0751-4207-a587-d7124c844d8f" providerId="ADAL" clId="{EFD894B4-A0D5-4260-B75E-5B2611146D55}" dt="2023-11-13T10:48:27.602" v="162" actId="478"/>
          <ac:spMkLst>
            <pc:docMk/>
            <pc:sldMk cId="676947030" sldId="1949"/>
            <ac:spMk id="5" creationId="{3807F7A6-2B20-426F-A58D-B06A18042E01}"/>
          </ac:spMkLst>
        </pc:spChg>
        <pc:spChg chg="add mod">
          <ac:chgData name="Thijs Hauspie" userId="c5aa01d0-0751-4207-a587-d7124c844d8f" providerId="ADAL" clId="{EFD894B4-A0D5-4260-B75E-5B2611146D55}" dt="2023-11-13T10:48:15.592" v="158" actId="1076"/>
          <ac:spMkLst>
            <pc:docMk/>
            <pc:sldMk cId="676947030" sldId="1949"/>
            <ac:spMk id="8" creationId="{338B40A4-27D4-7166-6E9F-DF3D7473F625}"/>
          </ac:spMkLst>
        </pc:spChg>
        <pc:spChg chg="add mod">
          <ac:chgData name="Thijs Hauspie" userId="c5aa01d0-0751-4207-a587-d7124c844d8f" providerId="ADAL" clId="{EFD894B4-A0D5-4260-B75E-5B2611146D55}" dt="2023-11-13T10:49:32.361" v="169" actId="14100"/>
          <ac:spMkLst>
            <pc:docMk/>
            <pc:sldMk cId="676947030" sldId="1949"/>
            <ac:spMk id="13" creationId="{F8E353ED-4507-3D27-E39C-D7AE3C13643D}"/>
          </ac:spMkLst>
        </pc:spChg>
        <pc:spChg chg="add mod">
          <ac:chgData name="Thijs Hauspie" userId="c5aa01d0-0751-4207-a587-d7124c844d8f" providerId="ADAL" clId="{EFD894B4-A0D5-4260-B75E-5B2611146D55}" dt="2023-11-13T10:49:39.220" v="172" actId="14100"/>
          <ac:spMkLst>
            <pc:docMk/>
            <pc:sldMk cId="676947030" sldId="1949"/>
            <ac:spMk id="14" creationId="{FE002820-A85F-E186-F959-7B4C9DA3B3E1}"/>
          </ac:spMkLst>
        </pc:spChg>
        <pc:picChg chg="add mod">
          <ac:chgData name="Thijs Hauspie" userId="c5aa01d0-0751-4207-a587-d7124c844d8f" providerId="ADAL" clId="{EFD894B4-A0D5-4260-B75E-5B2611146D55}" dt="2023-11-13T10:45:00.783" v="95" actId="1076"/>
          <ac:picMkLst>
            <pc:docMk/>
            <pc:sldMk cId="676947030" sldId="1949"/>
            <ac:picMk id="6" creationId="{ACB1F4A4-66E2-B7AB-288B-A71435F8A793}"/>
          </ac:picMkLst>
        </pc:picChg>
        <pc:picChg chg="add mod">
          <ac:chgData name="Thijs Hauspie" userId="c5aa01d0-0751-4207-a587-d7124c844d8f" providerId="ADAL" clId="{EFD894B4-A0D5-4260-B75E-5B2611146D55}" dt="2023-11-13T10:48:12.114" v="157" actId="1076"/>
          <ac:picMkLst>
            <pc:docMk/>
            <pc:sldMk cId="676947030" sldId="1949"/>
            <ac:picMk id="7" creationId="{CA5AFA94-72C9-67F7-C891-564337BC475E}"/>
          </ac:picMkLst>
        </pc:picChg>
        <pc:picChg chg="add mod">
          <ac:chgData name="Thijs Hauspie" userId="c5aa01d0-0751-4207-a587-d7124c844d8f" providerId="ADAL" clId="{EFD894B4-A0D5-4260-B75E-5B2611146D55}" dt="2023-11-13T10:48:22.276" v="161" actId="1076"/>
          <ac:picMkLst>
            <pc:docMk/>
            <pc:sldMk cId="676947030" sldId="1949"/>
            <ac:picMk id="10" creationId="{69449050-31F2-336F-8C0E-1A5D992234DB}"/>
          </ac:picMkLst>
        </pc:picChg>
        <pc:picChg chg="add mod">
          <ac:chgData name="Thijs Hauspie" userId="c5aa01d0-0751-4207-a587-d7124c844d8f" providerId="ADAL" clId="{EFD894B4-A0D5-4260-B75E-5B2611146D55}" dt="2023-11-13T10:49:16.645" v="166" actId="1076"/>
          <ac:picMkLst>
            <pc:docMk/>
            <pc:sldMk cId="676947030" sldId="1949"/>
            <ac:picMk id="12" creationId="{D7B594E6-BB4D-1007-6DA5-6A73C9242A95}"/>
          </ac:picMkLst>
        </pc:picChg>
      </pc:sldChg>
      <pc:sldChg chg="modSp add mod">
        <pc:chgData name="Thijs Hauspie" userId="c5aa01d0-0751-4207-a587-d7124c844d8f" providerId="ADAL" clId="{EFD894B4-A0D5-4260-B75E-5B2611146D55}" dt="2023-11-13T10:51:09.563" v="180" actId="207"/>
        <pc:sldMkLst>
          <pc:docMk/>
          <pc:sldMk cId="951262766" sldId="1950"/>
        </pc:sldMkLst>
        <pc:spChg chg="mod">
          <ac:chgData name="Thijs Hauspie" userId="c5aa01d0-0751-4207-a587-d7124c844d8f" providerId="ADAL" clId="{EFD894B4-A0D5-4260-B75E-5B2611146D55}" dt="2023-11-13T10:51:09.563" v="180" actId="207"/>
          <ac:spMkLst>
            <pc:docMk/>
            <pc:sldMk cId="951262766" sldId="1950"/>
            <ac:spMk id="3" creationId="{9D681660-C845-4247-90A7-CA091A9A7597}"/>
          </ac:spMkLst>
        </pc:spChg>
      </pc:sldChg>
      <pc:sldChg chg="modSp add modAnim">
        <pc:chgData name="Thijs Hauspie" userId="c5aa01d0-0751-4207-a587-d7124c844d8f" providerId="ADAL" clId="{EFD894B4-A0D5-4260-B75E-5B2611146D55}" dt="2023-11-15T09:46:44.520" v="294" actId="20577"/>
        <pc:sldMkLst>
          <pc:docMk/>
          <pc:sldMk cId="787248852" sldId="1951"/>
        </pc:sldMkLst>
        <pc:spChg chg="mod">
          <ac:chgData name="Thijs Hauspie" userId="c5aa01d0-0751-4207-a587-d7124c844d8f" providerId="ADAL" clId="{EFD894B4-A0D5-4260-B75E-5B2611146D55}" dt="2023-11-15T09:46:44.520" v="294" actId="20577"/>
          <ac:spMkLst>
            <pc:docMk/>
            <pc:sldMk cId="787248852" sldId="1951"/>
            <ac:spMk id="3" creationId="{B79653B5-31CC-4B30-84DF-73319A19B7F6}"/>
          </ac:spMkLst>
        </pc:spChg>
      </pc:sldChg>
      <pc:sldChg chg="add">
        <pc:chgData name="Thijs Hauspie" userId="c5aa01d0-0751-4207-a587-d7124c844d8f" providerId="ADAL" clId="{EFD894B4-A0D5-4260-B75E-5B2611146D55}" dt="2023-11-15T10:48:34.970" v="724" actId="2890"/>
        <pc:sldMkLst>
          <pc:docMk/>
          <pc:sldMk cId="2499787990" sldId="1952"/>
        </pc:sldMkLst>
      </pc:sldChg>
      <pc:sldChg chg="modSp add mod">
        <pc:chgData name="Thijs Hauspie" userId="c5aa01d0-0751-4207-a587-d7124c844d8f" providerId="ADAL" clId="{EFD894B4-A0D5-4260-B75E-5B2611146D55}" dt="2023-11-15T11:09:54.543" v="1070" actId="20577"/>
        <pc:sldMkLst>
          <pc:docMk/>
          <pc:sldMk cId="1136585835" sldId="1953"/>
        </pc:sldMkLst>
        <pc:spChg chg="mod ord">
          <ac:chgData name="Thijs Hauspie" userId="c5aa01d0-0751-4207-a587-d7124c844d8f" providerId="ADAL" clId="{EFD894B4-A0D5-4260-B75E-5B2611146D55}" dt="2023-11-15T11:09:54.543" v="1070" actId="20577"/>
          <ac:spMkLst>
            <pc:docMk/>
            <pc:sldMk cId="1136585835" sldId="1953"/>
            <ac:spMk id="25" creationId="{72A0AD1E-617B-E78C-385B-D1D21867E11C}"/>
          </ac:spMkLst>
        </pc:spChg>
      </pc:sldChg>
      <pc:sldChg chg="add del">
        <pc:chgData name="Thijs Hauspie" userId="c5aa01d0-0751-4207-a587-d7124c844d8f" providerId="ADAL" clId="{EFD894B4-A0D5-4260-B75E-5B2611146D55}" dt="2023-11-15T11:13:01.032" v="1166" actId="47"/>
        <pc:sldMkLst>
          <pc:docMk/>
          <pc:sldMk cId="2699578226" sldId="1954"/>
        </pc:sldMkLst>
      </pc:sldChg>
      <pc:sldChg chg="addSp delSp modSp add mod">
        <pc:chgData name="Thijs Hauspie" userId="c5aa01d0-0751-4207-a587-d7124c844d8f" providerId="ADAL" clId="{EFD894B4-A0D5-4260-B75E-5B2611146D55}" dt="2023-11-15T14:18:45.098" v="1250" actId="1076"/>
        <pc:sldMkLst>
          <pc:docMk/>
          <pc:sldMk cId="275074898" sldId="1955"/>
        </pc:sldMkLst>
        <pc:spChg chg="mod">
          <ac:chgData name="Thijs Hauspie" userId="c5aa01d0-0751-4207-a587-d7124c844d8f" providerId="ADAL" clId="{EFD894B4-A0D5-4260-B75E-5B2611146D55}" dt="2023-11-15T14:18:41.077" v="1248" actId="20577"/>
          <ac:spMkLst>
            <pc:docMk/>
            <pc:sldMk cId="275074898" sldId="1955"/>
            <ac:spMk id="9" creationId="{2CCEE20B-D519-4C0B-B24D-E649CAFE8642}"/>
          </ac:spMkLst>
        </pc:spChg>
        <pc:spChg chg="del">
          <ac:chgData name="Thijs Hauspie" userId="c5aa01d0-0751-4207-a587-d7124c844d8f" providerId="ADAL" clId="{EFD894B4-A0D5-4260-B75E-5B2611146D55}" dt="2023-11-15T11:10:16.170" v="1073" actId="478"/>
          <ac:spMkLst>
            <pc:docMk/>
            <pc:sldMk cId="275074898" sldId="1955"/>
            <ac:spMk id="15" creationId="{202C4D04-AE32-47CB-931F-EB4DFA3E3290}"/>
          </ac:spMkLst>
        </pc:spChg>
        <pc:picChg chg="add mod">
          <ac:chgData name="Thijs Hauspie" userId="c5aa01d0-0751-4207-a587-d7124c844d8f" providerId="ADAL" clId="{EFD894B4-A0D5-4260-B75E-5B2611146D55}" dt="2023-11-15T14:18:43.298" v="1249" actId="1076"/>
          <ac:picMkLst>
            <pc:docMk/>
            <pc:sldMk cId="275074898" sldId="1955"/>
            <ac:picMk id="5" creationId="{EAAE66BD-52BE-48C8-B57E-856F049D637B}"/>
          </ac:picMkLst>
        </pc:picChg>
        <pc:picChg chg="add mod">
          <ac:chgData name="Thijs Hauspie" userId="c5aa01d0-0751-4207-a587-d7124c844d8f" providerId="ADAL" clId="{EFD894B4-A0D5-4260-B75E-5B2611146D55}" dt="2023-11-15T14:17:32.393" v="1176" actId="14100"/>
          <ac:picMkLst>
            <pc:docMk/>
            <pc:sldMk cId="275074898" sldId="1955"/>
            <ac:picMk id="8" creationId="{40763141-4A4F-1646-9E54-1A6C96CB550C}"/>
          </ac:picMkLst>
        </pc:picChg>
        <pc:picChg chg="add mod">
          <ac:chgData name="Thijs Hauspie" userId="c5aa01d0-0751-4207-a587-d7124c844d8f" providerId="ADAL" clId="{EFD894B4-A0D5-4260-B75E-5B2611146D55}" dt="2023-11-15T14:17:35.301" v="1177" actId="14100"/>
          <ac:picMkLst>
            <pc:docMk/>
            <pc:sldMk cId="275074898" sldId="1955"/>
            <ac:picMk id="11" creationId="{5025D152-BB00-CE37-1CED-C47FD1E7B101}"/>
          </ac:picMkLst>
        </pc:picChg>
        <pc:picChg chg="del">
          <ac:chgData name="Thijs Hauspie" userId="c5aa01d0-0751-4207-a587-d7124c844d8f" providerId="ADAL" clId="{EFD894B4-A0D5-4260-B75E-5B2611146D55}" dt="2023-11-15T11:10:15.211" v="1072" actId="478"/>
          <ac:picMkLst>
            <pc:docMk/>
            <pc:sldMk cId="275074898" sldId="1955"/>
            <ac:picMk id="12" creationId="{2F48422B-D370-4B2D-AAF1-BE4E21FDF047}"/>
          </ac:picMkLst>
        </pc:picChg>
        <pc:picChg chg="del">
          <ac:chgData name="Thijs Hauspie" userId="c5aa01d0-0751-4207-a587-d7124c844d8f" providerId="ADAL" clId="{EFD894B4-A0D5-4260-B75E-5B2611146D55}" dt="2023-11-15T11:10:17.243" v="1075" actId="478"/>
          <ac:picMkLst>
            <pc:docMk/>
            <pc:sldMk cId="275074898" sldId="1955"/>
            <ac:picMk id="13" creationId="{3B9D1483-88C7-43D3-A9D4-6C1BF7D7F625}"/>
          </ac:picMkLst>
        </pc:picChg>
        <pc:picChg chg="del">
          <ac:chgData name="Thijs Hauspie" userId="c5aa01d0-0751-4207-a587-d7124c844d8f" providerId="ADAL" clId="{EFD894B4-A0D5-4260-B75E-5B2611146D55}" dt="2023-11-15T11:10:16.802" v="1074" actId="478"/>
          <ac:picMkLst>
            <pc:docMk/>
            <pc:sldMk cId="275074898" sldId="1955"/>
            <ac:picMk id="14" creationId="{CFBC12A1-0ACE-4521-A0A8-B0161BE0E975}"/>
          </ac:picMkLst>
        </pc:picChg>
        <pc:picChg chg="add mod">
          <ac:chgData name="Thijs Hauspie" userId="c5aa01d0-0751-4207-a587-d7124c844d8f" providerId="ADAL" clId="{EFD894B4-A0D5-4260-B75E-5B2611146D55}" dt="2023-11-15T14:18:45.098" v="1250" actId="1076"/>
          <ac:picMkLst>
            <pc:docMk/>
            <pc:sldMk cId="275074898" sldId="1955"/>
            <ac:picMk id="17" creationId="{332FB643-F0B6-4665-2F9E-9C82EA0A0A82}"/>
          </ac:picMkLst>
        </pc:picChg>
      </pc:sldChg>
      <pc:sldChg chg="modSp add mod ord">
        <pc:chgData name="Thijs Hauspie" userId="c5aa01d0-0751-4207-a587-d7124c844d8f" providerId="ADAL" clId="{EFD894B4-A0D5-4260-B75E-5B2611146D55}" dt="2023-11-15T14:59:17.367" v="1290"/>
        <pc:sldMkLst>
          <pc:docMk/>
          <pc:sldMk cId="1122221762" sldId="1956"/>
        </pc:sldMkLst>
        <pc:spChg chg="mod">
          <ac:chgData name="Thijs Hauspie" userId="c5aa01d0-0751-4207-a587-d7124c844d8f" providerId="ADAL" clId="{EFD894B4-A0D5-4260-B75E-5B2611146D55}" dt="2023-11-15T14:59:12.554" v="1288" actId="20577"/>
          <ac:spMkLst>
            <pc:docMk/>
            <pc:sldMk cId="1122221762" sldId="1956"/>
            <ac:spMk id="6" creationId="{D218D92A-74AD-49F8-A8A9-AD801B689B50}"/>
          </ac:spMkLst>
        </pc:spChg>
      </pc:sldChg>
      <pc:sldChg chg="modSp add mod">
        <pc:chgData name="Thijs Hauspie" userId="c5aa01d0-0751-4207-a587-d7124c844d8f" providerId="ADAL" clId="{EFD894B4-A0D5-4260-B75E-5B2611146D55}" dt="2023-11-15T15:01:36.027" v="1398" actId="20577"/>
        <pc:sldMkLst>
          <pc:docMk/>
          <pc:sldMk cId="344622623" sldId="1957"/>
        </pc:sldMkLst>
        <pc:spChg chg="mod">
          <ac:chgData name="Thijs Hauspie" userId="c5aa01d0-0751-4207-a587-d7124c844d8f" providerId="ADAL" clId="{EFD894B4-A0D5-4260-B75E-5B2611146D55}" dt="2023-11-15T15:01:36.027" v="1398" actId="20577"/>
          <ac:spMkLst>
            <pc:docMk/>
            <pc:sldMk cId="344622623" sldId="1957"/>
            <ac:spMk id="6" creationId="{D218D92A-74AD-49F8-A8A9-AD801B689B50}"/>
          </ac:spMkLst>
        </pc:spChg>
      </pc:sldChg>
      <pc:sldChg chg="addSp delSp modSp add mod">
        <pc:chgData name="Thijs Hauspie" userId="c5aa01d0-0751-4207-a587-d7124c844d8f" providerId="ADAL" clId="{EFD894B4-A0D5-4260-B75E-5B2611146D55}" dt="2023-11-15T15:17:49.440" v="1773" actId="478"/>
        <pc:sldMkLst>
          <pc:docMk/>
          <pc:sldMk cId="1966566293" sldId="1958"/>
        </pc:sldMkLst>
        <pc:spChg chg="mod">
          <ac:chgData name="Thijs Hauspie" userId="c5aa01d0-0751-4207-a587-d7124c844d8f" providerId="ADAL" clId="{EFD894B4-A0D5-4260-B75E-5B2611146D55}" dt="2023-11-15T15:17:34.965" v="1772" actId="20577"/>
          <ac:spMkLst>
            <pc:docMk/>
            <pc:sldMk cId="1966566293" sldId="1958"/>
            <ac:spMk id="6" creationId="{D218D92A-74AD-49F8-A8A9-AD801B689B50}"/>
          </ac:spMkLst>
        </pc:spChg>
        <pc:spChg chg="del">
          <ac:chgData name="Thijs Hauspie" userId="c5aa01d0-0751-4207-a587-d7124c844d8f" providerId="ADAL" clId="{EFD894B4-A0D5-4260-B75E-5B2611146D55}" dt="2023-11-15T15:17:49.440" v="1773" actId="478"/>
          <ac:spMkLst>
            <pc:docMk/>
            <pc:sldMk cId="1966566293" sldId="1958"/>
            <ac:spMk id="22" creationId="{6DDE2CE4-EC23-48B2-84DC-9D5FA7C0D379}"/>
          </ac:spMkLst>
        </pc:spChg>
        <pc:picChg chg="add mod">
          <ac:chgData name="Thijs Hauspie" userId="c5aa01d0-0751-4207-a587-d7124c844d8f" providerId="ADAL" clId="{EFD894B4-A0D5-4260-B75E-5B2611146D55}" dt="2023-11-15T15:17:18.952" v="1719" actId="1076"/>
          <ac:picMkLst>
            <pc:docMk/>
            <pc:sldMk cId="1966566293" sldId="1958"/>
            <ac:picMk id="7" creationId="{1A041731-9210-6ED9-213F-F7246DCCE593}"/>
          </ac:picMkLst>
        </pc:picChg>
      </pc:sldChg>
      <pc:sldChg chg="add del">
        <pc:chgData name="Thijs Hauspie" userId="c5aa01d0-0751-4207-a587-d7124c844d8f" providerId="ADAL" clId="{EFD894B4-A0D5-4260-B75E-5B2611146D55}" dt="2023-11-15T15:02:09.522" v="1405" actId="2890"/>
        <pc:sldMkLst>
          <pc:docMk/>
          <pc:sldMk cId="3444244801" sldId="1958"/>
        </pc:sldMkLst>
      </pc:sldChg>
      <pc:sldChg chg="modSp add mod ord">
        <pc:chgData name="Thijs Hauspie" userId="c5aa01d0-0751-4207-a587-d7124c844d8f" providerId="ADAL" clId="{EFD894B4-A0D5-4260-B75E-5B2611146D55}" dt="2023-11-15T15:30:34.925" v="2439" actId="20577"/>
        <pc:sldMkLst>
          <pc:docMk/>
          <pc:sldMk cId="3669248358" sldId="1959"/>
        </pc:sldMkLst>
        <pc:spChg chg="mod">
          <ac:chgData name="Thijs Hauspie" userId="c5aa01d0-0751-4207-a587-d7124c844d8f" providerId="ADAL" clId="{EFD894B4-A0D5-4260-B75E-5B2611146D55}" dt="2023-11-15T15:30:34.925" v="2439" actId="20577"/>
          <ac:spMkLst>
            <pc:docMk/>
            <pc:sldMk cId="3669248358" sldId="1959"/>
            <ac:spMk id="6" creationId="{D218D92A-74AD-49F8-A8A9-AD801B689B50}"/>
          </ac:spMkLst>
        </pc:spChg>
      </pc:sldChg>
      <pc:sldChg chg="addSp delSp modSp add mod">
        <pc:chgData name="Thijs Hauspie" userId="c5aa01d0-0751-4207-a587-d7124c844d8f" providerId="ADAL" clId="{EFD894B4-A0D5-4260-B75E-5B2611146D55}" dt="2023-11-15T15:51:51.743" v="2657"/>
        <pc:sldMkLst>
          <pc:docMk/>
          <pc:sldMk cId="2610525854" sldId="1960"/>
        </pc:sldMkLst>
        <pc:spChg chg="mod">
          <ac:chgData name="Thijs Hauspie" userId="c5aa01d0-0751-4207-a587-d7124c844d8f" providerId="ADAL" clId="{EFD894B4-A0D5-4260-B75E-5B2611146D55}" dt="2023-11-15T15:51:51.743" v="2657"/>
          <ac:spMkLst>
            <pc:docMk/>
            <pc:sldMk cId="2610525854" sldId="1960"/>
            <ac:spMk id="2" creationId="{CB15C49E-74BB-4B20-BF2C-68F451A912DF}"/>
          </ac:spMkLst>
        </pc:spChg>
        <pc:spChg chg="mod">
          <ac:chgData name="Thijs Hauspie" userId="c5aa01d0-0751-4207-a587-d7124c844d8f" providerId="ADAL" clId="{EFD894B4-A0D5-4260-B75E-5B2611146D55}" dt="2023-11-15T15:47:08.782" v="2621" actId="20577"/>
          <ac:spMkLst>
            <pc:docMk/>
            <pc:sldMk cId="2610525854" sldId="1960"/>
            <ac:spMk id="3" creationId="{3CDE1E18-32B6-415F-BB7E-BD52DF9237A0}"/>
          </ac:spMkLst>
        </pc:spChg>
        <pc:picChg chg="add mod">
          <ac:chgData name="Thijs Hauspie" userId="c5aa01d0-0751-4207-a587-d7124c844d8f" providerId="ADAL" clId="{EFD894B4-A0D5-4260-B75E-5B2611146D55}" dt="2023-11-15T15:40:02.340" v="2545" actId="1076"/>
          <ac:picMkLst>
            <pc:docMk/>
            <pc:sldMk cId="2610525854" sldId="1960"/>
            <ac:picMk id="6" creationId="{71D09CD9-EF9D-50BF-235C-3D066BEFE9A6}"/>
          </ac:picMkLst>
        </pc:picChg>
        <pc:picChg chg="del">
          <ac:chgData name="Thijs Hauspie" userId="c5aa01d0-0751-4207-a587-d7124c844d8f" providerId="ADAL" clId="{EFD894B4-A0D5-4260-B75E-5B2611146D55}" dt="2023-11-15T15:37:59.284" v="2525" actId="478"/>
          <ac:picMkLst>
            <pc:docMk/>
            <pc:sldMk cId="2610525854" sldId="1960"/>
            <ac:picMk id="8" creationId="{EC89366F-2769-4362-039F-2696A9A1703D}"/>
          </ac:picMkLst>
        </pc:picChg>
      </pc:sldChg>
      <pc:sldChg chg="addSp delSp modSp add del mod">
        <pc:chgData name="Thijs Hauspie" userId="c5aa01d0-0751-4207-a587-d7124c844d8f" providerId="ADAL" clId="{EFD894B4-A0D5-4260-B75E-5B2611146D55}" dt="2023-11-15T15:54:28.543" v="2746" actId="47"/>
        <pc:sldMkLst>
          <pc:docMk/>
          <pc:sldMk cId="1872596006" sldId="1961"/>
        </pc:sldMkLst>
        <pc:spChg chg="mod">
          <ac:chgData name="Thijs Hauspie" userId="c5aa01d0-0751-4207-a587-d7124c844d8f" providerId="ADAL" clId="{EFD894B4-A0D5-4260-B75E-5B2611146D55}" dt="2023-11-15T15:46:10.406" v="2616" actId="20577"/>
          <ac:spMkLst>
            <pc:docMk/>
            <pc:sldMk cId="1872596006" sldId="1961"/>
            <ac:spMk id="3" creationId="{3CDE1E18-32B6-415F-BB7E-BD52DF9237A0}"/>
          </ac:spMkLst>
        </pc:spChg>
        <pc:spChg chg="add del">
          <ac:chgData name="Thijs Hauspie" userId="c5aa01d0-0751-4207-a587-d7124c844d8f" providerId="ADAL" clId="{EFD894B4-A0D5-4260-B75E-5B2611146D55}" dt="2023-11-15T15:40:20.202" v="2549" actId="478"/>
          <ac:spMkLst>
            <pc:docMk/>
            <pc:sldMk cId="1872596006" sldId="1961"/>
            <ac:spMk id="7" creationId="{DD1BBAD5-AE80-7E2B-5E46-4CC1B333FAF2}"/>
          </ac:spMkLst>
        </pc:spChg>
        <pc:picChg chg="del">
          <ac:chgData name="Thijs Hauspie" userId="c5aa01d0-0751-4207-a587-d7124c844d8f" providerId="ADAL" clId="{EFD894B4-A0D5-4260-B75E-5B2611146D55}" dt="2023-11-15T15:40:17.033" v="2547" actId="478"/>
          <ac:picMkLst>
            <pc:docMk/>
            <pc:sldMk cId="1872596006" sldId="1961"/>
            <ac:picMk id="6" creationId="{71D09CD9-EF9D-50BF-235C-3D066BEFE9A6}"/>
          </ac:picMkLst>
        </pc:picChg>
        <pc:picChg chg="add mod">
          <ac:chgData name="Thijs Hauspie" userId="c5aa01d0-0751-4207-a587-d7124c844d8f" providerId="ADAL" clId="{EFD894B4-A0D5-4260-B75E-5B2611146D55}" dt="2023-11-15T15:40:33.824" v="2556" actId="1076"/>
          <ac:picMkLst>
            <pc:docMk/>
            <pc:sldMk cId="1872596006" sldId="1961"/>
            <ac:picMk id="9" creationId="{48B91A43-454E-2348-34BD-CD1F4DC7EF34}"/>
          </ac:picMkLst>
        </pc:picChg>
      </pc:sldChg>
      <pc:sldChg chg="modSp add mod">
        <pc:chgData name="Thijs Hauspie" userId="c5aa01d0-0751-4207-a587-d7124c844d8f" providerId="ADAL" clId="{EFD894B4-A0D5-4260-B75E-5B2611146D55}" dt="2023-11-15T15:54:38.770" v="2748"/>
        <pc:sldMkLst>
          <pc:docMk/>
          <pc:sldMk cId="2404716583" sldId="1962"/>
        </pc:sldMkLst>
        <pc:spChg chg="mod">
          <ac:chgData name="Thijs Hauspie" userId="c5aa01d0-0751-4207-a587-d7124c844d8f" providerId="ADAL" clId="{EFD894B4-A0D5-4260-B75E-5B2611146D55}" dt="2023-11-15T15:54:38.770" v="2748"/>
          <ac:spMkLst>
            <pc:docMk/>
            <pc:sldMk cId="2404716583" sldId="1962"/>
            <ac:spMk id="2" creationId="{CB15C49E-74BB-4B20-BF2C-68F451A912DF}"/>
          </ac:spMkLst>
        </pc:spChg>
        <pc:spChg chg="mod">
          <ac:chgData name="Thijs Hauspie" userId="c5aa01d0-0751-4207-a587-d7124c844d8f" providerId="ADAL" clId="{EFD894B4-A0D5-4260-B75E-5B2611146D55}" dt="2023-11-15T15:53:52.314" v="2745"/>
          <ac:spMkLst>
            <pc:docMk/>
            <pc:sldMk cId="2404716583" sldId="1962"/>
            <ac:spMk id="3" creationId="{3CDE1E18-32B6-415F-BB7E-BD52DF9237A0}"/>
          </ac:spMkLst>
        </pc:spChg>
      </pc:sldChg>
      <pc:sldChg chg="modSp add mod">
        <pc:chgData name="Thijs Hauspie" userId="c5aa01d0-0751-4207-a587-d7124c844d8f" providerId="ADAL" clId="{EFD894B4-A0D5-4260-B75E-5B2611146D55}" dt="2023-11-15T16:14:11.418" v="3121" actId="27636"/>
        <pc:sldMkLst>
          <pc:docMk/>
          <pc:sldMk cId="2556228396" sldId="1963"/>
        </pc:sldMkLst>
        <pc:spChg chg="mod">
          <ac:chgData name="Thijs Hauspie" userId="c5aa01d0-0751-4207-a587-d7124c844d8f" providerId="ADAL" clId="{EFD894B4-A0D5-4260-B75E-5B2611146D55}" dt="2023-11-15T16:14:11.418" v="3121" actId="27636"/>
          <ac:spMkLst>
            <pc:docMk/>
            <pc:sldMk cId="2556228396" sldId="1963"/>
            <ac:spMk id="6" creationId="{D218D92A-74AD-49F8-A8A9-AD801B689B50}"/>
          </ac:spMkLst>
        </pc:spChg>
      </pc:sldChg>
      <pc:sldChg chg="modSp add mod ord modNotesTx">
        <pc:chgData name="Thijs Hauspie" userId="c5aa01d0-0751-4207-a587-d7124c844d8f" providerId="ADAL" clId="{EFD894B4-A0D5-4260-B75E-5B2611146D55}" dt="2023-11-15T16:11:13.136" v="3014" actId="20577"/>
        <pc:sldMkLst>
          <pc:docMk/>
          <pc:sldMk cId="308917927" sldId="1964"/>
        </pc:sldMkLst>
        <pc:spChg chg="mod">
          <ac:chgData name="Thijs Hauspie" userId="c5aa01d0-0751-4207-a587-d7124c844d8f" providerId="ADAL" clId="{EFD894B4-A0D5-4260-B75E-5B2611146D55}" dt="2023-11-15T16:10:25.801" v="3005" actId="14100"/>
          <ac:spMkLst>
            <pc:docMk/>
            <pc:sldMk cId="308917927" sldId="1964"/>
            <ac:spMk id="123" creationId="{6843F54F-30B2-40AE-9E9A-0824B077C728}"/>
          </ac:spMkLst>
        </pc:spChg>
      </pc:sldChg>
      <pc:sldChg chg="addSp delSp modSp add mod ord modClrScheme chgLayout">
        <pc:chgData name="Thijs Hauspie" userId="c5aa01d0-0751-4207-a587-d7124c844d8f" providerId="ADAL" clId="{EFD894B4-A0D5-4260-B75E-5B2611146D55}" dt="2023-11-15T16:34:40.544" v="3253" actId="1076"/>
        <pc:sldMkLst>
          <pc:docMk/>
          <pc:sldMk cId="199971453" sldId="1965"/>
        </pc:sldMkLst>
        <pc:spChg chg="del mod ord">
          <ac:chgData name="Thijs Hauspie" userId="c5aa01d0-0751-4207-a587-d7124c844d8f" providerId="ADAL" clId="{EFD894B4-A0D5-4260-B75E-5B2611146D55}" dt="2023-11-15T16:10:43.128" v="3008" actId="700"/>
          <ac:spMkLst>
            <pc:docMk/>
            <pc:sldMk cId="199971453" sldId="1965"/>
            <ac:spMk id="2" creationId="{30BFF7D9-FEE4-3ABC-288B-DC262724BEC2}"/>
          </ac:spMkLst>
        </pc:spChg>
        <pc:spChg chg="add del mod ord">
          <ac:chgData name="Thijs Hauspie" userId="c5aa01d0-0751-4207-a587-d7124c844d8f" providerId="ADAL" clId="{EFD894B4-A0D5-4260-B75E-5B2611146D55}" dt="2023-11-15T16:10:51.967" v="3010" actId="700"/>
          <ac:spMkLst>
            <pc:docMk/>
            <pc:sldMk cId="199971453" sldId="1965"/>
            <ac:spMk id="3" creationId="{61A76208-3396-905D-75A3-BBD4DA700D17}"/>
          </ac:spMkLst>
        </pc:spChg>
        <pc:spChg chg="add mod ord">
          <ac:chgData name="Thijs Hauspie" userId="c5aa01d0-0751-4207-a587-d7124c844d8f" providerId="ADAL" clId="{EFD894B4-A0D5-4260-B75E-5B2611146D55}" dt="2023-11-15T16:10:51.967" v="3010" actId="700"/>
          <ac:spMkLst>
            <pc:docMk/>
            <pc:sldMk cId="199971453" sldId="1965"/>
            <ac:spMk id="4" creationId="{4724C102-7371-AFB8-ABDF-F20CE09A3BCB}"/>
          </ac:spMkLst>
        </pc:spChg>
        <pc:spChg chg="mod ord">
          <ac:chgData name="Thijs Hauspie" userId="c5aa01d0-0751-4207-a587-d7124c844d8f" providerId="ADAL" clId="{EFD894B4-A0D5-4260-B75E-5B2611146D55}" dt="2023-11-15T16:11:51.831" v="3027" actId="20577"/>
          <ac:spMkLst>
            <pc:docMk/>
            <pc:sldMk cId="199971453" sldId="1965"/>
            <ac:spMk id="5" creationId="{3A004925-A370-44E2-A732-52A6295CBDEB}"/>
          </ac:spMkLst>
        </pc:spChg>
        <pc:spChg chg="mod ord">
          <ac:chgData name="Thijs Hauspie" userId="c5aa01d0-0751-4207-a587-d7124c844d8f" providerId="ADAL" clId="{EFD894B4-A0D5-4260-B75E-5B2611146D55}" dt="2023-11-15T16:34:23.410" v="3248"/>
          <ac:spMkLst>
            <pc:docMk/>
            <pc:sldMk cId="199971453" sldId="1965"/>
            <ac:spMk id="6" creationId="{D218D92A-74AD-49F8-A8A9-AD801B689B50}"/>
          </ac:spMkLst>
        </pc:spChg>
        <pc:spChg chg="mod ord">
          <ac:chgData name="Thijs Hauspie" userId="c5aa01d0-0751-4207-a587-d7124c844d8f" providerId="ADAL" clId="{EFD894B4-A0D5-4260-B75E-5B2611146D55}" dt="2023-11-15T16:10:51.967" v="3010" actId="700"/>
          <ac:spMkLst>
            <pc:docMk/>
            <pc:sldMk cId="199971453" sldId="1965"/>
            <ac:spMk id="11" creationId="{6876C9D2-FF11-4B5B-B013-13D1514EBBA7}"/>
          </ac:spMkLst>
        </pc:spChg>
        <pc:picChg chg="add mod">
          <ac:chgData name="Thijs Hauspie" userId="c5aa01d0-0751-4207-a587-d7124c844d8f" providerId="ADAL" clId="{EFD894B4-A0D5-4260-B75E-5B2611146D55}" dt="2023-11-15T16:34:31.062" v="3250" actId="1076"/>
          <ac:picMkLst>
            <pc:docMk/>
            <pc:sldMk cId="199971453" sldId="1965"/>
            <ac:picMk id="8" creationId="{84C29DB6-382C-7C86-0521-BBEBC9F47019}"/>
          </ac:picMkLst>
        </pc:picChg>
        <pc:picChg chg="add mod">
          <ac:chgData name="Thijs Hauspie" userId="c5aa01d0-0751-4207-a587-d7124c844d8f" providerId="ADAL" clId="{EFD894B4-A0D5-4260-B75E-5B2611146D55}" dt="2023-11-15T16:34:40.544" v="3253" actId="1076"/>
          <ac:picMkLst>
            <pc:docMk/>
            <pc:sldMk cId="199971453" sldId="1965"/>
            <ac:picMk id="10" creationId="{886A368D-616D-1999-0596-8FAAFEB4D76C}"/>
          </ac:picMkLst>
        </pc:picChg>
      </pc:sldChg>
      <pc:sldChg chg="add">
        <pc:chgData name="Thijs Hauspie" userId="c5aa01d0-0751-4207-a587-d7124c844d8f" providerId="ADAL" clId="{EFD894B4-A0D5-4260-B75E-5B2611146D55}" dt="2023-11-15T16:14:07.684" v="3119" actId="2890"/>
        <pc:sldMkLst>
          <pc:docMk/>
          <pc:sldMk cId="2371877755" sldId="1966"/>
        </pc:sldMkLst>
      </pc:sldChg>
      <pc:sldChg chg="modSp add mod ord">
        <pc:chgData name="Thijs Hauspie" userId="c5aa01d0-0751-4207-a587-d7124c844d8f" providerId="ADAL" clId="{EFD894B4-A0D5-4260-B75E-5B2611146D55}" dt="2023-11-15T17:08:32.537" v="3772"/>
        <pc:sldMkLst>
          <pc:docMk/>
          <pc:sldMk cId="1190962837" sldId="1967"/>
        </pc:sldMkLst>
        <pc:spChg chg="mod">
          <ac:chgData name="Thijs Hauspie" userId="c5aa01d0-0751-4207-a587-d7124c844d8f" providerId="ADAL" clId="{EFD894B4-A0D5-4260-B75E-5B2611146D55}" dt="2023-11-15T16:14:41.355" v="3123" actId="20577"/>
          <ac:spMkLst>
            <pc:docMk/>
            <pc:sldMk cId="1190962837" sldId="1967"/>
            <ac:spMk id="6" creationId="{D218D92A-74AD-49F8-A8A9-AD801B689B50}"/>
          </ac:spMkLst>
        </pc:spChg>
      </pc:sldChg>
      <pc:sldChg chg="modSp add mod">
        <pc:chgData name="Thijs Hauspie" userId="c5aa01d0-0751-4207-a587-d7124c844d8f" providerId="ADAL" clId="{EFD894B4-A0D5-4260-B75E-5B2611146D55}" dt="2023-11-15T16:29:51.856" v="3164" actId="20577"/>
        <pc:sldMkLst>
          <pc:docMk/>
          <pc:sldMk cId="2801155604" sldId="1968"/>
        </pc:sldMkLst>
        <pc:spChg chg="mod">
          <ac:chgData name="Thijs Hauspie" userId="c5aa01d0-0751-4207-a587-d7124c844d8f" providerId="ADAL" clId="{EFD894B4-A0D5-4260-B75E-5B2611146D55}" dt="2023-11-15T16:29:51.856" v="3164" actId="20577"/>
          <ac:spMkLst>
            <pc:docMk/>
            <pc:sldMk cId="2801155604" sldId="1968"/>
            <ac:spMk id="6" creationId="{D218D92A-74AD-49F8-A8A9-AD801B689B50}"/>
          </ac:spMkLst>
        </pc:spChg>
      </pc:sldChg>
      <pc:sldChg chg="addSp delSp add del mod">
        <pc:chgData name="Thijs Hauspie" userId="c5aa01d0-0751-4207-a587-d7124c844d8f" providerId="ADAL" clId="{EFD894B4-A0D5-4260-B75E-5B2611146D55}" dt="2023-11-15T16:31:47.967" v="3233" actId="47"/>
        <pc:sldMkLst>
          <pc:docMk/>
          <pc:sldMk cId="2520113094" sldId="1969"/>
        </pc:sldMkLst>
        <pc:spChg chg="add del">
          <ac:chgData name="Thijs Hauspie" userId="c5aa01d0-0751-4207-a587-d7124c844d8f" providerId="ADAL" clId="{EFD894B4-A0D5-4260-B75E-5B2611146D55}" dt="2023-11-15T16:31:45.253" v="3232" actId="22"/>
          <ac:spMkLst>
            <pc:docMk/>
            <pc:sldMk cId="2520113094" sldId="1969"/>
            <ac:spMk id="3" creationId="{65775C11-3D47-7F50-F876-D4FFB6E5526D}"/>
          </ac:spMkLst>
        </pc:spChg>
      </pc:sldChg>
      <pc:sldChg chg="addSp delSp modSp add mod">
        <pc:chgData name="Thijs Hauspie" userId="c5aa01d0-0751-4207-a587-d7124c844d8f" providerId="ADAL" clId="{EFD894B4-A0D5-4260-B75E-5B2611146D55}" dt="2023-11-15T16:59:03.752" v="3574" actId="20577"/>
        <pc:sldMkLst>
          <pc:docMk/>
          <pc:sldMk cId="2693450321" sldId="1969"/>
        </pc:sldMkLst>
        <pc:spChg chg="del">
          <ac:chgData name="Thijs Hauspie" userId="c5aa01d0-0751-4207-a587-d7124c844d8f" providerId="ADAL" clId="{EFD894B4-A0D5-4260-B75E-5B2611146D55}" dt="2023-11-15T16:39:46.517" v="3387" actId="478"/>
          <ac:spMkLst>
            <pc:docMk/>
            <pc:sldMk cId="2693450321" sldId="1969"/>
            <ac:spMk id="2" creationId="{67F21C10-8494-A880-D0F8-496CAC04AB48}"/>
          </ac:spMkLst>
        </pc:spChg>
        <pc:spChg chg="mod">
          <ac:chgData name="Thijs Hauspie" userId="c5aa01d0-0751-4207-a587-d7124c844d8f" providerId="ADAL" clId="{EFD894B4-A0D5-4260-B75E-5B2611146D55}" dt="2023-11-15T16:36:17.256" v="3279" actId="20577"/>
          <ac:spMkLst>
            <pc:docMk/>
            <pc:sldMk cId="2693450321" sldId="1969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6:59:03.752" v="3574" actId="20577"/>
          <ac:spMkLst>
            <pc:docMk/>
            <pc:sldMk cId="2693450321" sldId="1969"/>
            <ac:spMk id="6" creationId="{D218D92A-74AD-49F8-A8A9-AD801B689B50}"/>
          </ac:spMkLst>
        </pc:spChg>
        <pc:picChg chg="add mod">
          <ac:chgData name="Thijs Hauspie" userId="c5aa01d0-0751-4207-a587-d7124c844d8f" providerId="ADAL" clId="{EFD894B4-A0D5-4260-B75E-5B2611146D55}" dt="2023-11-15T16:39:28.402" v="3377" actId="1076"/>
          <ac:picMkLst>
            <pc:docMk/>
            <pc:sldMk cId="2693450321" sldId="1969"/>
            <ac:picMk id="3" creationId="{D6FCABB8-47E5-F0ED-F225-9FC43F34F88F}"/>
          </ac:picMkLst>
        </pc:picChg>
        <pc:picChg chg="del">
          <ac:chgData name="Thijs Hauspie" userId="c5aa01d0-0751-4207-a587-d7124c844d8f" providerId="ADAL" clId="{EFD894B4-A0D5-4260-B75E-5B2611146D55}" dt="2023-11-15T16:39:17.489" v="3373" actId="478"/>
          <ac:picMkLst>
            <pc:docMk/>
            <pc:sldMk cId="2693450321" sldId="1969"/>
            <ac:picMk id="4" creationId="{71A62108-2643-D18D-5B56-38CCB87FAB63}"/>
          </ac:picMkLst>
        </pc:picChg>
        <pc:picChg chg="add mod">
          <ac:chgData name="Thijs Hauspie" userId="c5aa01d0-0751-4207-a587-d7124c844d8f" providerId="ADAL" clId="{EFD894B4-A0D5-4260-B75E-5B2611146D55}" dt="2023-11-15T16:39:31.286" v="3378" actId="1076"/>
          <ac:picMkLst>
            <pc:docMk/>
            <pc:sldMk cId="2693450321" sldId="1969"/>
            <ac:picMk id="7" creationId="{A0774010-254C-12F4-8B18-7BC199386415}"/>
          </ac:picMkLst>
        </pc:picChg>
      </pc:sldChg>
      <pc:sldChg chg="modSp add mod">
        <pc:chgData name="Thijs Hauspie" userId="c5aa01d0-0751-4207-a587-d7124c844d8f" providerId="ADAL" clId="{EFD894B4-A0D5-4260-B75E-5B2611146D55}" dt="2023-11-15T16:52:42.044" v="3505"/>
        <pc:sldMkLst>
          <pc:docMk/>
          <pc:sldMk cId="31270606" sldId="1970"/>
        </pc:sldMkLst>
        <pc:spChg chg="mod">
          <ac:chgData name="Thijs Hauspie" userId="c5aa01d0-0751-4207-a587-d7124c844d8f" providerId="ADAL" clId="{EFD894B4-A0D5-4260-B75E-5B2611146D55}" dt="2023-11-15T16:52:42.044" v="3505"/>
          <ac:spMkLst>
            <pc:docMk/>
            <pc:sldMk cId="31270606" sldId="1970"/>
            <ac:spMk id="5" creationId="{3A004925-A370-44E2-A732-52A6295CBDEB}"/>
          </ac:spMkLst>
        </pc:spChg>
        <pc:spChg chg="mod">
          <ac:chgData name="Thijs Hauspie" userId="c5aa01d0-0751-4207-a587-d7124c844d8f" providerId="ADAL" clId="{EFD894B4-A0D5-4260-B75E-5B2611146D55}" dt="2023-11-15T16:52:20.534" v="3503" actId="20577"/>
          <ac:spMkLst>
            <pc:docMk/>
            <pc:sldMk cId="31270606" sldId="1970"/>
            <ac:spMk id="6" creationId="{D218D92A-74AD-49F8-A8A9-AD801B689B50}"/>
          </ac:spMkLst>
        </pc:spChg>
      </pc:sldChg>
      <pc:sldChg chg="modSp add mod">
        <pc:chgData name="Thijs Hauspie" userId="c5aa01d0-0751-4207-a587-d7124c844d8f" providerId="ADAL" clId="{EFD894B4-A0D5-4260-B75E-5B2611146D55}" dt="2023-11-15T17:11:09.495" v="3775" actId="20577"/>
        <pc:sldMkLst>
          <pc:docMk/>
          <pc:sldMk cId="3732328542" sldId="1971"/>
        </pc:sldMkLst>
        <pc:spChg chg="mod">
          <ac:chgData name="Thijs Hauspie" userId="c5aa01d0-0751-4207-a587-d7124c844d8f" providerId="ADAL" clId="{EFD894B4-A0D5-4260-B75E-5B2611146D55}" dt="2023-11-15T17:11:09.495" v="3775" actId="20577"/>
          <ac:spMkLst>
            <pc:docMk/>
            <pc:sldMk cId="3732328542" sldId="1971"/>
            <ac:spMk id="2" creationId="{1D528B7A-3168-440C-A60C-A036931164EC}"/>
          </ac:spMkLst>
        </pc:spChg>
      </pc:sldChg>
      <pc:sldChg chg="modSp add mod">
        <pc:chgData name="Thijs Hauspie" userId="c5aa01d0-0751-4207-a587-d7124c844d8f" providerId="ADAL" clId="{EFD894B4-A0D5-4260-B75E-5B2611146D55}" dt="2023-11-15T17:15:33.421" v="3885" actId="20577"/>
        <pc:sldMkLst>
          <pc:docMk/>
          <pc:sldMk cId="3037732167" sldId="1972"/>
        </pc:sldMkLst>
        <pc:spChg chg="mod">
          <ac:chgData name="Thijs Hauspie" userId="c5aa01d0-0751-4207-a587-d7124c844d8f" providerId="ADAL" clId="{EFD894B4-A0D5-4260-B75E-5B2611146D55}" dt="2023-11-15T17:12:34.375" v="3832" actId="20577"/>
          <ac:spMkLst>
            <pc:docMk/>
            <pc:sldMk cId="3037732167" sldId="1972"/>
            <ac:spMk id="2" creationId="{2487FA35-A2A9-47D2-B705-6EA42514C1AE}"/>
          </ac:spMkLst>
        </pc:spChg>
        <pc:spChg chg="mod">
          <ac:chgData name="Thijs Hauspie" userId="c5aa01d0-0751-4207-a587-d7124c844d8f" providerId="ADAL" clId="{EFD894B4-A0D5-4260-B75E-5B2611146D55}" dt="2023-11-15T17:15:33.421" v="3885" actId="20577"/>
          <ac:spMkLst>
            <pc:docMk/>
            <pc:sldMk cId="3037732167" sldId="1972"/>
            <ac:spMk id="3" creationId="{AFA9732D-AB41-4AF6-9647-B5196F5786EE}"/>
          </ac:spMkLst>
        </pc:spChg>
      </pc:sldChg>
      <pc:sldChg chg="add ord">
        <pc:chgData name="Thijs Hauspie" userId="c5aa01d0-0751-4207-a587-d7124c844d8f" providerId="ADAL" clId="{EFD894B4-A0D5-4260-B75E-5B2611146D55}" dt="2023-11-15T17:13:48.843" v="3868"/>
        <pc:sldMkLst>
          <pc:docMk/>
          <pc:sldMk cId="3447559384" sldId="1973"/>
        </pc:sldMkLst>
      </pc:sldChg>
      <pc:sldChg chg="add">
        <pc:chgData name="Thijs Hauspie" userId="c5aa01d0-0751-4207-a587-d7124c844d8f" providerId="ADAL" clId="{EFD894B4-A0D5-4260-B75E-5B2611146D55}" dt="2023-11-15T17:15:24.017" v="3878" actId="2890"/>
        <pc:sldMkLst>
          <pc:docMk/>
          <pc:sldMk cId="327412352" sldId="1974"/>
        </pc:sldMkLst>
      </pc:sldChg>
      <pc:sldChg chg="add">
        <pc:chgData name="Thijs Hauspie" userId="c5aa01d0-0751-4207-a587-d7124c844d8f" providerId="ADAL" clId="{EFD894B4-A0D5-4260-B75E-5B2611146D55}" dt="2023-11-15T17:18:06.697" v="3906" actId="2890"/>
        <pc:sldMkLst>
          <pc:docMk/>
          <pc:sldMk cId="3608538771" sldId="1975"/>
        </pc:sldMkLst>
      </pc:sldChg>
      <pc:sldChg chg="modSp add mod">
        <pc:chgData name="Thijs Hauspie" userId="c5aa01d0-0751-4207-a587-d7124c844d8f" providerId="ADAL" clId="{EFD894B4-A0D5-4260-B75E-5B2611146D55}" dt="2023-11-17T09:25:21.295" v="5113" actId="20577"/>
        <pc:sldMkLst>
          <pc:docMk/>
          <pc:sldMk cId="692446252" sldId="1976"/>
        </pc:sldMkLst>
        <pc:spChg chg="mod">
          <ac:chgData name="Thijs Hauspie" userId="c5aa01d0-0751-4207-a587-d7124c844d8f" providerId="ADAL" clId="{EFD894B4-A0D5-4260-B75E-5B2611146D55}" dt="2023-11-17T09:25:21.295" v="5113" actId="20577"/>
          <ac:spMkLst>
            <pc:docMk/>
            <pc:sldMk cId="692446252" sldId="1976"/>
            <ac:spMk id="3" creationId="{39011522-9118-40C3-A09B-F25B95FAB7B4}"/>
          </ac:spMkLst>
        </pc:spChg>
      </pc:sldChg>
      <pc:sldChg chg="add">
        <pc:chgData name="Thijs Hauspie" userId="c5aa01d0-0751-4207-a587-d7124c844d8f" providerId="ADAL" clId="{EFD894B4-A0D5-4260-B75E-5B2611146D55}" dt="2023-11-15T17:21:20.256" v="3951" actId="2890"/>
        <pc:sldMkLst>
          <pc:docMk/>
          <pc:sldMk cId="1809737870" sldId="1977"/>
        </pc:sldMkLst>
      </pc:sldChg>
      <pc:sldChg chg="modSp add mod">
        <pc:chgData name="Thijs Hauspie" userId="c5aa01d0-0751-4207-a587-d7124c844d8f" providerId="ADAL" clId="{EFD894B4-A0D5-4260-B75E-5B2611146D55}" dt="2023-11-15T17:35:19.824" v="4112"/>
        <pc:sldMkLst>
          <pc:docMk/>
          <pc:sldMk cId="282660065" sldId="1978"/>
        </pc:sldMkLst>
        <pc:spChg chg="mod">
          <ac:chgData name="Thijs Hauspie" userId="c5aa01d0-0751-4207-a587-d7124c844d8f" providerId="ADAL" clId="{EFD894B4-A0D5-4260-B75E-5B2611146D55}" dt="2023-11-15T17:35:19.824" v="4112"/>
          <ac:spMkLst>
            <pc:docMk/>
            <pc:sldMk cId="282660065" sldId="1978"/>
            <ac:spMk id="3" creationId="{39011522-9118-40C3-A09B-F25B95FAB7B4}"/>
          </ac:spMkLst>
        </pc:spChg>
      </pc:sldChg>
      <pc:sldChg chg="modSp add mod ord">
        <pc:chgData name="Thijs Hauspie" userId="c5aa01d0-0751-4207-a587-d7124c844d8f" providerId="ADAL" clId="{EFD894B4-A0D5-4260-B75E-5B2611146D55}" dt="2023-11-15T17:54:39.905" v="4207" actId="14100"/>
        <pc:sldMkLst>
          <pc:docMk/>
          <pc:sldMk cId="925947135" sldId="1979"/>
        </pc:sldMkLst>
        <pc:spChg chg="mod">
          <ac:chgData name="Thijs Hauspie" userId="c5aa01d0-0751-4207-a587-d7124c844d8f" providerId="ADAL" clId="{EFD894B4-A0D5-4260-B75E-5B2611146D55}" dt="2023-11-15T17:54:39.905" v="4207" actId="14100"/>
          <ac:spMkLst>
            <pc:docMk/>
            <pc:sldMk cId="925947135" sldId="1979"/>
            <ac:spMk id="123" creationId="{6843F54F-30B2-40AE-9E9A-0824B077C728}"/>
          </ac:spMkLst>
        </pc:spChg>
      </pc:sldChg>
      <pc:sldChg chg="modSp add mod">
        <pc:chgData name="Thijs Hauspie" userId="c5aa01d0-0751-4207-a587-d7124c844d8f" providerId="ADAL" clId="{EFD894B4-A0D5-4260-B75E-5B2611146D55}" dt="2023-11-17T11:36:40.844" v="5136" actId="20577"/>
        <pc:sldMkLst>
          <pc:docMk/>
          <pc:sldMk cId="1671931692" sldId="1980"/>
        </pc:sldMkLst>
        <pc:spChg chg="mod">
          <ac:chgData name="Thijs Hauspie" userId="c5aa01d0-0751-4207-a587-d7124c844d8f" providerId="ADAL" clId="{EFD894B4-A0D5-4260-B75E-5B2611146D55}" dt="2023-11-17T11:36:40.844" v="5136" actId="20577"/>
          <ac:spMkLst>
            <pc:docMk/>
            <pc:sldMk cId="1671931692" sldId="1980"/>
            <ac:spMk id="2" creationId="{1D528B7A-3168-440C-A60C-A036931164EC}"/>
          </ac:spMkLst>
        </pc:spChg>
      </pc:sldChg>
      <pc:sldChg chg="modSp add mod">
        <pc:chgData name="Thijs Hauspie" userId="c5aa01d0-0751-4207-a587-d7124c844d8f" providerId="ADAL" clId="{EFD894B4-A0D5-4260-B75E-5B2611146D55}" dt="2023-11-15T18:19:05.499" v="4775" actId="20577"/>
        <pc:sldMkLst>
          <pc:docMk/>
          <pc:sldMk cId="3153790249" sldId="1981"/>
        </pc:sldMkLst>
        <pc:spChg chg="mod">
          <ac:chgData name="Thijs Hauspie" userId="c5aa01d0-0751-4207-a587-d7124c844d8f" providerId="ADAL" clId="{EFD894B4-A0D5-4260-B75E-5B2611146D55}" dt="2023-11-15T18:19:05.499" v="4775" actId="20577"/>
          <ac:spMkLst>
            <pc:docMk/>
            <pc:sldMk cId="3153790249" sldId="1981"/>
            <ac:spMk id="2" creationId="{2487FA35-A2A9-47D2-B705-6EA42514C1AE}"/>
          </ac:spMkLst>
        </pc:spChg>
        <pc:spChg chg="mod">
          <ac:chgData name="Thijs Hauspie" userId="c5aa01d0-0751-4207-a587-d7124c844d8f" providerId="ADAL" clId="{EFD894B4-A0D5-4260-B75E-5B2611146D55}" dt="2023-11-15T18:17:24.785" v="4720"/>
          <ac:spMkLst>
            <pc:docMk/>
            <pc:sldMk cId="3153790249" sldId="1981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EFD894B4-A0D5-4260-B75E-5B2611146D55}" dt="2023-11-15T18:19:17.969" v="4776"/>
        <pc:sldMkLst>
          <pc:docMk/>
          <pc:sldMk cId="3224588789" sldId="1982"/>
        </pc:sldMkLst>
        <pc:spChg chg="mod">
          <ac:chgData name="Thijs Hauspie" userId="c5aa01d0-0751-4207-a587-d7124c844d8f" providerId="ADAL" clId="{EFD894B4-A0D5-4260-B75E-5B2611146D55}" dt="2023-11-15T18:19:17.969" v="4776"/>
          <ac:spMkLst>
            <pc:docMk/>
            <pc:sldMk cId="3224588789" sldId="1982"/>
            <ac:spMk id="2" creationId="{2487FA35-A2A9-47D2-B705-6EA42514C1AE}"/>
          </ac:spMkLst>
        </pc:spChg>
        <pc:spChg chg="mod">
          <ac:chgData name="Thijs Hauspie" userId="c5aa01d0-0751-4207-a587-d7124c844d8f" providerId="ADAL" clId="{EFD894B4-A0D5-4260-B75E-5B2611146D55}" dt="2023-11-15T18:17:28.281" v="4722"/>
          <ac:spMkLst>
            <pc:docMk/>
            <pc:sldMk cId="3224588789" sldId="1982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EFD894B4-A0D5-4260-B75E-5B2611146D55}" dt="2023-11-15T18:19:19.832" v="4777"/>
        <pc:sldMkLst>
          <pc:docMk/>
          <pc:sldMk cId="4222222735" sldId="1983"/>
        </pc:sldMkLst>
        <pc:spChg chg="mod">
          <ac:chgData name="Thijs Hauspie" userId="c5aa01d0-0751-4207-a587-d7124c844d8f" providerId="ADAL" clId="{EFD894B4-A0D5-4260-B75E-5B2611146D55}" dt="2023-11-15T18:19:19.832" v="4777"/>
          <ac:spMkLst>
            <pc:docMk/>
            <pc:sldMk cId="4222222735" sldId="1983"/>
            <ac:spMk id="2" creationId="{2487FA35-A2A9-47D2-B705-6EA42514C1AE}"/>
          </ac:spMkLst>
        </pc:spChg>
        <pc:spChg chg="mod">
          <ac:chgData name="Thijs Hauspie" userId="c5aa01d0-0751-4207-a587-d7124c844d8f" providerId="ADAL" clId="{EFD894B4-A0D5-4260-B75E-5B2611146D55}" dt="2023-11-15T18:17:45.761" v="4727" actId="20577"/>
          <ac:spMkLst>
            <pc:docMk/>
            <pc:sldMk cId="4222222735" sldId="1983"/>
            <ac:spMk id="3" creationId="{AFA9732D-AB41-4AF6-9647-B5196F5786EE}"/>
          </ac:spMkLst>
        </pc:spChg>
      </pc:sldChg>
      <pc:sldChg chg="modSp add mod">
        <pc:chgData name="Thijs Hauspie" userId="c5aa01d0-0751-4207-a587-d7124c844d8f" providerId="ADAL" clId="{EFD894B4-A0D5-4260-B75E-5B2611146D55}" dt="2023-11-15T18:18:40.689" v="4733" actId="27636"/>
        <pc:sldMkLst>
          <pc:docMk/>
          <pc:sldMk cId="4294627614" sldId="1984"/>
        </pc:sldMkLst>
        <pc:spChg chg="mod">
          <ac:chgData name="Thijs Hauspie" userId="c5aa01d0-0751-4207-a587-d7124c844d8f" providerId="ADAL" clId="{EFD894B4-A0D5-4260-B75E-5B2611146D55}" dt="2023-11-15T18:18:40.689" v="4733" actId="27636"/>
          <ac:spMkLst>
            <pc:docMk/>
            <pc:sldMk cId="4294627614" sldId="1984"/>
            <ac:spMk id="3" creationId="{AFA9732D-AB41-4AF6-9647-B5196F5786EE}"/>
          </ac:spMkLst>
        </pc:spChg>
      </pc:sldChg>
    </pc:docChg>
  </pc:docChgLst>
  <pc:docChgLst>
    <pc:chgData name="Fauve Duprez" userId="59fdc1fb-507d-4cdb-a31c-e3fd651e0acf" providerId="ADAL" clId="{99FE2BFA-21D1-4BA8-80FA-E99679FEF7D9}"/>
    <pc:docChg chg="custSel modSld">
      <pc:chgData name="Fauve Duprez" userId="59fdc1fb-507d-4cdb-a31c-e3fd651e0acf" providerId="ADAL" clId="{99FE2BFA-21D1-4BA8-80FA-E99679FEF7D9}" dt="2024-11-15T08:39:10.087" v="86" actId="20577"/>
      <pc:docMkLst>
        <pc:docMk/>
      </pc:docMkLst>
      <pc:sldChg chg="modSp mod modCm">
        <pc:chgData name="Fauve Duprez" userId="59fdc1fb-507d-4cdb-a31c-e3fd651e0acf" providerId="ADAL" clId="{99FE2BFA-21D1-4BA8-80FA-E99679FEF7D9}" dt="2024-11-12T15:15:47.182" v="1" actId="20577"/>
        <pc:sldMkLst>
          <pc:docMk/>
          <pc:sldMk cId="4162507869" sldId="259"/>
        </pc:sldMkLst>
        <pc:spChg chg="mod">
          <ac:chgData name="Fauve Duprez" userId="59fdc1fb-507d-4cdb-a31c-e3fd651e0acf" providerId="ADAL" clId="{99FE2BFA-21D1-4BA8-80FA-E99679FEF7D9}" dt="2024-11-12T15:15:47.182" v="1" actId="20577"/>
          <ac:spMkLst>
            <pc:docMk/>
            <pc:sldMk cId="4162507869" sldId="259"/>
            <ac:spMk id="2" creationId="{1D528B7A-3168-440C-A60C-A036931164E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auve Duprez" userId="59fdc1fb-507d-4cdb-a31c-e3fd651e0acf" providerId="ADAL" clId="{99FE2BFA-21D1-4BA8-80FA-E99679FEF7D9}" dt="2024-11-12T15:15:47.182" v="1" actId="20577"/>
              <pc2:cmMkLst xmlns:pc2="http://schemas.microsoft.com/office/powerpoint/2019/9/main/command">
                <pc:docMk/>
                <pc:sldMk cId="4162507869" sldId="259"/>
                <pc2:cmMk id="{03A0DBC0-F35B-4B9D-83D7-4DEE76C657A1}"/>
              </pc2:cmMkLst>
            </pc226:cmChg>
          </p:ext>
        </pc:extLst>
      </pc:sldChg>
      <pc:sldChg chg="delSp mod">
        <pc:chgData name="Fauve Duprez" userId="59fdc1fb-507d-4cdb-a31c-e3fd651e0acf" providerId="ADAL" clId="{99FE2BFA-21D1-4BA8-80FA-E99679FEF7D9}" dt="2024-11-14T16:39:00.600" v="69" actId="478"/>
        <pc:sldMkLst>
          <pc:docMk/>
          <pc:sldMk cId="103995283" sldId="1614"/>
        </pc:sldMkLst>
        <pc:spChg chg="del">
          <ac:chgData name="Fauve Duprez" userId="59fdc1fb-507d-4cdb-a31c-e3fd651e0acf" providerId="ADAL" clId="{99FE2BFA-21D1-4BA8-80FA-E99679FEF7D9}" dt="2024-11-14T16:39:00.600" v="69" actId="478"/>
          <ac:spMkLst>
            <pc:docMk/>
            <pc:sldMk cId="103995283" sldId="1614"/>
            <ac:spMk id="5" creationId="{C3F45861-86AC-4251-8F68-78CC9A0DF34D}"/>
          </ac:spMkLst>
        </pc:spChg>
      </pc:sldChg>
      <pc:sldChg chg="delSp mod">
        <pc:chgData name="Fauve Duprez" userId="59fdc1fb-507d-4cdb-a31c-e3fd651e0acf" providerId="ADAL" clId="{99FE2BFA-21D1-4BA8-80FA-E99679FEF7D9}" dt="2024-11-14T16:31:40.407" v="8" actId="478"/>
        <pc:sldMkLst>
          <pc:docMk/>
          <pc:sldMk cId="2715246657" sldId="1707"/>
        </pc:sldMkLst>
        <pc:spChg chg="del">
          <ac:chgData name="Fauve Duprez" userId="59fdc1fb-507d-4cdb-a31c-e3fd651e0acf" providerId="ADAL" clId="{99FE2BFA-21D1-4BA8-80FA-E99679FEF7D9}" dt="2024-11-14T16:31:40.407" v="8" actId="478"/>
          <ac:spMkLst>
            <pc:docMk/>
            <pc:sldMk cId="2715246657" sldId="1707"/>
            <ac:spMk id="2" creationId="{693CBA2E-0A83-B155-23CF-816CD4BDAC41}"/>
          </ac:spMkLst>
        </pc:spChg>
      </pc:sldChg>
      <pc:sldChg chg="delSp mod">
        <pc:chgData name="Fauve Duprez" userId="59fdc1fb-507d-4cdb-a31c-e3fd651e0acf" providerId="ADAL" clId="{99FE2BFA-21D1-4BA8-80FA-E99679FEF7D9}" dt="2024-11-14T16:32:33.094" v="16" actId="478"/>
        <pc:sldMkLst>
          <pc:docMk/>
          <pc:sldMk cId="3812698982" sldId="1709"/>
        </pc:sldMkLst>
        <pc:spChg chg="del">
          <ac:chgData name="Fauve Duprez" userId="59fdc1fb-507d-4cdb-a31c-e3fd651e0acf" providerId="ADAL" clId="{99FE2BFA-21D1-4BA8-80FA-E99679FEF7D9}" dt="2024-11-14T16:32:33.094" v="16" actId="478"/>
          <ac:spMkLst>
            <pc:docMk/>
            <pc:sldMk cId="3812698982" sldId="1709"/>
            <ac:spMk id="2" creationId="{BDCCCE84-50E3-D8C5-B9FA-F06646FB033E}"/>
          </ac:spMkLst>
        </pc:spChg>
      </pc:sldChg>
      <pc:sldChg chg="delSp modSp mod">
        <pc:chgData name="Fauve Duprez" userId="59fdc1fb-507d-4cdb-a31c-e3fd651e0acf" providerId="ADAL" clId="{99FE2BFA-21D1-4BA8-80FA-E99679FEF7D9}" dt="2024-11-14T16:31:10.049" v="6" actId="478"/>
        <pc:sldMkLst>
          <pc:docMk/>
          <pc:sldMk cId="692158755" sldId="1732"/>
        </pc:sldMkLst>
        <pc:spChg chg="mod">
          <ac:chgData name="Fauve Duprez" userId="59fdc1fb-507d-4cdb-a31c-e3fd651e0acf" providerId="ADAL" clId="{99FE2BFA-21D1-4BA8-80FA-E99679FEF7D9}" dt="2024-11-14T16:31:03.205" v="5" actId="20577"/>
          <ac:spMkLst>
            <pc:docMk/>
            <pc:sldMk cId="692158755" sldId="1732"/>
            <ac:spMk id="3" creationId="{8B08EB8F-3F8B-4C10-8E9B-C5A5FAEBE05B}"/>
          </ac:spMkLst>
        </pc:spChg>
        <pc:spChg chg="del">
          <ac:chgData name="Fauve Duprez" userId="59fdc1fb-507d-4cdb-a31c-e3fd651e0acf" providerId="ADAL" clId="{99FE2BFA-21D1-4BA8-80FA-E99679FEF7D9}" dt="2024-11-14T16:31:10.049" v="6" actId="478"/>
          <ac:spMkLst>
            <pc:docMk/>
            <pc:sldMk cId="692158755" sldId="1732"/>
            <ac:spMk id="5" creationId="{BCF795E3-497E-48BD-82EE-77D37FD3425D}"/>
          </ac:spMkLst>
        </pc:spChg>
      </pc:sldChg>
      <pc:sldChg chg="delSp mod">
        <pc:chgData name="Fauve Duprez" userId="59fdc1fb-507d-4cdb-a31c-e3fd651e0acf" providerId="ADAL" clId="{99FE2BFA-21D1-4BA8-80FA-E99679FEF7D9}" dt="2024-11-14T16:37:00.360" v="49" actId="478"/>
        <pc:sldMkLst>
          <pc:docMk/>
          <pc:sldMk cId="912549233" sldId="1736"/>
        </pc:sldMkLst>
        <pc:spChg chg="del">
          <ac:chgData name="Fauve Duprez" userId="59fdc1fb-507d-4cdb-a31c-e3fd651e0acf" providerId="ADAL" clId="{99FE2BFA-21D1-4BA8-80FA-E99679FEF7D9}" dt="2024-11-14T16:37:00.360" v="49" actId="478"/>
          <ac:spMkLst>
            <pc:docMk/>
            <pc:sldMk cId="912549233" sldId="1736"/>
            <ac:spMk id="5" creationId="{6F258E83-974B-48F2-8F14-B1D94DB291B2}"/>
          </ac:spMkLst>
        </pc:spChg>
      </pc:sldChg>
      <pc:sldChg chg="delSp mod">
        <pc:chgData name="Fauve Duprez" userId="59fdc1fb-507d-4cdb-a31c-e3fd651e0acf" providerId="ADAL" clId="{99FE2BFA-21D1-4BA8-80FA-E99679FEF7D9}" dt="2024-11-14T16:37:51.746" v="58" actId="478"/>
        <pc:sldMkLst>
          <pc:docMk/>
          <pc:sldMk cId="587871540" sldId="1752"/>
        </pc:sldMkLst>
        <pc:spChg chg="del">
          <ac:chgData name="Fauve Duprez" userId="59fdc1fb-507d-4cdb-a31c-e3fd651e0acf" providerId="ADAL" clId="{99FE2BFA-21D1-4BA8-80FA-E99679FEF7D9}" dt="2024-11-14T16:37:51.746" v="58" actId="478"/>
          <ac:spMkLst>
            <pc:docMk/>
            <pc:sldMk cId="587871540" sldId="1752"/>
            <ac:spMk id="2" creationId="{7B344C36-EEF8-5DD1-3B9C-A78C1FBE2C87}"/>
          </ac:spMkLst>
        </pc:spChg>
      </pc:sldChg>
      <pc:sldChg chg="delSp mod">
        <pc:chgData name="Fauve Duprez" userId="59fdc1fb-507d-4cdb-a31c-e3fd651e0acf" providerId="ADAL" clId="{99FE2BFA-21D1-4BA8-80FA-E99679FEF7D9}" dt="2024-11-14T16:37:57.029" v="59" actId="478"/>
        <pc:sldMkLst>
          <pc:docMk/>
          <pc:sldMk cId="3229127732" sldId="1758"/>
        </pc:sldMkLst>
        <pc:spChg chg="del">
          <ac:chgData name="Fauve Duprez" userId="59fdc1fb-507d-4cdb-a31c-e3fd651e0acf" providerId="ADAL" clId="{99FE2BFA-21D1-4BA8-80FA-E99679FEF7D9}" dt="2024-11-14T16:37:57.029" v="59" actId="478"/>
          <ac:spMkLst>
            <pc:docMk/>
            <pc:sldMk cId="3229127732" sldId="1758"/>
            <ac:spMk id="2" creationId="{EAA6771F-866C-59EA-E366-ED6937CC916A}"/>
          </ac:spMkLst>
        </pc:spChg>
      </pc:sldChg>
      <pc:sldChg chg="delSp mod">
        <pc:chgData name="Fauve Duprez" userId="59fdc1fb-507d-4cdb-a31c-e3fd651e0acf" providerId="ADAL" clId="{99FE2BFA-21D1-4BA8-80FA-E99679FEF7D9}" dt="2024-11-14T16:38:01.811" v="60" actId="478"/>
        <pc:sldMkLst>
          <pc:docMk/>
          <pc:sldMk cId="2274667188" sldId="1759"/>
        </pc:sldMkLst>
        <pc:spChg chg="del">
          <ac:chgData name="Fauve Duprez" userId="59fdc1fb-507d-4cdb-a31c-e3fd651e0acf" providerId="ADAL" clId="{99FE2BFA-21D1-4BA8-80FA-E99679FEF7D9}" dt="2024-11-14T16:38:01.811" v="60" actId="478"/>
          <ac:spMkLst>
            <pc:docMk/>
            <pc:sldMk cId="2274667188" sldId="1759"/>
            <ac:spMk id="4" creationId="{20A41058-1CDC-3DDC-CCDE-270A2D9EC6D8}"/>
          </ac:spMkLst>
        </pc:spChg>
      </pc:sldChg>
      <pc:sldChg chg="modSp mod">
        <pc:chgData name="Fauve Duprez" userId="59fdc1fb-507d-4cdb-a31c-e3fd651e0acf" providerId="ADAL" clId="{99FE2BFA-21D1-4BA8-80FA-E99679FEF7D9}" dt="2024-11-15T08:39:10.087" v="86" actId="20577"/>
        <pc:sldMkLst>
          <pc:docMk/>
          <pc:sldMk cId="2357406962" sldId="1769"/>
        </pc:sldMkLst>
        <pc:spChg chg="mod">
          <ac:chgData name="Fauve Duprez" userId="59fdc1fb-507d-4cdb-a31c-e3fd651e0acf" providerId="ADAL" clId="{99FE2BFA-21D1-4BA8-80FA-E99679FEF7D9}" dt="2024-11-15T08:39:10.087" v="86" actId="20577"/>
          <ac:spMkLst>
            <pc:docMk/>
            <pc:sldMk cId="2357406962" sldId="1769"/>
            <ac:spMk id="4" creationId="{AFADBEE7-7DB1-4468-A19F-EE1EC696AF82}"/>
          </ac:spMkLst>
        </pc:spChg>
      </pc:sldChg>
      <pc:sldChg chg="delSp modSp mod">
        <pc:chgData name="Fauve Duprez" userId="59fdc1fb-507d-4cdb-a31c-e3fd651e0acf" providerId="ADAL" clId="{99FE2BFA-21D1-4BA8-80FA-E99679FEF7D9}" dt="2024-11-15T07:59:51.996" v="80" actId="20577"/>
        <pc:sldMkLst>
          <pc:docMk/>
          <pc:sldMk cId="2116437000" sldId="1780"/>
        </pc:sldMkLst>
        <pc:spChg chg="mod">
          <ac:chgData name="Fauve Duprez" userId="59fdc1fb-507d-4cdb-a31c-e3fd651e0acf" providerId="ADAL" clId="{99FE2BFA-21D1-4BA8-80FA-E99679FEF7D9}" dt="2024-11-15T07:59:51.996" v="80" actId="20577"/>
          <ac:spMkLst>
            <pc:docMk/>
            <pc:sldMk cId="2116437000" sldId="1780"/>
            <ac:spMk id="6" creationId="{D218D92A-74AD-49F8-A8A9-AD801B689B50}"/>
          </ac:spMkLst>
        </pc:spChg>
        <pc:spChg chg="del">
          <ac:chgData name="Fauve Duprez" userId="59fdc1fb-507d-4cdb-a31c-e3fd651e0acf" providerId="ADAL" clId="{99FE2BFA-21D1-4BA8-80FA-E99679FEF7D9}" dt="2024-11-14T16:32:45.327" v="18" actId="478"/>
          <ac:spMkLst>
            <pc:docMk/>
            <pc:sldMk cId="2116437000" sldId="1780"/>
            <ac:spMk id="22" creationId="{6DDE2CE4-EC23-48B2-84DC-9D5FA7C0D379}"/>
          </ac:spMkLst>
        </pc:spChg>
      </pc:sldChg>
      <pc:sldChg chg="delSp mod">
        <pc:chgData name="Fauve Duprez" userId="59fdc1fb-507d-4cdb-a31c-e3fd651e0acf" providerId="ADAL" clId="{99FE2BFA-21D1-4BA8-80FA-E99679FEF7D9}" dt="2024-11-14T16:33:11.947" v="19" actId="478"/>
        <pc:sldMkLst>
          <pc:docMk/>
          <pc:sldMk cId="1780119918" sldId="1781"/>
        </pc:sldMkLst>
        <pc:spChg chg="del">
          <ac:chgData name="Fauve Duprez" userId="59fdc1fb-507d-4cdb-a31c-e3fd651e0acf" providerId="ADAL" clId="{99FE2BFA-21D1-4BA8-80FA-E99679FEF7D9}" dt="2024-11-14T16:33:11.947" v="19" actId="478"/>
          <ac:spMkLst>
            <pc:docMk/>
            <pc:sldMk cId="1780119918" sldId="1781"/>
            <ac:spMk id="3" creationId="{E401E1B1-FB05-7E76-0956-B14314C5AF32}"/>
          </ac:spMkLst>
        </pc:spChg>
      </pc:sldChg>
      <pc:sldChg chg="delSp mod">
        <pc:chgData name="Fauve Duprez" userId="59fdc1fb-507d-4cdb-a31c-e3fd651e0acf" providerId="ADAL" clId="{99FE2BFA-21D1-4BA8-80FA-E99679FEF7D9}" dt="2024-11-15T07:58:22.970" v="70" actId="478"/>
        <pc:sldMkLst>
          <pc:docMk/>
          <pc:sldMk cId="3807610048" sldId="1784"/>
        </pc:sldMkLst>
        <pc:spChg chg="del">
          <ac:chgData name="Fauve Duprez" userId="59fdc1fb-507d-4cdb-a31c-e3fd651e0acf" providerId="ADAL" clId="{99FE2BFA-21D1-4BA8-80FA-E99679FEF7D9}" dt="2024-11-15T07:58:22.970" v="70" actId="478"/>
          <ac:spMkLst>
            <pc:docMk/>
            <pc:sldMk cId="3807610048" sldId="1784"/>
            <ac:spMk id="2" creationId="{2BB85283-E9AD-3DFE-0304-D58CF567E8D3}"/>
          </ac:spMkLst>
        </pc:spChg>
      </pc:sldChg>
      <pc:sldChg chg="delSp mod">
        <pc:chgData name="Fauve Duprez" userId="59fdc1fb-507d-4cdb-a31c-e3fd651e0acf" providerId="ADAL" clId="{99FE2BFA-21D1-4BA8-80FA-E99679FEF7D9}" dt="2024-11-14T16:31:53.400" v="10" actId="478"/>
        <pc:sldMkLst>
          <pc:docMk/>
          <pc:sldMk cId="531235983" sldId="1785"/>
        </pc:sldMkLst>
        <pc:spChg chg="del">
          <ac:chgData name="Fauve Duprez" userId="59fdc1fb-507d-4cdb-a31c-e3fd651e0acf" providerId="ADAL" clId="{99FE2BFA-21D1-4BA8-80FA-E99679FEF7D9}" dt="2024-11-14T16:31:53.400" v="10" actId="478"/>
          <ac:spMkLst>
            <pc:docMk/>
            <pc:sldMk cId="531235983" sldId="1785"/>
            <ac:spMk id="6" creationId="{863FEE13-4088-18BF-76E0-D6B19E3DD5AC}"/>
          </ac:spMkLst>
        </pc:spChg>
      </pc:sldChg>
      <pc:sldChg chg="delSp mod">
        <pc:chgData name="Fauve Duprez" userId="59fdc1fb-507d-4cdb-a31c-e3fd651e0acf" providerId="ADAL" clId="{99FE2BFA-21D1-4BA8-80FA-E99679FEF7D9}" dt="2024-11-14T16:32:08.406" v="13" actId="478"/>
        <pc:sldMkLst>
          <pc:docMk/>
          <pc:sldMk cId="742242949" sldId="1788"/>
        </pc:sldMkLst>
        <pc:spChg chg="del">
          <ac:chgData name="Fauve Duprez" userId="59fdc1fb-507d-4cdb-a31c-e3fd651e0acf" providerId="ADAL" clId="{99FE2BFA-21D1-4BA8-80FA-E99679FEF7D9}" dt="2024-11-14T16:32:08.406" v="13" actId="478"/>
          <ac:spMkLst>
            <pc:docMk/>
            <pc:sldMk cId="742242949" sldId="1788"/>
            <ac:spMk id="2" creationId="{30BFF7D9-FEE4-3ABC-288B-DC262724BEC2}"/>
          </ac:spMkLst>
        </pc:spChg>
      </pc:sldChg>
      <pc:sldChg chg="delSp mod">
        <pc:chgData name="Fauve Duprez" userId="59fdc1fb-507d-4cdb-a31c-e3fd651e0acf" providerId="ADAL" clId="{99FE2BFA-21D1-4BA8-80FA-E99679FEF7D9}" dt="2024-11-14T16:32:25.706" v="14" actId="478"/>
        <pc:sldMkLst>
          <pc:docMk/>
          <pc:sldMk cId="4115517203" sldId="1789"/>
        </pc:sldMkLst>
        <pc:spChg chg="del">
          <ac:chgData name="Fauve Duprez" userId="59fdc1fb-507d-4cdb-a31c-e3fd651e0acf" providerId="ADAL" clId="{99FE2BFA-21D1-4BA8-80FA-E99679FEF7D9}" dt="2024-11-14T16:32:25.706" v="14" actId="478"/>
          <ac:spMkLst>
            <pc:docMk/>
            <pc:sldMk cId="4115517203" sldId="1789"/>
            <ac:spMk id="2" creationId="{43A7AE87-891A-D96E-90EF-D078388C3D04}"/>
          </ac:spMkLst>
        </pc:spChg>
      </pc:sldChg>
      <pc:sldChg chg="delSp mod">
        <pc:chgData name="Fauve Duprez" userId="59fdc1fb-507d-4cdb-a31c-e3fd651e0acf" providerId="ADAL" clId="{99FE2BFA-21D1-4BA8-80FA-E99679FEF7D9}" dt="2024-11-14T16:32:36.294" v="17" actId="478"/>
        <pc:sldMkLst>
          <pc:docMk/>
          <pc:sldMk cId="1733060434" sldId="1791"/>
        </pc:sldMkLst>
        <pc:spChg chg="del">
          <ac:chgData name="Fauve Duprez" userId="59fdc1fb-507d-4cdb-a31c-e3fd651e0acf" providerId="ADAL" clId="{99FE2BFA-21D1-4BA8-80FA-E99679FEF7D9}" dt="2024-11-14T16:32:36.294" v="17" actId="478"/>
          <ac:spMkLst>
            <pc:docMk/>
            <pc:sldMk cId="1733060434" sldId="1791"/>
            <ac:spMk id="2" creationId="{67F21C10-8494-A880-D0F8-496CAC04AB48}"/>
          </ac:spMkLst>
        </pc:spChg>
      </pc:sldChg>
      <pc:sldChg chg="delSp mod">
        <pc:chgData name="Fauve Duprez" userId="59fdc1fb-507d-4cdb-a31c-e3fd651e0acf" providerId="ADAL" clId="{99FE2BFA-21D1-4BA8-80FA-E99679FEF7D9}" dt="2024-11-14T16:35:09.949" v="39" actId="478"/>
        <pc:sldMkLst>
          <pc:docMk/>
          <pc:sldMk cId="3274392759" sldId="1799"/>
        </pc:sldMkLst>
        <pc:spChg chg="del">
          <ac:chgData name="Fauve Duprez" userId="59fdc1fb-507d-4cdb-a31c-e3fd651e0acf" providerId="ADAL" clId="{99FE2BFA-21D1-4BA8-80FA-E99679FEF7D9}" dt="2024-11-14T16:35:09.949" v="39" actId="478"/>
          <ac:spMkLst>
            <pc:docMk/>
            <pc:sldMk cId="3274392759" sldId="1799"/>
            <ac:spMk id="3" creationId="{9E039ADD-5649-430F-8C55-604FBF04157C}"/>
          </ac:spMkLst>
        </pc:spChg>
      </pc:sldChg>
      <pc:sldChg chg="delSp mod">
        <pc:chgData name="Fauve Duprez" userId="59fdc1fb-507d-4cdb-a31c-e3fd651e0acf" providerId="ADAL" clId="{99FE2BFA-21D1-4BA8-80FA-E99679FEF7D9}" dt="2024-11-14T16:38:57.387" v="67" actId="478"/>
        <pc:sldMkLst>
          <pc:docMk/>
          <pc:sldMk cId="1301237701" sldId="1818"/>
        </pc:sldMkLst>
        <pc:spChg chg="del">
          <ac:chgData name="Fauve Duprez" userId="59fdc1fb-507d-4cdb-a31c-e3fd651e0acf" providerId="ADAL" clId="{99FE2BFA-21D1-4BA8-80FA-E99679FEF7D9}" dt="2024-11-14T16:38:57.387" v="67" actId="478"/>
          <ac:spMkLst>
            <pc:docMk/>
            <pc:sldMk cId="1301237701" sldId="1818"/>
            <ac:spMk id="22" creationId="{6DDE2CE4-EC23-48B2-84DC-9D5FA7C0D379}"/>
          </ac:spMkLst>
        </pc:spChg>
      </pc:sldChg>
      <pc:sldChg chg="delSp mod">
        <pc:chgData name="Fauve Duprez" userId="59fdc1fb-507d-4cdb-a31c-e3fd651e0acf" providerId="ADAL" clId="{99FE2BFA-21D1-4BA8-80FA-E99679FEF7D9}" dt="2024-11-14T16:34:00.631" v="26" actId="478"/>
        <pc:sldMkLst>
          <pc:docMk/>
          <pc:sldMk cId="327366500" sldId="1830"/>
        </pc:sldMkLst>
        <pc:spChg chg="del">
          <ac:chgData name="Fauve Duprez" userId="59fdc1fb-507d-4cdb-a31c-e3fd651e0acf" providerId="ADAL" clId="{99FE2BFA-21D1-4BA8-80FA-E99679FEF7D9}" dt="2024-11-14T16:34:00.631" v="26" actId="478"/>
          <ac:spMkLst>
            <pc:docMk/>
            <pc:sldMk cId="327366500" sldId="1830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5:32.894" v="40" actId="478"/>
        <pc:sldMkLst>
          <pc:docMk/>
          <pc:sldMk cId="2763635484" sldId="1859"/>
        </pc:sldMkLst>
        <pc:spChg chg="del">
          <ac:chgData name="Fauve Duprez" userId="59fdc1fb-507d-4cdb-a31c-e3fd651e0acf" providerId="ADAL" clId="{99FE2BFA-21D1-4BA8-80FA-E99679FEF7D9}" dt="2024-11-14T16:35:32.894" v="40" actId="478"/>
          <ac:spMkLst>
            <pc:docMk/>
            <pc:sldMk cId="2763635484" sldId="1859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5:44.526" v="42" actId="478"/>
        <pc:sldMkLst>
          <pc:docMk/>
          <pc:sldMk cId="3075885642" sldId="1860"/>
        </pc:sldMkLst>
        <pc:spChg chg="del">
          <ac:chgData name="Fauve Duprez" userId="59fdc1fb-507d-4cdb-a31c-e3fd651e0acf" providerId="ADAL" clId="{99FE2BFA-21D1-4BA8-80FA-E99679FEF7D9}" dt="2024-11-14T16:35:44.526" v="42" actId="478"/>
          <ac:spMkLst>
            <pc:docMk/>
            <pc:sldMk cId="3075885642" sldId="1860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6:14.349" v="44" actId="478"/>
        <pc:sldMkLst>
          <pc:docMk/>
          <pc:sldMk cId="3976812726" sldId="1865"/>
        </pc:sldMkLst>
        <pc:spChg chg="del">
          <ac:chgData name="Fauve Duprez" userId="59fdc1fb-507d-4cdb-a31c-e3fd651e0acf" providerId="ADAL" clId="{99FE2BFA-21D1-4BA8-80FA-E99679FEF7D9}" dt="2024-11-14T16:36:14.349" v="44" actId="478"/>
          <ac:spMkLst>
            <pc:docMk/>
            <pc:sldMk cId="3976812726" sldId="1865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6:18.794" v="46" actId="478"/>
        <pc:sldMkLst>
          <pc:docMk/>
          <pc:sldMk cId="705502928" sldId="1866"/>
        </pc:sldMkLst>
        <pc:spChg chg="del">
          <ac:chgData name="Fauve Duprez" userId="59fdc1fb-507d-4cdb-a31c-e3fd651e0acf" providerId="ADAL" clId="{99FE2BFA-21D1-4BA8-80FA-E99679FEF7D9}" dt="2024-11-14T16:36:18.794" v="46" actId="478"/>
          <ac:spMkLst>
            <pc:docMk/>
            <pc:sldMk cId="705502928" sldId="1866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8:34.041" v="61" actId="478"/>
        <pc:sldMkLst>
          <pc:docMk/>
          <pc:sldMk cId="1102596552" sldId="1880"/>
        </pc:sldMkLst>
        <pc:spChg chg="del">
          <ac:chgData name="Fauve Duprez" userId="59fdc1fb-507d-4cdb-a31c-e3fd651e0acf" providerId="ADAL" clId="{99FE2BFA-21D1-4BA8-80FA-E99679FEF7D9}" dt="2024-11-14T16:38:34.041" v="61" actId="478"/>
          <ac:spMkLst>
            <pc:docMk/>
            <pc:sldMk cId="1102596552" sldId="1880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5:39.068" v="41" actId="478"/>
        <pc:sldMkLst>
          <pc:docMk/>
          <pc:sldMk cId="2153805064" sldId="1882"/>
        </pc:sldMkLst>
        <pc:spChg chg="del">
          <ac:chgData name="Fauve Duprez" userId="59fdc1fb-507d-4cdb-a31c-e3fd651e0acf" providerId="ADAL" clId="{99FE2BFA-21D1-4BA8-80FA-E99679FEF7D9}" dt="2024-11-14T16:35:39.068" v="41" actId="478"/>
          <ac:spMkLst>
            <pc:docMk/>
            <pc:sldMk cId="2153805064" sldId="1882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7:03.854" v="50" actId="478"/>
        <pc:sldMkLst>
          <pc:docMk/>
          <pc:sldMk cId="2777352345" sldId="1883"/>
        </pc:sldMkLst>
        <pc:spChg chg="del">
          <ac:chgData name="Fauve Duprez" userId="59fdc1fb-507d-4cdb-a31c-e3fd651e0acf" providerId="ADAL" clId="{99FE2BFA-21D1-4BA8-80FA-E99679FEF7D9}" dt="2024-11-14T16:37:03.854" v="50" actId="478"/>
          <ac:spMkLst>
            <pc:docMk/>
            <pc:sldMk cId="2777352345" sldId="1883"/>
            <ac:spMk id="5" creationId="{6F258E83-974B-48F2-8F14-B1D94DB291B2}"/>
          </ac:spMkLst>
        </pc:spChg>
      </pc:sldChg>
      <pc:sldChg chg="delSp modSp mod">
        <pc:chgData name="Fauve Duprez" userId="59fdc1fb-507d-4cdb-a31c-e3fd651e0acf" providerId="ADAL" clId="{99FE2BFA-21D1-4BA8-80FA-E99679FEF7D9}" dt="2024-11-15T08:16:22.999" v="84" actId="20577"/>
        <pc:sldMkLst>
          <pc:docMk/>
          <pc:sldMk cId="4267290163" sldId="1884"/>
        </pc:sldMkLst>
        <pc:spChg chg="mod">
          <ac:chgData name="Fauve Duprez" userId="59fdc1fb-507d-4cdb-a31c-e3fd651e0acf" providerId="ADAL" clId="{99FE2BFA-21D1-4BA8-80FA-E99679FEF7D9}" dt="2024-11-15T08:16:22.999" v="84" actId="20577"/>
          <ac:spMkLst>
            <pc:docMk/>
            <pc:sldMk cId="4267290163" sldId="1884"/>
            <ac:spMk id="3" creationId="{3CDE1E18-32B6-415F-BB7E-BD52DF9237A0}"/>
          </ac:spMkLst>
        </pc:spChg>
        <pc:spChg chg="del">
          <ac:chgData name="Fauve Duprez" userId="59fdc1fb-507d-4cdb-a31c-e3fd651e0acf" providerId="ADAL" clId="{99FE2BFA-21D1-4BA8-80FA-E99679FEF7D9}" dt="2024-11-14T16:37:45.898" v="57" actId="478"/>
          <ac:spMkLst>
            <pc:docMk/>
            <pc:sldMk cId="4267290163" sldId="1884"/>
            <ac:spMk id="5" creationId="{6F258E83-974B-48F2-8F14-B1D94DB291B2}"/>
          </ac:spMkLst>
        </pc:spChg>
      </pc:sldChg>
      <pc:sldChg chg="delSp mod">
        <pc:chgData name="Fauve Duprez" userId="59fdc1fb-507d-4cdb-a31c-e3fd651e0acf" providerId="ADAL" clId="{99FE2BFA-21D1-4BA8-80FA-E99679FEF7D9}" dt="2024-11-14T16:38:49.207" v="62" actId="478"/>
        <pc:sldMkLst>
          <pc:docMk/>
          <pc:sldMk cId="1547956717" sldId="1893"/>
        </pc:sldMkLst>
        <pc:spChg chg="del">
          <ac:chgData name="Fauve Duprez" userId="59fdc1fb-507d-4cdb-a31c-e3fd651e0acf" providerId="ADAL" clId="{99FE2BFA-21D1-4BA8-80FA-E99679FEF7D9}" dt="2024-11-14T16:38:49.207" v="62" actId="478"/>
          <ac:spMkLst>
            <pc:docMk/>
            <pc:sldMk cId="1547956717" sldId="1893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8:50.766" v="63" actId="478"/>
        <pc:sldMkLst>
          <pc:docMk/>
          <pc:sldMk cId="4072465433" sldId="1894"/>
        </pc:sldMkLst>
        <pc:spChg chg="del">
          <ac:chgData name="Fauve Duprez" userId="59fdc1fb-507d-4cdb-a31c-e3fd651e0acf" providerId="ADAL" clId="{99FE2BFA-21D1-4BA8-80FA-E99679FEF7D9}" dt="2024-11-14T16:38:50.766" v="63" actId="478"/>
          <ac:spMkLst>
            <pc:docMk/>
            <pc:sldMk cId="4072465433" sldId="1894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8:51.850" v="64" actId="478"/>
        <pc:sldMkLst>
          <pc:docMk/>
          <pc:sldMk cId="4003317209" sldId="1895"/>
        </pc:sldMkLst>
        <pc:spChg chg="del">
          <ac:chgData name="Fauve Duprez" userId="59fdc1fb-507d-4cdb-a31c-e3fd651e0acf" providerId="ADAL" clId="{99FE2BFA-21D1-4BA8-80FA-E99679FEF7D9}" dt="2024-11-14T16:38:51.850" v="64" actId="478"/>
          <ac:spMkLst>
            <pc:docMk/>
            <pc:sldMk cId="4003317209" sldId="1895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8:52.887" v="65" actId="478"/>
        <pc:sldMkLst>
          <pc:docMk/>
          <pc:sldMk cId="1484916096" sldId="1896"/>
        </pc:sldMkLst>
        <pc:spChg chg="del">
          <ac:chgData name="Fauve Duprez" userId="59fdc1fb-507d-4cdb-a31c-e3fd651e0acf" providerId="ADAL" clId="{99FE2BFA-21D1-4BA8-80FA-E99679FEF7D9}" dt="2024-11-14T16:38:52.887" v="65" actId="478"/>
          <ac:spMkLst>
            <pc:docMk/>
            <pc:sldMk cId="1484916096" sldId="1896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8:56.252" v="66" actId="478"/>
        <pc:sldMkLst>
          <pc:docMk/>
          <pc:sldMk cId="2029966077" sldId="1898"/>
        </pc:sldMkLst>
        <pc:spChg chg="del">
          <ac:chgData name="Fauve Duprez" userId="59fdc1fb-507d-4cdb-a31c-e3fd651e0acf" providerId="ADAL" clId="{99FE2BFA-21D1-4BA8-80FA-E99679FEF7D9}" dt="2024-11-14T16:38:56.252" v="66" actId="478"/>
          <ac:spMkLst>
            <pc:docMk/>
            <pc:sldMk cId="2029966077" sldId="1898"/>
            <ac:spMk id="5" creationId="{CAAAC453-DFB7-4A6A-B8F4-705909C2D41E}"/>
          </ac:spMkLst>
        </pc:spChg>
      </pc:sldChg>
      <pc:sldChg chg="delSp mod">
        <pc:chgData name="Fauve Duprez" userId="59fdc1fb-507d-4cdb-a31c-e3fd651e0acf" providerId="ADAL" clId="{99FE2BFA-21D1-4BA8-80FA-E99679FEF7D9}" dt="2024-11-14T16:38:59.325" v="68" actId="478"/>
        <pc:sldMkLst>
          <pc:docMk/>
          <pc:sldMk cId="1578831498" sldId="1902"/>
        </pc:sldMkLst>
        <pc:spChg chg="del">
          <ac:chgData name="Fauve Duprez" userId="59fdc1fb-507d-4cdb-a31c-e3fd651e0acf" providerId="ADAL" clId="{99FE2BFA-21D1-4BA8-80FA-E99679FEF7D9}" dt="2024-11-14T16:38:59.325" v="68" actId="478"/>
          <ac:spMkLst>
            <pc:docMk/>
            <pc:sldMk cId="1578831498" sldId="1902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1:14.975" v="7" actId="478"/>
        <pc:sldMkLst>
          <pc:docMk/>
          <pc:sldMk cId="787248852" sldId="1951"/>
        </pc:sldMkLst>
        <pc:spChg chg="del">
          <ac:chgData name="Fauve Duprez" userId="59fdc1fb-507d-4cdb-a31c-e3fd651e0acf" providerId="ADAL" clId="{99FE2BFA-21D1-4BA8-80FA-E99679FEF7D9}" dt="2024-11-14T16:31:14.975" v="7" actId="478"/>
          <ac:spMkLst>
            <pc:docMk/>
            <pc:sldMk cId="787248852" sldId="1951"/>
            <ac:spMk id="5" creationId="{3807F7A6-2B20-426F-A58D-B06A18042E01}"/>
          </ac:spMkLst>
        </pc:spChg>
      </pc:sldChg>
      <pc:sldChg chg="delSp mod">
        <pc:chgData name="Fauve Duprez" userId="59fdc1fb-507d-4cdb-a31c-e3fd651e0acf" providerId="ADAL" clId="{99FE2BFA-21D1-4BA8-80FA-E99679FEF7D9}" dt="2024-11-14T16:31:49.951" v="9" actId="478"/>
        <pc:sldMkLst>
          <pc:docMk/>
          <pc:sldMk cId="1136585835" sldId="1953"/>
        </pc:sldMkLst>
        <pc:spChg chg="del">
          <ac:chgData name="Fauve Duprez" userId="59fdc1fb-507d-4cdb-a31c-e3fd651e0acf" providerId="ADAL" clId="{99FE2BFA-21D1-4BA8-80FA-E99679FEF7D9}" dt="2024-11-14T16:31:49.951" v="9" actId="478"/>
          <ac:spMkLst>
            <pc:docMk/>
            <pc:sldMk cId="1136585835" sldId="1953"/>
            <ac:spMk id="2" creationId="{2BB85283-E9AD-3DFE-0304-D58CF567E8D3}"/>
          </ac:spMkLst>
        </pc:spChg>
      </pc:sldChg>
      <pc:sldChg chg="delSp mod">
        <pc:chgData name="Fauve Duprez" userId="59fdc1fb-507d-4cdb-a31c-e3fd651e0acf" providerId="ADAL" clId="{99FE2BFA-21D1-4BA8-80FA-E99679FEF7D9}" dt="2024-11-14T16:31:59.020" v="11" actId="478"/>
        <pc:sldMkLst>
          <pc:docMk/>
          <pc:sldMk cId="275074898" sldId="1955"/>
        </pc:sldMkLst>
        <pc:spChg chg="del">
          <ac:chgData name="Fauve Duprez" userId="59fdc1fb-507d-4cdb-a31c-e3fd651e0acf" providerId="ADAL" clId="{99FE2BFA-21D1-4BA8-80FA-E99679FEF7D9}" dt="2024-11-14T16:31:59.020" v="11" actId="478"/>
          <ac:spMkLst>
            <pc:docMk/>
            <pc:sldMk cId="275074898" sldId="1955"/>
            <ac:spMk id="6" creationId="{863FEE13-4088-18BF-76E0-D6B19E3DD5AC}"/>
          </ac:spMkLst>
        </pc:spChg>
      </pc:sldChg>
      <pc:sldChg chg="delSp mod">
        <pc:chgData name="Fauve Duprez" userId="59fdc1fb-507d-4cdb-a31c-e3fd651e0acf" providerId="ADAL" clId="{99FE2BFA-21D1-4BA8-80FA-E99679FEF7D9}" dt="2024-11-14T16:32:02.798" v="12" actId="478"/>
        <pc:sldMkLst>
          <pc:docMk/>
          <pc:sldMk cId="1122221762" sldId="1956"/>
        </pc:sldMkLst>
        <pc:spChg chg="del">
          <ac:chgData name="Fauve Duprez" userId="59fdc1fb-507d-4cdb-a31c-e3fd651e0acf" providerId="ADAL" clId="{99FE2BFA-21D1-4BA8-80FA-E99679FEF7D9}" dt="2024-11-14T16:32:02.798" v="12" actId="478"/>
          <ac:spMkLst>
            <pc:docMk/>
            <pc:sldMk cId="1122221762" sldId="1956"/>
            <ac:spMk id="2" creationId="{30BFF7D9-FEE4-3ABC-288B-DC262724BEC2}"/>
          </ac:spMkLst>
        </pc:spChg>
      </pc:sldChg>
      <pc:sldChg chg="delSp mod">
        <pc:chgData name="Fauve Duprez" userId="59fdc1fb-507d-4cdb-a31c-e3fd651e0acf" providerId="ADAL" clId="{99FE2BFA-21D1-4BA8-80FA-E99679FEF7D9}" dt="2024-11-14T16:32:28.953" v="15" actId="478"/>
        <pc:sldMkLst>
          <pc:docMk/>
          <pc:sldMk cId="344622623" sldId="1957"/>
        </pc:sldMkLst>
        <pc:spChg chg="del">
          <ac:chgData name="Fauve Duprez" userId="59fdc1fb-507d-4cdb-a31c-e3fd651e0acf" providerId="ADAL" clId="{99FE2BFA-21D1-4BA8-80FA-E99679FEF7D9}" dt="2024-11-14T16:32:28.953" v="15" actId="478"/>
          <ac:spMkLst>
            <pc:docMk/>
            <pc:sldMk cId="344622623" sldId="1957"/>
            <ac:spMk id="2" creationId="{43A7AE87-891A-D96E-90EF-D078388C3D04}"/>
          </ac:spMkLst>
        </pc:spChg>
      </pc:sldChg>
      <pc:sldChg chg="delSp mod">
        <pc:chgData name="Fauve Duprez" userId="59fdc1fb-507d-4cdb-a31c-e3fd651e0acf" providerId="ADAL" clId="{99FE2BFA-21D1-4BA8-80FA-E99679FEF7D9}" dt="2024-11-14T16:33:21.357" v="21" actId="478"/>
        <pc:sldMkLst>
          <pc:docMk/>
          <pc:sldMk cId="3669248358" sldId="1959"/>
        </pc:sldMkLst>
        <pc:spChg chg="del">
          <ac:chgData name="Fauve Duprez" userId="59fdc1fb-507d-4cdb-a31c-e3fd651e0acf" providerId="ADAL" clId="{99FE2BFA-21D1-4BA8-80FA-E99679FEF7D9}" dt="2024-11-14T16:33:21.357" v="21" actId="478"/>
          <ac:spMkLst>
            <pc:docMk/>
            <pc:sldMk cId="3669248358" sldId="1959"/>
            <ac:spMk id="2" creationId="{30BFF7D9-FEE4-3ABC-288B-DC262724BEC2}"/>
          </ac:spMkLst>
        </pc:spChg>
      </pc:sldChg>
      <pc:sldChg chg="delSp mod">
        <pc:chgData name="Fauve Duprez" userId="59fdc1fb-507d-4cdb-a31c-e3fd651e0acf" providerId="ADAL" clId="{99FE2BFA-21D1-4BA8-80FA-E99679FEF7D9}" dt="2024-11-14T16:33:29.820" v="22" actId="478"/>
        <pc:sldMkLst>
          <pc:docMk/>
          <pc:sldMk cId="2556228396" sldId="1963"/>
        </pc:sldMkLst>
        <pc:spChg chg="del">
          <ac:chgData name="Fauve Duprez" userId="59fdc1fb-507d-4cdb-a31c-e3fd651e0acf" providerId="ADAL" clId="{99FE2BFA-21D1-4BA8-80FA-E99679FEF7D9}" dt="2024-11-14T16:33:29.820" v="22" actId="478"/>
          <ac:spMkLst>
            <pc:docMk/>
            <pc:sldMk cId="2556228396" sldId="1963"/>
            <ac:spMk id="2" creationId="{30BFF7D9-FEE4-3ABC-288B-DC262724BEC2}"/>
          </ac:spMkLst>
        </pc:spChg>
      </pc:sldChg>
      <pc:sldChg chg="delSp mod">
        <pc:chgData name="Fauve Duprez" userId="59fdc1fb-507d-4cdb-a31c-e3fd651e0acf" providerId="ADAL" clId="{99FE2BFA-21D1-4BA8-80FA-E99679FEF7D9}" dt="2024-11-14T16:33:53.088" v="25" actId="478"/>
        <pc:sldMkLst>
          <pc:docMk/>
          <pc:sldMk cId="199971453" sldId="1965"/>
        </pc:sldMkLst>
        <pc:spChg chg="del">
          <ac:chgData name="Fauve Duprez" userId="59fdc1fb-507d-4cdb-a31c-e3fd651e0acf" providerId="ADAL" clId="{99FE2BFA-21D1-4BA8-80FA-E99679FEF7D9}" dt="2024-11-14T16:33:53.088" v="25" actId="478"/>
          <ac:spMkLst>
            <pc:docMk/>
            <pc:sldMk cId="199971453" sldId="1965"/>
            <ac:spMk id="4" creationId="{4724C102-7371-AFB8-ABDF-F20CE09A3BCB}"/>
          </ac:spMkLst>
        </pc:spChg>
      </pc:sldChg>
      <pc:sldChg chg="delSp mod">
        <pc:chgData name="Fauve Duprez" userId="59fdc1fb-507d-4cdb-a31c-e3fd651e0acf" providerId="ADAL" clId="{99FE2BFA-21D1-4BA8-80FA-E99679FEF7D9}" dt="2024-11-14T16:33:46.952" v="23" actId="478"/>
        <pc:sldMkLst>
          <pc:docMk/>
          <pc:sldMk cId="2371877755" sldId="1966"/>
        </pc:sldMkLst>
        <pc:spChg chg="del">
          <ac:chgData name="Fauve Duprez" userId="59fdc1fb-507d-4cdb-a31c-e3fd651e0acf" providerId="ADAL" clId="{99FE2BFA-21D1-4BA8-80FA-E99679FEF7D9}" dt="2024-11-14T16:33:46.952" v="23" actId="478"/>
          <ac:spMkLst>
            <pc:docMk/>
            <pc:sldMk cId="2371877755" sldId="1966"/>
            <ac:spMk id="2" creationId="{30BFF7D9-FEE4-3ABC-288B-DC262724BEC2}"/>
          </ac:spMkLst>
        </pc:spChg>
      </pc:sldChg>
      <pc:sldChg chg="delSp mod">
        <pc:chgData name="Fauve Duprez" userId="59fdc1fb-507d-4cdb-a31c-e3fd651e0acf" providerId="ADAL" clId="{99FE2BFA-21D1-4BA8-80FA-E99679FEF7D9}" dt="2024-11-14T16:33:16.946" v="20" actId="478"/>
        <pc:sldMkLst>
          <pc:docMk/>
          <pc:sldMk cId="1190962837" sldId="1967"/>
        </pc:sldMkLst>
        <pc:spChg chg="del">
          <ac:chgData name="Fauve Duprez" userId="59fdc1fb-507d-4cdb-a31c-e3fd651e0acf" providerId="ADAL" clId="{99FE2BFA-21D1-4BA8-80FA-E99679FEF7D9}" dt="2024-11-14T16:33:16.946" v="20" actId="478"/>
          <ac:spMkLst>
            <pc:docMk/>
            <pc:sldMk cId="1190962837" sldId="1967"/>
            <ac:spMk id="2" creationId="{30BFF7D9-FEE4-3ABC-288B-DC262724BEC2}"/>
          </ac:spMkLst>
        </pc:spChg>
      </pc:sldChg>
      <pc:sldChg chg="delSp mod">
        <pc:chgData name="Fauve Duprez" userId="59fdc1fb-507d-4cdb-a31c-e3fd651e0acf" providerId="ADAL" clId="{99FE2BFA-21D1-4BA8-80FA-E99679FEF7D9}" dt="2024-11-14T16:33:51.116" v="24" actId="478"/>
        <pc:sldMkLst>
          <pc:docMk/>
          <pc:sldMk cId="2801155604" sldId="1968"/>
        </pc:sldMkLst>
        <pc:spChg chg="del">
          <ac:chgData name="Fauve Duprez" userId="59fdc1fb-507d-4cdb-a31c-e3fd651e0acf" providerId="ADAL" clId="{99FE2BFA-21D1-4BA8-80FA-E99679FEF7D9}" dt="2024-11-14T16:33:51.116" v="24" actId="478"/>
          <ac:spMkLst>
            <pc:docMk/>
            <pc:sldMk cId="2801155604" sldId="1968"/>
            <ac:spMk id="4" creationId="{4724C102-7371-AFB8-ABDF-F20CE09A3BCB}"/>
          </ac:spMkLst>
        </pc:spChg>
      </pc:sldChg>
      <pc:sldChg chg="modSp mod">
        <pc:chgData name="Fauve Duprez" userId="59fdc1fb-507d-4cdb-a31c-e3fd651e0acf" providerId="ADAL" clId="{99FE2BFA-21D1-4BA8-80FA-E99679FEF7D9}" dt="2024-11-14T16:34:41.226" v="38" actId="20577"/>
        <pc:sldMkLst>
          <pc:docMk/>
          <pc:sldMk cId="31270606" sldId="1970"/>
        </pc:sldMkLst>
        <pc:spChg chg="mod">
          <ac:chgData name="Fauve Duprez" userId="59fdc1fb-507d-4cdb-a31c-e3fd651e0acf" providerId="ADAL" clId="{99FE2BFA-21D1-4BA8-80FA-E99679FEF7D9}" dt="2024-11-14T16:34:41.226" v="38" actId="20577"/>
          <ac:spMkLst>
            <pc:docMk/>
            <pc:sldMk cId="31270606" sldId="1970"/>
            <ac:spMk id="6" creationId="{D218D92A-74AD-49F8-A8A9-AD801B689B50}"/>
          </ac:spMkLst>
        </pc:spChg>
      </pc:sldChg>
      <pc:sldChg chg="delSp mod">
        <pc:chgData name="Fauve Duprez" userId="59fdc1fb-507d-4cdb-a31c-e3fd651e0acf" providerId="ADAL" clId="{99FE2BFA-21D1-4BA8-80FA-E99679FEF7D9}" dt="2024-11-14T16:36:06.561" v="43" actId="478"/>
        <pc:sldMkLst>
          <pc:docMk/>
          <pc:sldMk cId="3608538771" sldId="1975"/>
        </pc:sldMkLst>
        <pc:spChg chg="del">
          <ac:chgData name="Fauve Duprez" userId="59fdc1fb-507d-4cdb-a31c-e3fd651e0acf" providerId="ADAL" clId="{99FE2BFA-21D1-4BA8-80FA-E99679FEF7D9}" dt="2024-11-14T16:36:06.561" v="43" actId="478"/>
          <ac:spMkLst>
            <pc:docMk/>
            <pc:sldMk cId="3608538771" sldId="1975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6:17.093" v="45" actId="478"/>
        <pc:sldMkLst>
          <pc:docMk/>
          <pc:sldMk cId="692446252" sldId="1976"/>
        </pc:sldMkLst>
        <pc:spChg chg="del">
          <ac:chgData name="Fauve Duprez" userId="59fdc1fb-507d-4cdb-a31c-e3fd651e0acf" providerId="ADAL" clId="{99FE2BFA-21D1-4BA8-80FA-E99679FEF7D9}" dt="2024-11-14T16:36:17.093" v="45" actId="478"/>
          <ac:spMkLst>
            <pc:docMk/>
            <pc:sldMk cId="692446252" sldId="1976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6:21.410" v="47" actId="478"/>
        <pc:sldMkLst>
          <pc:docMk/>
          <pc:sldMk cId="1809737870" sldId="1977"/>
        </pc:sldMkLst>
        <pc:spChg chg="del">
          <ac:chgData name="Fauve Duprez" userId="59fdc1fb-507d-4cdb-a31c-e3fd651e0acf" providerId="ADAL" clId="{99FE2BFA-21D1-4BA8-80FA-E99679FEF7D9}" dt="2024-11-14T16:36:21.410" v="47" actId="478"/>
          <ac:spMkLst>
            <pc:docMk/>
            <pc:sldMk cId="1809737870" sldId="1977"/>
            <ac:spMk id="5" creationId="{0E5FB4D5-B452-4AA4-B83E-8DA93E143B9E}"/>
          </ac:spMkLst>
        </pc:spChg>
      </pc:sldChg>
      <pc:sldChg chg="delSp mod">
        <pc:chgData name="Fauve Duprez" userId="59fdc1fb-507d-4cdb-a31c-e3fd651e0acf" providerId="ADAL" clId="{99FE2BFA-21D1-4BA8-80FA-E99679FEF7D9}" dt="2024-11-14T16:36:58.359" v="48" actId="478"/>
        <pc:sldMkLst>
          <pc:docMk/>
          <pc:sldMk cId="282660065" sldId="1978"/>
        </pc:sldMkLst>
        <pc:spChg chg="del">
          <ac:chgData name="Fauve Duprez" userId="59fdc1fb-507d-4cdb-a31c-e3fd651e0acf" providerId="ADAL" clId="{99FE2BFA-21D1-4BA8-80FA-E99679FEF7D9}" dt="2024-11-14T16:36:58.359" v="48" actId="478"/>
          <ac:spMkLst>
            <pc:docMk/>
            <pc:sldMk cId="282660065" sldId="1978"/>
            <ac:spMk id="5" creationId="{0E5FB4D5-B452-4AA4-B83E-8DA93E143B9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21/11/2024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Of nog korter: via </a:t>
            </a:r>
            <a:r>
              <a:rPr lang="nl-NL" err="1"/>
              <a:t>Explore</a:t>
            </a:r>
            <a:r>
              <a:rPr lang="nl-NL"/>
              <a:t> en geslacht invullen bij ‘Factor List’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950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5</a:t>
            </a:r>
            <a:r>
              <a:rPr lang="nl-NL" baseline="30000"/>
              <a:t>de</a:t>
            </a:r>
            <a:r>
              <a:rPr lang="nl-NL"/>
              <a:t> toets die gebruikt wordt in geval van 1 steekproef</a:t>
            </a:r>
          </a:p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046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Dus: 1 groep  -  gemeten op 2 tijdstippen – </a:t>
            </a:r>
          </a:p>
          <a:p>
            <a:endParaRPr lang="nl-B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BE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uitkomstvariabele van het metrische meetniveau</a:t>
            </a:r>
            <a:endParaRPr lang="nl-B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BE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kiezen voor :  een AFHANKELIJKE T-TOETS of </a:t>
            </a:r>
            <a:r>
              <a:rPr lang="nl-BE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paired</a:t>
            </a:r>
            <a:r>
              <a:rPr lang="nl-BE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samples t-test</a:t>
            </a:r>
            <a:endParaRPr lang="nl-B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577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303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56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Kan ook via </a:t>
            </a:r>
            <a:r>
              <a:rPr lang="nl-NL" err="1"/>
              <a:t>frequencies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595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Kan ook via </a:t>
            </a:r>
            <a:r>
              <a:rPr lang="nl-NL" err="1"/>
              <a:t>frequencies</a:t>
            </a:r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3812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Kan ook via </a:t>
            </a:r>
            <a:r>
              <a:rPr lang="nl-NL" dirty="0" err="1"/>
              <a:t>frequencies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8496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0840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2577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1871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402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3584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92805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9582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572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20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21/11/2024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/>
              <a:t>Click to add subtitle / presenter / date [</a:t>
            </a:r>
            <a:r>
              <a:rPr lang="en-GB" noProof="0" err="1"/>
              <a:t>dd</a:t>
            </a:r>
            <a:r>
              <a:rPr lang="en-GB" noProof="0"/>
              <a:t>-mm-</a:t>
            </a:r>
            <a:r>
              <a:rPr lang="en-GB" noProof="0" err="1"/>
              <a:t>yyyy</a:t>
            </a:r>
            <a:r>
              <a:rPr lang="en-GB" noProof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21/11/2024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21/11/2024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21/11/2024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add social media names</a:t>
            </a:r>
            <a:endParaRPr lang="nl-NL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0401" y="1596250"/>
            <a:ext cx="14737874" cy="3395698"/>
          </a:xfrm>
        </p:spPr>
        <p:txBody>
          <a:bodyPr anchor="b"/>
          <a:lstStyle>
            <a:lvl1pPr algn="ctr">
              <a:defRPr sz="8534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7335" y="5122899"/>
            <a:ext cx="13004007" cy="2354862"/>
          </a:xfrm>
        </p:spPr>
        <p:txBody>
          <a:bodyPr/>
          <a:lstStyle>
            <a:lvl1pPr marL="0" indent="0" algn="ctr">
              <a:buNone/>
              <a:defRPr sz="3414"/>
            </a:lvl1pPr>
            <a:lvl2pPr marL="650257" indent="0" algn="ctr">
              <a:buNone/>
              <a:defRPr sz="2845"/>
            </a:lvl2pPr>
            <a:lvl3pPr marL="1300513" indent="0" algn="ctr">
              <a:buNone/>
              <a:defRPr sz="2560"/>
            </a:lvl3pPr>
            <a:lvl4pPr marL="1950770" indent="0" algn="ctr">
              <a:buNone/>
              <a:defRPr sz="2276"/>
            </a:lvl4pPr>
            <a:lvl5pPr marL="2601025" indent="0" algn="ctr">
              <a:buNone/>
              <a:defRPr sz="2276"/>
            </a:lvl5pPr>
            <a:lvl6pPr marL="3251282" indent="0" algn="ctr">
              <a:buNone/>
              <a:defRPr sz="2276"/>
            </a:lvl6pPr>
            <a:lvl7pPr marL="3901538" indent="0" algn="ctr">
              <a:buNone/>
              <a:defRPr sz="2276"/>
            </a:lvl7pPr>
            <a:lvl8pPr marL="4551795" indent="0" algn="ctr">
              <a:buNone/>
              <a:defRPr sz="2276"/>
            </a:lvl8pPr>
            <a:lvl9pPr marL="5202051" indent="0" algn="ctr">
              <a:buNone/>
              <a:defRPr sz="2276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32307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0541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004" y="2431630"/>
            <a:ext cx="14954608" cy="4057226"/>
          </a:xfrm>
        </p:spPr>
        <p:txBody>
          <a:bodyPr anchor="b"/>
          <a:lstStyle>
            <a:lvl1pPr>
              <a:defRPr sz="8534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3004" y="6527239"/>
            <a:ext cx="14954608" cy="2133599"/>
          </a:xfrm>
        </p:spPr>
        <p:txBody>
          <a:bodyPr/>
          <a:lstStyle>
            <a:lvl1pPr marL="0" indent="0">
              <a:buNone/>
              <a:defRPr sz="3414">
                <a:solidFill>
                  <a:schemeClr val="tx1"/>
                </a:solidFill>
              </a:defRPr>
            </a:lvl1pPr>
            <a:lvl2pPr marL="650257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513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7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4pPr>
            <a:lvl5pPr marL="2601025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5pPr>
            <a:lvl6pPr marL="3251282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6pPr>
            <a:lvl7pPr marL="3901538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7pPr>
            <a:lvl8pPr marL="4551795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8pPr>
            <a:lvl9pPr marL="5202051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97646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2034" y="2596445"/>
            <a:ext cx="7368937" cy="618857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77705" y="2596445"/>
            <a:ext cx="7368937" cy="618857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1505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519291"/>
            <a:ext cx="14954608" cy="1885245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4294" y="2390988"/>
            <a:ext cx="7335071" cy="1171786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257" indent="0">
              <a:buNone/>
              <a:defRPr sz="2845" b="1"/>
            </a:lvl2pPr>
            <a:lvl3pPr marL="1300513" indent="0">
              <a:buNone/>
              <a:defRPr sz="2560" b="1"/>
            </a:lvl3pPr>
            <a:lvl4pPr marL="1950770" indent="0">
              <a:buNone/>
              <a:defRPr sz="2276" b="1"/>
            </a:lvl4pPr>
            <a:lvl5pPr marL="2601025" indent="0">
              <a:buNone/>
              <a:defRPr sz="2276" b="1"/>
            </a:lvl5pPr>
            <a:lvl6pPr marL="3251282" indent="0">
              <a:buNone/>
              <a:defRPr sz="2276" b="1"/>
            </a:lvl6pPr>
            <a:lvl7pPr marL="3901538" indent="0">
              <a:buNone/>
              <a:defRPr sz="2276" b="1"/>
            </a:lvl7pPr>
            <a:lvl8pPr marL="4551795" indent="0">
              <a:buNone/>
              <a:defRPr sz="2276" b="1"/>
            </a:lvl8pPr>
            <a:lvl9pPr marL="5202051" indent="0">
              <a:buNone/>
              <a:defRPr sz="2276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4294" y="3562774"/>
            <a:ext cx="7335071" cy="524030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77706" y="2390988"/>
            <a:ext cx="7371195" cy="1171786"/>
          </a:xfrm>
        </p:spPr>
        <p:txBody>
          <a:bodyPr anchor="b"/>
          <a:lstStyle>
            <a:lvl1pPr marL="0" indent="0">
              <a:buNone/>
              <a:defRPr sz="3414" b="1"/>
            </a:lvl1pPr>
            <a:lvl2pPr marL="650257" indent="0">
              <a:buNone/>
              <a:defRPr sz="2845" b="1"/>
            </a:lvl2pPr>
            <a:lvl3pPr marL="1300513" indent="0">
              <a:buNone/>
              <a:defRPr sz="2560" b="1"/>
            </a:lvl3pPr>
            <a:lvl4pPr marL="1950770" indent="0">
              <a:buNone/>
              <a:defRPr sz="2276" b="1"/>
            </a:lvl4pPr>
            <a:lvl5pPr marL="2601025" indent="0">
              <a:buNone/>
              <a:defRPr sz="2276" b="1"/>
            </a:lvl5pPr>
            <a:lvl6pPr marL="3251282" indent="0">
              <a:buNone/>
              <a:defRPr sz="2276" b="1"/>
            </a:lvl6pPr>
            <a:lvl7pPr marL="3901538" indent="0">
              <a:buNone/>
              <a:defRPr sz="2276" b="1"/>
            </a:lvl7pPr>
            <a:lvl8pPr marL="4551795" indent="0">
              <a:buNone/>
              <a:defRPr sz="2276" b="1"/>
            </a:lvl8pPr>
            <a:lvl9pPr marL="5202051" indent="0">
              <a:buNone/>
              <a:defRPr sz="2276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77706" y="3562774"/>
            <a:ext cx="7371195" cy="5240303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5144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825996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99739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650240"/>
            <a:ext cx="5592175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1195" y="1404340"/>
            <a:ext cx="8777704" cy="6931378"/>
          </a:xfrm>
        </p:spPr>
        <p:txBody>
          <a:bodyPr/>
          <a:lstStyle>
            <a:lvl1pPr>
              <a:defRPr sz="4551"/>
            </a:lvl1pPr>
            <a:lvl2pPr>
              <a:defRPr sz="3982"/>
            </a:lvl2pPr>
            <a:lvl3pPr>
              <a:defRPr sz="3414"/>
            </a:lvl3pPr>
            <a:lvl4pPr>
              <a:defRPr sz="2845"/>
            </a:lvl4pPr>
            <a:lvl5pPr>
              <a:defRPr sz="2845"/>
            </a:lvl5pPr>
            <a:lvl6pPr>
              <a:defRPr sz="2845"/>
            </a:lvl6pPr>
            <a:lvl7pPr>
              <a:defRPr sz="2845"/>
            </a:lvl7pPr>
            <a:lvl8pPr>
              <a:defRPr sz="2845"/>
            </a:lvl8pPr>
            <a:lvl9pPr>
              <a:defRPr sz="2845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292" y="2926080"/>
            <a:ext cx="5592175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57" indent="0">
              <a:buNone/>
              <a:defRPr sz="1991"/>
            </a:lvl2pPr>
            <a:lvl3pPr marL="1300513" indent="0">
              <a:buNone/>
              <a:defRPr sz="1707"/>
            </a:lvl3pPr>
            <a:lvl4pPr marL="1950770" indent="0">
              <a:buNone/>
              <a:defRPr sz="1422"/>
            </a:lvl4pPr>
            <a:lvl5pPr marL="2601025" indent="0">
              <a:buNone/>
              <a:defRPr sz="1422"/>
            </a:lvl5pPr>
            <a:lvl6pPr marL="3251282" indent="0">
              <a:buNone/>
              <a:defRPr sz="1422"/>
            </a:lvl6pPr>
            <a:lvl7pPr marL="3901538" indent="0">
              <a:buNone/>
              <a:defRPr sz="1422"/>
            </a:lvl7pPr>
            <a:lvl8pPr marL="4551795" indent="0">
              <a:buNone/>
              <a:defRPr sz="1422"/>
            </a:lvl8pPr>
            <a:lvl9pPr marL="5202051" indent="0">
              <a:buNone/>
              <a:defRPr sz="1422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4062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292" y="650240"/>
            <a:ext cx="5592175" cy="2275840"/>
          </a:xfrm>
        </p:spPr>
        <p:txBody>
          <a:bodyPr anchor="b"/>
          <a:lstStyle>
            <a:lvl1pPr>
              <a:defRPr sz="4551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1195" y="1404340"/>
            <a:ext cx="8777704" cy="6931378"/>
          </a:xfrm>
        </p:spPr>
        <p:txBody>
          <a:bodyPr anchor="t"/>
          <a:lstStyle>
            <a:lvl1pPr marL="0" indent="0">
              <a:buNone/>
              <a:defRPr sz="4551"/>
            </a:lvl1pPr>
            <a:lvl2pPr marL="650257" indent="0">
              <a:buNone/>
              <a:defRPr sz="3982"/>
            </a:lvl2pPr>
            <a:lvl3pPr marL="1300513" indent="0">
              <a:buNone/>
              <a:defRPr sz="3414"/>
            </a:lvl3pPr>
            <a:lvl4pPr marL="1950770" indent="0">
              <a:buNone/>
              <a:defRPr sz="2845"/>
            </a:lvl4pPr>
            <a:lvl5pPr marL="2601025" indent="0">
              <a:buNone/>
              <a:defRPr sz="2845"/>
            </a:lvl5pPr>
            <a:lvl6pPr marL="3251282" indent="0">
              <a:buNone/>
              <a:defRPr sz="2845"/>
            </a:lvl6pPr>
            <a:lvl7pPr marL="3901538" indent="0">
              <a:buNone/>
              <a:defRPr sz="2845"/>
            </a:lvl7pPr>
            <a:lvl8pPr marL="4551795" indent="0">
              <a:buNone/>
              <a:defRPr sz="2845"/>
            </a:lvl8pPr>
            <a:lvl9pPr marL="5202051" indent="0">
              <a:buNone/>
              <a:defRPr sz="2845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292" y="2926080"/>
            <a:ext cx="5592175" cy="5420925"/>
          </a:xfrm>
        </p:spPr>
        <p:txBody>
          <a:bodyPr/>
          <a:lstStyle>
            <a:lvl1pPr marL="0" indent="0">
              <a:buNone/>
              <a:defRPr sz="2276"/>
            </a:lvl1pPr>
            <a:lvl2pPr marL="650257" indent="0">
              <a:buNone/>
              <a:defRPr sz="1991"/>
            </a:lvl2pPr>
            <a:lvl3pPr marL="1300513" indent="0">
              <a:buNone/>
              <a:defRPr sz="1707"/>
            </a:lvl3pPr>
            <a:lvl4pPr marL="1950770" indent="0">
              <a:buNone/>
              <a:defRPr sz="1422"/>
            </a:lvl4pPr>
            <a:lvl5pPr marL="2601025" indent="0">
              <a:buNone/>
              <a:defRPr sz="1422"/>
            </a:lvl5pPr>
            <a:lvl6pPr marL="3251282" indent="0">
              <a:buNone/>
              <a:defRPr sz="1422"/>
            </a:lvl6pPr>
            <a:lvl7pPr marL="3901538" indent="0">
              <a:buNone/>
              <a:defRPr sz="1422"/>
            </a:lvl7pPr>
            <a:lvl8pPr marL="4551795" indent="0">
              <a:buNone/>
              <a:defRPr sz="1422"/>
            </a:lvl8pPr>
            <a:lvl9pPr marL="5202051" indent="0">
              <a:buNone/>
              <a:defRPr sz="1422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884551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31788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07990" y="519289"/>
            <a:ext cx="3738652" cy="8265726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92035" y="519289"/>
            <a:ext cx="10999222" cy="8265726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993425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6567" y="123500"/>
            <a:ext cx="13896615" cy="863693"/>
          </a:xfrm>
        </p:spPr>
        <p:txBody>
          <a:bodyPr/>
          <a:lstStyle>
            <a:lvl1pPr>
              <a:defRPr sz="2696" b="1" u="none" cap="small" baseline="0">
                <a:solidFill>
                  <a:srgbClr val="008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73" y="1816274"/>
            <a:ext cx="16960240" cy="6864264"/>
          </a:xfrm>
        </p:spPr>
        <p:txBody>
          <a:bodyPr>
            <a:normAutofit/>
          </a:bodyPr>
          <a:lstStyle>
            <a:lvl1pPr marL="40171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76217" indent="-337007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1567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744346" indent="-41249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18853" indent="-33161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2098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/>
          </a:p>
        </p:txBody>
      </p:sp>
      <p:sp>
        <p:nvSpPr>
          <p:cNvPr id="8" name="Rectangle 7"/>
          <p:cNvSpPr/>
          <p:nvPr userDrawn="1"/>
        </p:nvSpPr>
        <p:spPr>
          <a:xfrm>
            <a:off x="1" y="1252604"/>
            <a:ext cx="17338675" cy="263046"/>
          </a:xfrm>
          <a:prstGeom prst="rect">
            <a:avLst/>
          </a:prstGeom>
          <a:solidFill>
            <a:srgbClr val="008000"/>
          </a:solidFill>
          <a:ln w="317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47"/>
          </a:p>
        </p:txBody>
      </p:sp>
      <p:pic>
        <p:nvPicPr>
          <p:cNvPr id="9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" y="73922"/>
            <a:ext cx="3276567" cy="1228785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0" y="8778246"/>
            <a:ext cx="14267355" cy="678911"/>
          </a:xfrm>
        </p:spPr>
        <p:txBody>
          <a:bodyPr>
            <a:normAutofit/>
          </a:bodyPr>
          <a:lstStyle>
            <a:lvl1pPr marL="64704" indent="0" defTabSz="342398">
              <a:lnSpc>
                <a:spcPct val="100000"/>
              </a:lnSpc>
              <a:buFont typeface="Wingdings" panose="05000000000000000000" pitchFamily="2" charset="2"/>
              <a:buNone/>
              <a:defRPr sz="134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876217" indent="-337007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315673" indent="-337007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744346" indent="-41249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218853" indent="-331615" defTabSz="342398">
              <a:lnSpc>
                <a:spcPct val="120000"/>
              </a:lnSpc>
              <a:buFont typeface="Wingdings" panose="05000000000000000000" pitchFamily="2" charset="2"/>
              <a:buChar char="Ø"/>
              <a:defRPr sz="1797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393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21/11/2024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2034" y="519291"/>
            <a:ext cx="14954608" cy="1885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2034" y="2596445"/>
            <a:ext cx="14954608" cy="61885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92034" y="9040145"/>
            <a:ext cx="3901202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CFFAE-86B7-4750-8309-6C47713AD784}" type="datetimeFigureOut">
              <a:rPr lang="nl-BE" smtClean="0"/>
              <a:t>21/11/2024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43437" y="9040145"/>
            <a:ext cx="5851803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45439" y="9040145"/>
            <a:ext cx="3901202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2C5E5-8F71-497B-9DA0-C824552C5D88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421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1300513" rtl="0" eaLnBrk="1" latinLnBrk="0" hangingPunct="1">
        <a:lnSpc>
          <a:spcPct val="90000"/>
        </a:lnSpc>
        <a:spcBef>
          <a:spcPct val="0"/>
        </a:spcBef>
        <a:buNone/>
        <a:defRPr sz="62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28" indent="-325128" algn="l" defTabSz="1300513" rtl="0" eaLnBrk="1" latinLnBrk="0" hangingPunct="1">
        <a:lnSpc>
          <a:spcPct val="90000"/>
        </a:lnSpc>
        <a:spcBef>
          <a:spcPts val="1422"/>
        </a:spcBef>
        <a:buFont typeface="Arial" panose="020B0604020202020204" pitchFamily="34" charset="0"/>
        <a:buChar char="•"/>
        <a:defRPr sz="3982" kern="1200">
          <a:solidFill>
            <a:schemeClr val="tx1"/>
          </a:solidFill>
          <a:latin typeface="+mn-lt"/>
          <a:ea typeface="+mn-ea"/>
          <a:cs typeface="+mn-cs"/>
        </a:defRPr>
      </a:lvl1pPr>
      <a:lvl2pPr marL="975385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3414" kern="1200">
          <a:solidFill>
            <a:schemeClr val="tx1"/>
          </a:solidFill>
          <a:latin typeface="+mn-lt"/>
          <a:ea typeface="+mn-ea"/>
          <a:cs typeface="+mn-cs"/>
        </a:defRPr>
      </a:lvl2pPr>
      <a:lvl3pPr marL="1625641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3pPr>
      <a:lvl4pPr marL="2275897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154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6410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667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923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7180" indent="-325128" algn="l" defTabSz="130051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57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513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70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1025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282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538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795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2051" algn="l" defTabSz="1300513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4 (XX/XX)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AJ 2025-2026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H10 twee gemiddelden vergelijken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SPSS-WERKCOLLEGE 4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/>
              <a:t>Multivariate statistiek: </a:t>
            </a:r>
            <a:r>
              <a:rPr lang="nl-BE" b="1">
                <a:solidFill>
                  <a:srgbClr val="C00000"/>
                </a:solidFill>
              </a:rPr>
              <a:t>Scores van twee groepen respondenten vergelijken</a:t>
            </a:r>
          </a:p>
          <a:p>
            <a:r>
              <a:rPr lang="nl-BE"/>
              <a:t>Descriptieve statistiek:</a:t>
            </a:r>
          </a:p>
          <a:p>
            <a:pPr lvl="1"/>
            <a:r>
              <a:rPr lang="nl-BE" b="1"/>
              <a:t>Boxplot:</a:t>
            </a:r>
            <a:br>
              <a:rPr lang="nl-BE" b="1"/>
            </a:br>
            <a:r>
              <a:rPr lang="nl-BE"/>
              <a:t>Visuele vergelijking van verdeling metrische variabele voor verschillende groepen</a:t>
            </a:r>
            <a:br>
              <a:rPr lang="nl-BE"/>
            </a:br>
            <a:r>
              <a:rPr lang="nl-BE"/>
              <a:t>Bv. Eenzaamheid bij mannen vs. vrouwen</a:t>
            </a:r>
            <a:endParaRPr lang="nl-BE" b="1"/>
          </a:p>
          <a:p>
            <a:pPr marL="86400" indent="0">
              <a:buNone/>
            </a:pP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/>
          </a:p>
        </p:txBody>
      </p:sp>
      <p:pic>
        <p:nvPicPr>
          <p:cNvPr id="6" name="Tijdelijke aanduiding voor inhoud 6">
            <a:extLst>
              <a:ext uri="{FF2B5EF4-FFF2-40B4-BE49-F238E27FC236}">
                <a16:creationId xmlns:a16="http://schemas.microsoft.com/office/drawing/2014/main" id="{ACB1F4A4-66E2-B7AB-288B-A71435F8A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880" y="5305637"/>
            <a:ext cx="7076947" cy="417316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CA5AFA94-72C9-67F7-C891-564337BC47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817"/>
          <a:stretch/>
        </p:blipFill>
        <p:spPr>
          <a:xfrm>
            <a:off x="2147544" y="4632299"/>
            <a:ext cx="6397453" cy="1658586"/>
          </a:xfrm>
          <a:prstGeom prst="rect">
            <a:avLst/>
          </a:prstGeom>
        </p:spPr>
      </p:pic>
      <p:sp>
        <p:nvSpPr>
          <p:cNvPr id="8" name="Rechthoek 7">
            <a:extLst>
              <a:ext uri="{FF2B5EF4-FFF2-40B4-BE49-F238E27FC236}">
                <a16:creationId xmlns:a16="http://schemas.microsoft.com/office/drawing/2014/main" id="{338B40A4-27D4-7166-6E9F-DF3D7473F625}"/>
              </a:ext>
            </a:extLst>
          </p:cNvPr>
          <p:cNvSpPr/>
          <p:nvPr/>
        </p:nvSpPr>
        <p:spPr>
          <a:xfrm>
            <a:off x="6660763" y="4648530"/>
            <a:ext cx="1884234" cy="456539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9449050-31F2-336F-8C0E-1A5D99223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0739" y="5399664"/>
            <a:ext cx="3004258" cy="3420359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D7B594E6-BB4D-1007-6DA5-6A73C9242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0739" y="8907596"/>
            <a:ext cx="3594174" cy="707451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F8E353ED-4507-3D27-E39C-D7AE3C13643D}"/>
              </a:ext>
            </a:extLst>
          </p:cNvPr>
          <p:cNvSpPr/>
          <p:nvPr/>
        </p:nvSpPr>
        <p:spPr>
          <a:xfrm>
            <a:off x="5540739" y="7267640"/>
            <a:ext cx="3004258" cy="1040337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FE002820-A85F-E186-F959-7B4C9DA3B3E1}"/>
              </a:ext>
            </a:extLst>
          </p:cNvPr>
          <p:cNvSpPr/>
          <p:nvPr/>
        </p:nvSpPr>
        <p:spPr>
          <a:xfrm>
            <a:off x="6100750" y="8933783"/>
            <a:ext cx="2886495" cy="653605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7694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/>
              <a:t>Multivariate statistiek: </a:t>
            </a:r>
            <a:r>
              <a:rPr lang="nl-BE" b="1">
                <a:solidFill>
                  <a:srgbClr val="C00000"/>
                </a:solidFill>
              </a:rPr>
              <a:t>Scores van twee groepen respondenten vergelijken</a:t>
            </a:r>
          </a:p>
          <a:p>
            <a:r>
              <a:rPr lang="nl-BE"/>
              <a:t>Descriptieve statistiek:</a:t>
            </a:r>
          </a:p>
          <a:p>
            <a:pPr lvl="1"/>
            <a:r>
              <a:rPr lang="nl-BE" b="1"/>
              <a:t>Boxplot:</a:t>
            </a:r>
          </a:p>
          <a:p>
            <a:r>
              <a:rPr lang="nl-BE" err="1"/>
              <a:t>Inferentiële</a:t>
            </a:r>
            <a:r>
              <a:rPr lang="nl-BE"/>
              <a:t> statistiek: verschil tussen twee groepen van categorische variabele toetsen</a:t>
            </a:r>
          </a:p>
          <a:p>
            <a:pPr lvl="1"/>
            <a:r>
              <a:rPr lang="nl-BE" b="1"/>
              <a:t>t-toetsen (gebaseerd op de t-steekproevenverdeling)</a:t>
            </a:r>
          </a:p>
          <a:p>
            <a:pPr lvl="2"/>
            <a:r>
              <a:rPr lang="nl-BE"/>
              <a:t>Twee gemiddelden vergelijken</a:t>
            </a:r>
          </a:p>
          <a:p>
            <a:pPr lvl="2"/>
            <a:r>
              <a:rPr lang="nl-NL"/>
              <a:t>Hypothese: 		H</a:t>
            </a:r>
            <a:r>
              <a:rPr lang="nl-NL" baseline="-25000"/>
              <a:t>0</a:t>
            </a:r>
            <a:r>
              <a:rPr lang="nl-NL"/>
              <a:t>: 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1</a:t>
            </a:r>
            <a:r>
              <a:rPr lang="nl-NL"/>
              <a:t> =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2</a:t>
            </a:r>
          </a:p>
          <a:p>
            <a:pPr marL="86400" indent="0">
              <a:buNone/>
            </a:pPr>
            <a:r>
              <a:rPr lang="nl-NL"/>
              <a:t>										H</a:t>
            </a:r>
            <a:r>
              <a:rPr lang="nl-NL" baseline="-25000"/>
              <a:t>A</a:t>
            </a:r>
            <a:r>
              <a:rPr lang="nl-NL"/>
              <a:t>: 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1</a:t>
            </a:r>
            <a:r>
              <a:rPr lang="nl-NL"/>
              <a:t> </a:t>
            </a:r>
            <a:r>
              <a:rPr lang="nl-BE" altLang="nl-BE" sz="3200">
                <a:sym typeface="Symbol" panose="05050102010706020507" pitchFamily="18" charset="2"/>
              </a:rPr>
              <a:t></a:t>
            </a:r>
            <a:r>
              <a:rPr lang="nl-NL">
                <a:sym typeface="Symbol" panose="05050102010706020507" pitchFamily="18" charset="2"/>
              </a:rPr>
              <a:t>x</a:t>
            </a:r>
            <a:r>
              <a:rPr lang="nl-NL" baseline="-25000"/>
              <a:t>2  (in geval van tweezijdige toets)</a:t>
            </a:r>
            <a:endParaRPr lang="nl-BE" baseline="-25000"/>
          </a:p>
          <a:p>
            <a:pPr lvl="1"/>
            <a:r>
              <a:rPr lang="nl-BE" b="1"/>
              <a:t>Non-parametrische toetsen</a:t>
            </a:r>
          </a:p>
          <a:p>
            <a:pPr lvl="2"/>
            <a:r>
              <a:rPr lang="nl-BE"/>
              <a:t>Twee medianen vergelijken</a:t>
            </a:r>
          </a:p>
          <a:p>
            <a:pPr lvl="2"/>
            <a:r>
              <a:rPr lang="nl-BE"/>
              <a:t>Als assumptie(s) bij t-toets niet voldaan zijn</a:t>
            </a:r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724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r>
              <a:rPr lang="nl-BE" b="1">
                <a:solidFill>
                  <a:srgbClr val="C00000"/>
                </a:solidFill>
              </a:rPr>
              <a:t>Welke toets? Afhankelijk van je onderzoeksvraag (en beschikbare data)!</a:t>
            </a:r>
          </a:p>
          <a:p>
            <a:endParaRPr lang="nl-BE"/>
          </a:p>
          <a:p>
            <a:pPr lvl="1"/>
            <a:r>
              <a:rPr lang="nl-BE" b="1"/>
              <a:t>Onafhankelijke t-toets</a:t>
            </a:r>
          </a:p>
          <a:p>
            <a:pPr lvl="2"/>
            <a:r>
              <a:rPr lang="nl-BE"/>
              <a:t>Vergelijken van </a:t>
            </a:r>
            <a:r>
              <a:rPr lang="nl-BE" b="1" u="sng"/>
              <a:t>onafhankelijke groepen </a:t>
            </a:r>
            <a:r>
              <a:rPr lang="nl-BE"/>
              <a:t>(bv. lengte mannen </a:t>
            </a:r>
            <a:r>
              <a:rPr lang="nl-BE" err="1"/>
              <a:t>vs</a:t>
            </a:r>
            <a:r>
              <a:rPr lang="nl-BE"/>
              <a:t> vrouwen)</a:t>
            </a:r>
          </a:p>
          <a:p>
            <a:pPr lvl="2"/>
            <a:r>
              <a:rPr lang="nl-BE"/>
              <a:t>Niet voldaan aan assumptie(s)?</a:t>
            </a:r>
          </a:p>
          <a:p>
            <a:pPr lvl="3"/>
            <a:r>
              <a:rPr lang="nl-BE" b="1"/>
              <a:t>Mann-Whitney toets </a:t>
            </a:r>
            <a:r>
              <a:rPr lang="nl-BE"/>
              <a:t>= non-parametrisch alternatief</a:t>
            </a:r>
          </a:p>
          <a:p>
            <a:pPr lvl="3"/>
            <a:endParaRPr lang="nl-BE"/>
          </a:p>
          <a:p>
            <a:pPr lvl="1"/>
            <a:r>
              <a:rPr lang="nl-BE" b="1"/>
              <a:t>Afhankelijke t-toets</a:t>
            </a:r>
          </a:p>
          <a:p>
            <a:pPr lvl="2"/>
            <a:r>
              <a:rPr lang="nl-BE"/>
              <a:t>Vergelijken van </a:t>
            </a:r>
            <a:r>
              <a:rPr lang="nl-BE" b="1" u="sng"/>
              <a:t>afhankelijke groepen </a:t>
            </a:r>
            <a:r>
              <a:rPr lang="nl-BE"/>
              <a:t>(bv. levenstevredenheid wave 1 </a:t>
            </a:r>
            <a:r>
              <a:rPr lang="nl-BE" err="1"/>
              <a:t>vs</a:t>
            </a:r>
            <a:r>
              <a:rPr lang="nl-BE"/>
              <a:t> wave 2)</a:t>
            </a:r>
          </a:p>
          <a:p>
            <a:pPr lvl="2"/>
            <a:r>
              <a:rPr lang="nl-BE"/>
              <a:t>Niet voldaan aan assumptie(s)?</a:t>
            </a:r>
          </a:p>
          <a:p>
            <a:pPr lvl="3"/>
            <a:r>
              <a:rPr lang="nl-BE" b="1"/>
              <a:t>Wilcoxon rangteken toets </a:t>
            </a:r>
            <a:r>
              <a:rPr lang="nl-BE"/>
              <a:t>= non-parametrisch alternatief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5126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C2CD5-53DF-4A00-B5D9-6219B55A0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Inleiding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B08EB8F-3F8B-4C10-8E9B-C5A5FAEBE0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nl-BE" b="1"/>
                  <a:t>t-toets voor één steekproef</a:t>
                </a:r>
              </a:p>
              <a:p>
                <a:pPr lvl="2"/>
                <a:r>
                  <a:rPr lang="nl-BE"/>
                  <a:t>Vergelijkt gemiddelde van een steekproef met bepaalde vooropgestelde waarde</a:t>
                </a:r>
              </a:p>
              <a:p>
                <a:pPr lvl="2"/>
                <a:r>
                  <a:rPr lang="nl-BE"/>
                  <a:t>Bv. Onderzoek in 2019: gemiddelde levenstevredenheid = 6.82 (min 0, max 10), ruwe data niet beschikbaar.</a:t>
                </a:r>
              </a:p>
              <a:p>
                <a:pPr lvl="3"/>
                <a:r>
                  <a:rPr lang="nl-BE"/>
                  <a:t>Jij verzamelde zelf data in 2020 en komt op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/>
                  <a:t> = 6.5   verschillen beide gemiddeldes significant van elkaar?</a:t>
                </a:r>
              </a:p>
              <a:p>
                <a:endParaRPr lang="nl-BE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B08EB8F-3F8B-4C10-8E9B-C5A5FAEBE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FD4114-0D16-48A6-9CBD-004889CA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158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Opgave 1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</a:t>
            </a:r>
          </a:p>
          <a:p>
            <a:r>
              <a:rPr lang="nl-BE" dirty="0"/>
              <a:t>Open ‘DATA_WAVE1_WAVE2_CenW.sav’. Voelen respondenten zich één jaar na het begin van de coronaperiode significant meer of minder angstig (W2_Angst1 t.e.m. W2_Angst4) dan in het begin van de coronaperiode (W1_Angst1 t.e.m. W1_Angst4)?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1800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</a:t>
            </a:r>
          </a:p>
          <a:p>
            <a:r>
              <a:rPr lang="nl-BE" dirty="0"/>
              <a:t>Open ‘DATA_WAVE1_WAVE2_CenW.sav’. Voelen respondenten zich één jaar na het begin van de coronaperiode significant meer of minder angstig (W2_Angst1 t.e.m. W2_Angst4) dan in het begin van de coronaperiode (W1_Angst1 t.e.m. W1_Angst4)?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7117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 lnSpcReduction="10000"/>
          </a:bodyPr>
          <a:lstStyle/>
          <a:p>
            <a:pPr marL="86390" indent="0">
              <a:buNone/>
            </a:pPr>
            <a:r>
              <a:rPr lang="nl-BE" b="1" dirty="0"/>
              <a:t>Opgave 1</a:t>
            </a:r>
          </a:p>
          <a:p>
            <a:r>
              <a:rPr lang="nl-BE" dirty="0"/>
              <a:t>Open ‘DATA_WAVE1_WAVE2_CenW.sav’. Voelen respondenten zich één jaar na het begin van de coronaperiode significant meer of minder angstig (W2_Angst1 t.e.m. W2_Angst4) dan in het begin van de coronaperiode (W1_Angst1 t.e.m. W1_Angst4)?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In theorie twee: de ‘tijd’ + ervaren van angstgevoelens</a:t>
            </a:r>
          </a:p>
          <a:p>
            <a:pPr lvl="2"/>
            <a:r>
              <a:rPr lang="nl-BE" dirty="0"/>
              <a:t>In praktijk twee variabelen (twee metingen van angst)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De ‘tijd’: ordinaal, twee categorieën (Wave 1 en Wave 2)</a:t>
            </a:r>
          </a:p>
          <a:p>
            <a:pPr lvl="2"/>
            <a:r>
              <a:rPr lang="nl-BE" dirty="0"/>
              <a:t>Angst: metrisch, bestaande uit vier ordinale schaalitems </a:t>
            </a:r>
            <a:br>
              <a:rPr lang="nl-BE" dirty="0"/>
            </a:br>
            <a:r>
              <a:rPr lang="nl-BE" sz="2800" dirty="0"/>
              <a:t>(‘</a:t>
            </a:r>
            <a:r>
              <a:rPr lang="nl-BE" dirty="0"/>
              <a:t>W2_Angst1 t.e.m. W2_Angst4</a:t>
            </a:r>
            <a:r>
              <a:rPr lang="nl-BE" sz="2800" dirty="0"/>
              <a:t>’ en ‘</a:t>
            </a:r>
            <a:r>
              <a:rPr lang="nl-BE" dirty="0"/>
              <a:t>W1_Angst1 t.e.m. W1_Angst4</a:t>
            </a:r>
            <a:r>
              <a:rPr lang="nl-BE" sz="2800" dirty="0"/>
              <a:t>’)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dirty="0"/>
              <a:t>De ‘tijd’: onafhankelijke variabele</a:t>
            </a:r>
          </a:p>
          <a:p>
            <a:pPr lvl="2"/>
            <a:r>
              <a:rPr lang="nl-BE" dirty="0"/>
              <a:t>Angst: afhankelijke variabele</a:t>
            </a:r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9787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independent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Partiële 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repeated measures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Two</a:t>
                      </a:r>
                      <a:r>
                        <a:rPr lang="nl-BE" sz="900"/>
                        <a:t>-way mixed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ANCOVA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Mc </a:t>
                      </a:r>
                      <a:r>
                        <a:rPr lang="nl-BE" sz="900" err="1"/>
                        <a:t>Nemar‘s</a:t>
                      </a:r>
                      <a:r>
                        <a:rPr lang="nl-BE" sz="90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Cochran’s</a:t>
                      </a:r>
                      <a:r>
                        <a:rPr lang="nl-BE" sz="900"/>
                        <a:t> Q ( &gt;2 = groepen)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Chi-kwadraat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Fisher’s</a:t>
                      </a:r>
                      <a:r>
                        <a:rPr lang="nl-BE" sz="90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 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205808" y="1100292"/>
            <a:ext cx="3843634" cy="389699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695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Stap 2. </a:t>
            </a:r>
            <a:r>
              <a:rPr lang="nl-BE"/>
              <a:t>Datacontrole</a:t>
            </a:r>
          </a:p>
          <a:p>
            <a:pPr lvl="1"/>
            <a:r>
              <a:rPr lang="nl-BE" b="1"/>
              <a:t>Inconsistentiecheck</a:t>
            </a:r>
            <a:endParaRPr lang="nl-BE"/>
          </a:p>
          <a:p>
            <a:endParaRPr lang="nl-BE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15246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33008"/>
            <a:ext cx="16858641" cy="6864264"/>
          </a:xfrm>
        </p:spPr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Inconsistentiecheck</a:t>
            </a:r>
            <a:r>
              <a:rPr lang="nl-BE" dirty="0"/>
              <a:t>:</a:t>
            </a:r>
          </a:p>
          <a:p>
            <a:pPr lvl="1"/>
            <a:endParaRPr lang="nl-BE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E92B4307-79E9-4424-B212-09EC974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13</a:t>
            </a:fld>
            <a:endParaRPr lang="en-GB" noProof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9B5DF87-C595-9F0C-18D5-62659C273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833" y="1816273"/>
            <a:ext cx="10816773" cy="949564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1CDD6810-94E1-C4D9-2EA8-5C478C62C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9" y="3091370"/>
            <a:ext cx="4029701" cy="3824681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B300C63-F4FC-9FBD-BCB2-F1BB928A6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770" y="5499146"/>
            <a:ext cx="4276027" cy="3926032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BFFB62FA-65CB-CD55-0FCC-E7C14A419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890" y="3091370"/>
            <a:ext cx="4276026" cy="3943692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6F72DB71-4C8C-4F9A-FF43-494EF9BB4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3340" y="5770895"/>
            <a:ext cx="4039696" cy="3654283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41434754-1A8A-AA7A-E8DC-A19C7B541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9290" y="3243770"/>
            <a:ext cx="4276026" cy="39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10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632D-14E0-B23A-6A52-8A5EC26F5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3EC06B2-2015-D099-5BAF-73FB6B855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EF96422-ECAB-C0E7-AB90-1610259B3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33008"/>
            <a:ext cx="16858641" cy="6864264"/>
          </a:xfrm>
        </p:spPr>
        <p:txBody>
          <a:bodyPr/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Inconsistentiecheck</a:t>
            </a:r>
            <a:r>
              <a:rPr lang="nl-BE" dirty="0"/>
              <a:t>:</a:t>
            </a:r>
          </a:p>
          <a:p>
            <a:pPr lvl="1"/>
            <a:endParaRPr lang="nl-BE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BC818694-E208-792D-C1C7-39215AD6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14</a:t>
            </a:fld>
            <a:endParaRPr lang="en-GB" noProof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C0A26EA-4ED2-D4CB-E83A-9B2E8DE7F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833" y="1816273"/>
            <a:ext cx="10816773" cy="949564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4E665EAD-0813-3F67-E930-09363816B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9" y="3091370"/>
            <a:ext cx="4029701" cy="3824681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7131526A-6381-8933-3ACE-14946C8E9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6770" y="5499146"/>
            <a:ext cx="4276027" cy="3926032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55C885AF-F933-157F-2662-8864C2E43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890" y="3091370"/>
            <a:ext cx="4276026" cy="3943692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68A9EA3B-307F-E3D1-B132-10774471D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3340" y="5770895"/>
            <a:ext cx="4039696" cy="3654283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176CCC06-B361-EC3E-D576-8D89F51B7B51}"/>
              </a:ext>
            </a:extLst>
          </p:cNvPr>
          <p:cNvSpPr/>
          <p:nvPr/>
        </p:nvSpPr>
        <p:spPr>
          <a:xfrm>
            <a:off x="3009419" y="4529650"/>
            <a:ext cx="11319835" cy="1938992"/>
          </a:xfrm>
          <a:prstGeom prst="rect">
            <a:avLst/>
          </a:prstGeom>
          <a:solidFill>
            <a:srgbClr val="80C0E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Probleem: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Veel </a:t>
            </a:r>
            <a:r>
              <a:rPr lang="nl-BE" sz="2400" dirty="0" err="1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missings</a:t>
            </a: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omdat niet alle respondenten aan beide waves deelnamen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Deze ordinale variabelen moeten we nog omzetten in een metrische schaalvariabele per tijdsmoment</a:t>
            </a:r>
          </a:p>
        </p:txBody>
      </p:sp>
    </p:spTree>
    <p:extLst>
      <p:ext uri="{BB962C8B-B14F-4D97-AF65-F5344CB8AC3E}">
        <p14:creationId xmlns:p14="http://schemas.microsoft.com/office/powerpoint/2010/main" val="3921011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10EB-E970-4C56-9FC0-BC2CFFA2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20ADF-C694-4B5F-8229-2133D7C1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15</a:t>
            </a:fld>
            <a:endParaRPr lang="en-GB" noProof="0"/>
          </a:p>
        </p:txBody>
      </p:sp>
      <p:sp>
        <p:nvSpPr>
          <p:cNvPr id="9" name="Tijdelijke aanduiding voor inhoud 5">
            <a:extLst>
              <a:ext uri="{FF2B5EF4-FFF2-40B4-BE49-F238E27FC236}">
                <a16:creationId xmlns:a16="http://schemas.microsoft.com/office/drawing/2014/main" id="{2CCEE20B-D519-4C0B-B24D-E649CAFE8642}"/>
              </a:ext>
            </a:extLst>
          </p:cNvPr>
          <p:cNvSpPr txBox="1">
            <a:spLocks/>
          </p:cNvSpPr>
          <p:nvPr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/>
              <a:t>Stap 2. </a:t>
            </a:r>
            <a:r>
              <a:rPr lang="nl-BE"/>
              <a:t>Datacontrole</a:t>
            </a:r>
          </a:p>
          <a:p>
            <a:pPr lvl="1"/>
            <a:r>
              <a:rPr lang="nl-BE" b="1" i="1"/>
              <a:t>Select Cases</a:t>
            </a:r>
            <a:endParaRPr lang="nl-BE" i="1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2F48422B-D370-4B2D-AAF1-BE4E21FDF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064" y="2937200"/>
            <a:ext cx="7357228" cy="6280561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B9D1483-88C7-43D3-A9D4-6C1BF7D7F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6389" y="2353497"/>
            <a:ext cx="8083371" cy="2523303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CFBC12A1-0ACE-4521-A0A8-B0161BE0E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389" y="6700330"/>
            <a:ext cx="8073676" cy="1655763"/>
          </a:xfrm>
          <a:prstGeom prst="rect">
            <a:avLst/>
          </a:prstGeom>
        </p:spPr>
      </p:pic>
      <p:sp>
        <p:nvSpPr>
          <p:cNvPr id="15" name="Pijl: omlaag 14">
            <a:extLst>
              <a:ext uri="{FF2B5EF4-FFF2-40B4-BE49-F238E27FC236}">
                <a16:creationId xmlns:a16="http://schemas.microsoft.com/office/drawing/2014/main" id="{202C4D04-AE32-47CB-931F-EB4DFA3E3290}"/>
              </a:ext>
            </a:extLst>
          </p:cNvPr>
          <p:cNvSpPr/>
          <p:nvPr/>
        </p:nvSpPr>
        <p:spPr>
          <a:xfrm>
            <a:off x="12494777" y="5105886"/>
            <a:ext cx="596900" cy="1270000"/>
          </a:xfrm>
          <a:prstGeom prst="downArrow">
            <a:avLst/>
          </a:prstGeom>
          <a:noFill/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3123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3110EB-E970-4C56-9FC0-BC2CFFA2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2C20ADF-C694-4B5F-8229-2133D7C1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16</a:t>
            </a:fld>
            <a:endParaRPr lang="en-GB" noProof="0"/>
          </a:p>
        </p:txBody>
      </p:sp>
      <p:sp>
        <p:nvSpPr>
          <p:cNvPr id="9" name="Tijdelijke aanduiding voor inhoud 5">
            <a:extLst>
              <a:ext uri="{FF2B5EF4-FFF2-40B4-BE49-F238E27FC236}">
                <a16:creationId xmlns:a16="http://schemas.microsoft.com/office/drawing/2014/main" id="{2CCEE20B-D519-4C0B-B24D-E649CAFE8642}"/>
              </a:ext>
            </a:extLst>
          </p:cNvPr>
          <p:cNvSpPr txBox="1">
            <a:spLocks/>
          </p:cNvSpPr>
          <p:nvPr/>
        </p:nvSpPr>
        <p:spPr>
          <a:xfrm>
            <a:off x="327069" y="1816273"/>
            <a:ext cx="16858641" cy="6864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364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tabLst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algn="l" defTabSz="457200" rtl="0" eaLnBrk="1" latinLnBrk="0" hangingPunct="1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 kern="12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576013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6197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381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565" indent="-325092" algn="l" defTabSz="1300368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i="1" dirty="0" err="1"/>
              <a:t>Compute</a:t>
            </a:r>
            <a:r>
              <a:rPr lang="nl-BE" b="1" i="1" dirty="0"/>
              <a:t> </a:t>
            </a:r>
            <a:r>
              <a:rPr lang="nl-BE" dirty="0"/>
              <a:t>(+ herhalen voor Wave 2!)</a:t>
            </a:r>
          </a:p>
          <a:p>
            <a:pPr lvl="2"/>
            <a:r>
              <a:rPr lang="nl-BE" dirty="0"/>
              <a:t>Geen </a:t>
            </a:r>
            <a:r>
              <a:rPr lang="nl-BE" dirty="0" err="1"/>
              <a:t>recode</a:t>
            </a:r>
            <a:r>
              <a:rPr lang="nl-BE" dirty="0"/>
              <a:t> nodig, alle items staan in zelfde</a:t>
            </a:r>
            <a:br>
              <a:rPr lang="nl-BE" dirty="0"/>
            </a:br>
            <a:r>
              <a:rPr lang="nl-BE" dirty="0"/>
              <a:t>richting</a:t>
            </a:r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r>
              <a:rPr lang="nl-BE" dirty="0"/>
              <a:t>Alles nog controleren nadien via </a:t>
            </a:r>
            <a:r>
              <a:rPr lang="nl-BE" dirty="0" err="1"/>
              <a:t>Frequencies</a:t>
            </a:r>
            <a:r>
              <a:rPr lang="nl-BE" dirty="0"/>
              <a:t>: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AE8DEC4-40DC-E3FD-841A-F81F6B0BD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074" y="4245859"/>
            <a:ext cx="8072685" cy="157305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BAD6AB1C-05C6-ECF6-0F2D-42B3DFBE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074" y="7836630"/>
            <a:ext cx="6270766" cy="815562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C4AF859-E170-36DA-5613-121091E32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3406" y="1513769"/>
            <a:ext cx="5012656" cy="823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4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variabele = metrisch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groepen onderzoekseenheden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het </a:t>
            </a:r>
            <a:r>
              <a:rPr lang="nl-BE" u="sng" dirty="0"/>
              <a:t>verschil tussen de meetmomenten</a:t>
            </a:r>
            <a:r>
              <a:rPr lang="nl-BE" dirty="0"/>
              <a:t> van </a:t>
            </a:r>
            <a:r>
              <a:rPr lang="nl-BE" dirty="0" err="1"/>
              <a:t>afh</a:t>
            </a:r>
            <a:r>
              <a:rPr lang="nl-BE" dirty="0"/>
              <a:t>. variabele is normaal verdeeld (of CLS: n &gt; 100 voor elke groep)</a:t>
            </a:r>
          </a:p>
          <a:p>
            <a:pPr marL="720000" lvl="1" indent="0">
              <a:buNone/>
            </a:pPr>
            <a:endParaRPr lang="nl-BE" b="1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22221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variabele = metrisch</a:t>
            </a:r>
          </a:p>
          <a:p>
            <a:pPr marL="2393550" lvl="3" indent="-514350"/>
            <a:r>
              <a:rPr lang="nl-BE" dirty="0"/>
              <a:t>Oké: angst is metrisch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2393550" lvl="3" indent="-514350"/>
            <a:r>
              <a:rPr lang="nl-BE" dirty="0"/>
              <a:t>Oké: Wave 1 vs. Wave 2 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groepen onderzoekseenheden</a:t>
            </a:r>
          </a:p>
          <a:p>
            <a:pPr marL="2393550" lvl="3" indent="-514350"/>
            <a:r>
              <a:rPr lang="nl-BE" dirty="0"/>
              <a:t>Oké: dezelfde respondenten in beide waves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Normaliteit: het </a:t>
            </a:r>
            <a:r>
              <a:rPr lang="nl-BE" u="sng" dirty="0"/>
              <a:t>verschil tussen de meetmomenten</a:t>
            </a:r>
            <a:r>
              <a:rPr lang="nl-BE" dirty="0"/>
              <a:t> van </a:t>
            </a:r>
            <a:r>
              <a:rPr lang="nl-BE" dirty="0" err="1"/>
              <a:t>afh</a:t>
            </a:r>
            <a:r>
              <a:rPr lang="nl-BE" dirty="0"/>
              <a:t>. variabele is normaal verdeeld (of CLS: n &gt; 100 voor elke groep)</a:t>
            </a:r>
          </a:p>
          <a:p>
            <a:pPr marL="2393550" lvl="3" indent="-514350"/>
            <a:r>
              <a:rPr lang="nl-BE" dirty="0"/>
              <a:t>CLS toepassen oké: n in elke groep = 333</a:t>
            </a:r>
          </a:p>
          <a:p>
            <a:pPr marL="1821150" lvl="2" indent="-514350"/>
            <a:r>
              <a:rPr lang="nl-BE" b="1" dirty="0"/>
              <a:t>Afhankelijke t-toets uitvoeren is oké!</a:t>
            </a:r>
          </a:p>
          <a:p>
            <a:pPr marL="720000" lvl="1" indent="0">
              <a:buNone/>
            </a:pPr>
            <a:endParaRPr lang="nl-BE" b="1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42242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/>
              <a:t>Stap 3. </a:t>
            </a:r>
            <a:r>
              <a:rPr lang="nl-BE"/>
              <a:t>Hypothesen formuleren</a:t>
            </a:r>
          </a:p>
          <a:p>
            <a:pPr marL="720000" lvl="1" indent="0">
              <a:buNone/>
            </a:pPr>
            <a:endParaRPr lang="nl-BE" b="1"/>
          </a:p>
          <a:p>
            <a:endParaRPr lang="nl-BE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15517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3.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Best tweezijdig toetsen!</a:t>
            </a:r>
          </a:p>
          <a:p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Individuen ervaarden één jaar na de eerste lockdownperiode gemiddeld evenveel 			angstgevoelens als tijdens de eerste lockdownperiode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Individuen ervaarden één jaar na de eerste lockdownperiode gemiddeld meer of 				minder angstgevoelens dan tijdens de eerste lockdownperiode</a:t>
            </a:r>
            <a:endParaRPr lang="nl-BE" b="1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4622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/>
              <a:t>Stap 4. </a:t>
            </a:r>
            <a:r>
              <a:rPr lang="nl-BE"/>
              <a:t>Significantieniveau bepalen</a:t>
            </a:r>
          </a:p>
          <a:p>
            <a:endParaRPr lang="nl-BE"/>
          </a:p>
          <a:p>
            <a:pPr marL="1306800" lvl="2" indent="0">
              <a:buNone/>
            </a:pPr>
            <a:endParaRPr lang="nl-BE"/>
          </a:p>
          <a:p>
            <a:r>
              <a:rPr lang="nl-BE" b="1"/>
              <a:t>Stap 5. </a:t>
            </a:r>
            <a:r>
              <a:rPr lang="nl-BE"/>
              <a:t>Toetsingsgrootheid en p-waarde berekenen</a:t>
            </a:r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812698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BE" b="1" dirty="0"/>
                  <a:t>Stap 4. </a:t>
                </a:r>
                <a:r>
                  <a:rPr lang="nl-BE" dirty="0"/>
                  <a:t>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333, </a:t>
                </a:r>
                <a:r>
                  <a:rPr lang="nl-BE" b="1" dirty="0"/>
                  <a:t>dus hanteer .05</a:t>
                </a:r>
              </a:p>
              <a:p>
                <a:pPr marL="1306800" lvl="2" indent="0">
                  <a:buNone/>
                </a:pPr>
                <a:endParaRPr lang="nl-BE" dirty="0"/>
              </a:p>
              <a:p>
                <a:r>
                  <a:rPr lang="nl-BE" b="1" dirty="0"/>
                  <a:t>Stap 5. </a:t>
                </a:r>
                <a:r>
                  <a:rPr lang="nl-BE" dirty="0"/>
                  <a:t>Toetsingsgrootheid en p-waarde berekenen</a:t>
                </a:r>
              </a:p>
              <a:p>
                <a:pPr lvl="1"/>
                <a:r>
                  <a:rPr lang="nl-BE" b="1" dirty="0" err="1"/>
                  <a:t>Cohen’s</a:t>
                </a:r>
                <a:r>
                  <a:rPr lang="nl-BE" b="1" dirty="0"/>
                  <a:t> d als maat van effectgrootte </a:t>
                </a:r>
                <a:r>
                  <a:rPr lang="nl-BE" dirty="0"/>
                  <a:t>bij afhankelijke t-toetsen</a:t>
                </a:r>
              </a:p>
              <a:p>
                <a:pPr lvl="2"/>
                <a:r>
                  <a:rPr lang="nl-BE" dirty="0"/>
                  <a:t>Absolute waarde, berekend door SPSS</a:t>
                </a:r>
              </a:p>
            </p:txBody>
          </p:sp>
        </mc:Choice>
        <mc:Fallback xmlns="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22</a:t>
            </a:fld>
            <a:endParaRPr lang="en-GB" noProof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1A62108-2643-D18D-5B56-38CCB87FA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282" y="6099866"/>
            <a:ext cx="7223927" cy="337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60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Afhankelijke t-toets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Compare</a:t>
            </a:r>
            <a:r>
              <a:rPr lang="nl-BE" i="1" dirty="0"/>
              <a:t> Means </a:t>
            </a:r>
            <a:r>
              <a:rPr lang="nl-BE" i="1" dirty="0" err="1"/>
              <a:t>and</a:t>
            </a:r>
            <a:r>
              <a:rPr lang="nl-BE" i="1" dirty="0"/>
              <a:t> </a:t>
            </a:r>
            <a:r>
              <a:rPr lang="nl-BE" i="1" dirty="0" err="1"/>
              <a:t>Proportions</a:t>
            </a:r>
            <a:r>
              <a:rPr lang="nl-BE" i="1" dirty="0"/>
              <a:t> ›› </a:t>
            </a:r>
            <a:r>
              <a:rPr lang="nl-BE" i="1" dirty="0" err="1"/>
              <a:t>Paired</a:t>
            </a:r>
            <a:r>
              <a:rPr lang="nl-BE" i="1" dirty="0"/>
              <a:t>-Samples T Test</a:t>
            </a:r>
          </a:p>
          <a:p>
            <a:pPr lvl="1"/>
            <a:r>
              <a:rPr lang="nl-BE" dirty="0"/>
              <a:t>Sleep ‘W1_Angst_Gem’ en ‘W2_Angst_Gem’ naar </a:t>
            </a:r>
            <a:r>
              <a:rPr lang="nl-BE" i="1" dirty="0" err="1"/>
              <a:t>Paired</a:t>
            </a:r>
            <a:r>
              <a:rPr lang="nl-BE" i="1" dirty="0"/>
              <a:t> Variables</a:t>
            </a:r>
            <a:endParaRPr lang="nl-BE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marL="720000" lvl="1" indent="0"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23</a:t>
            </a:fld>
            <a:endParaRPr lang="en-GB" noProof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F3F8A2B6-1810-1AD6-2CC4-6D767FB5A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9" y="3687113"/>
            <a:ext cx="7858125" cy="4648200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77ED9453-7E73-F8EA-2CC7-D314F18CD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5822" y="3687113"/>
            <a:ext cx="8606515" cy="479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9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3"/>
                <a:ext cx="16858641" cy="7164888"/>
              </a:xfrm>
            </p:spPr>
            <p:txBody>
              <a:bodyPr>
                <a:normAutofit/>
              </a:bodyPr>
              <a:lstStyle/>
              <a:p>
                <a:r>
                  <a:rPr lang="nl-BE" b="1" dirty="0"/>
                  <a:t>Afhankelijke t-toets in SPSS</a:t>
                </a:r>
              </a:p>
              <a:p>
                <a:pPr lvl="1"/>
                <a:r>
                  <a:rPr lang="nl-BE" b="1" i="1" dirty="0">
                    <a:solidFill>
                      <a:srgbClr val="002060"/>
                    </a:solidFill>
                  </a:rPr>
                  <a:t>Syntax </a:t>
                </a:r>
                <a:r>
                  <a:rPr lang="nl-BE" b="1" dirty="0">
                    <a:solidFill>
                      <a:srgbClr val="002060"/>
                    </a:solidFill>
                  </a:rPr>
                  <a:t>en output</a:t>
                </a:r>
                <a:r>
                  <a:rPr lang="nl-BE" b="1" dirty="0"/>
                  <a:t>:</a:t>
                </a:r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r>
                  <a:rPr lang="nl-BE" dirty="0"/>
                  <a:t>Gemiddeldes verschillen én verschillen significant van elkaar:</a:t>
                </a:r>
                <a:br>
                  <a:rPr lang="nl-BE" dirty="0"/>
                </a:b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W1 </a:t>
                </a:r>
                <a:r>
                  <a:rPr lang="nl-BE" dirty="0"/>
                  <a:t>(2.21) &lt;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nl-BE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NL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nl-BE" baseline="-25000" dirty="0"/>
                  <a:t>W2 </a:t>
                </a:r>
                <a:r>
                  <a:rPr lang="nl-BE" dirty="0"/>
                  <a:t>(2.5  ) én p &lt; .001 &lt; </a:t>
                </a:r>
                <a14:m>
                  <m:oMath xmlns:m="http://schemas.openxmlformats.org/officeDocument/2006/math">
                    <m:r>
                      <a:rPr lang="nl-B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(.05  )</a:t>
                </a:r>
              </a:p>
            </p:txBody>
          </p:sp>
        </mc:Choice>
        <mc:Fallback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3"/>
                <a:ext cx="16858641" cy="7164888"/>
              </a:xfrm>
              <a:blipFill>
                <a:blip r:embed="rId2"/>
                <a:stretch>
                  <a:fillRect l="-145" t="-5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24</a:t>
            </a:fld>
            <a:endParaRPr lang="en-GB" noProof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43503B4-3496-0918-BCA1-554224BF0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09" y="2835622"/>
            <a:ext cx="8099609" cy="1699373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19DB429F-9E9C-6FCA-D72D-DCB5D8583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171" y="2510505"/>
            <a:ext cx="7931623" cy="1869036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DA18A41A-5500-D733-F0A1-65B6C8AD4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309" y="6505575"/>
            <a:ext cx="15153448" cy="259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437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Afhankelijke t-toets in SPSS</a:t>
            </a:r>
          </a:p>
          <a:p>
            <a:pPr lvl="1"/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</a:t>
            </a:r>
            <a:r>
              <a:rPr lang="nl-BE" b="1" dirty="0"/>
              <a:t>:</a:t>
            </a:r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r>
              <a:rPr lang="nl-BE" dirty="0" err="1"/>
              <a:t>Cohen’s</a:t>
            </a:r>
            <a:r>
              <a:rPr lang="nl-BE" dirty="0"/>
              <a:t> D: klein effect</a:t>
            </a:r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25</a:t>
            </a:fld>
            <a:endParaRPr lang="en-GB" noProof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C62B29F-9D31-88A5-DD86-CFEC24A64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414" y="1775798"/>
            <a:ext cx="7931623" cy="186903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761F7B88-7566-39A8-B7E3-B731485F6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32" y="2898740"/>
            <a:ext cx="8099609" cy="1699373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08C16F2-10F3-EF1E-15F8-A634F0357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613" y="6638768"/>
            <a:ext cx="15153448" cy="2596861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A041731-9210-6ED9-213F-F7246DCCE5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09" y="5823163"/>
            <a:ext cx="7223927" cy="3378933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E5E7FB5D-B48B-B545-B960-FEFCD5C65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8612" y="3441760"/>
            <a:ext cx="9146158" cy="238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566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589331" cy="7164888"/>
          </a:xfrm>
        </p:spPr>
        <p:txBody>
          <a:bodyPr>
            <a:normAutofit/>
          </a:bodyPr>
          <a:lstStyle/>
          <a:p>
            <a:r>
              <a:rPr lang="nl-BE" b="1" dirty="0"/>
              <a:t>Stap 6. </a:t>
            </a:r>
            <a:r>
              <a:rPr lang="nl-BE" dirty="0"/>
              <a:t>Conclusie en rapportering</a:t>
            </a:r>
          </a:p>
          <a:p>
            <a:pPr lvl="1"/>
            <a:r>
              <a:rPr lang="nl-BE" dirty="0"/>
              <a:t>In tekst:</a:t>
            </a:r>
          </a:p>
          <a:p>
            <a:pPr lvl="1"/>
            <a:endParaRPr lang="nl-BE" dirty="0"/>
          </a:p>
          <a:p>
            <a:pPr lvl="1" algn="just"/>
            <a:r>
              <a:rPr lang="nl-BE" dirty="0"/>
              <a:t>Aan de hand van een afhankelijke t-toets werd onderzocht of respondenten één jaar na de start van de coronaperiode zich meer of minder angstig voelden (</a:t>
            </a:r>
            <a:r>
              <a:rPr lang="nl-BE" i="1" dirty="0"/>
              <a:t>M = </a:t>
            </a:r>
            <a:r>
              <a:rPr lang="nl-BE" dirty="0"/>
              <a:t>2.5, </a:t>
            </a:r>
            <a:r>
              <a:rPr lang="nl-BE" i="1" dirty="0"/>
              <a:t>SD </a:t>
            </a:r>
            <a:r>
              <a:rPr lang="nl-BE" dirty="0"/>
              <a:t>= 0.95) dan in het begin van de coronaperiode (</a:t>
            </a:r>
            <a:r>
              <a:rPr lang="nl-BE" i="1" dirty="0"/>
              <a:t>M = </a:t>
            </a:r>
            <a:r>
              <a:rPr lang="nl-BE" dirty="0"/>
              <a:t>2.21, </a:t>
            </a:r>
            <a:r>
              <a:rPr lang="nl-BE" i="1" dirty="0"/>
              <a:t>SD </a:t>
            </a:r>
            <a:r>
              <a:rPr lang="nl-BE" dirty="0"/>
              <a:t>= 0.92). Uit deze toets bleek dat respondenten zich een jaar later gemiddeld gezien significant angstiger voelden (</a:t>
            </a:r>
            <a:r>
              <a:rPr lang="nl-BE" i="1" dirty="0"/>
              <a:t>t</a:t>
            </a:r>
            <a:r>
              <a:rPr lang="nl-BE" dirty="0"/>
              <a:t>(332) = -6.13 , </a:t>
            </a:r>
            <a:r>
              <a:rPr lang="nl-BE" i="1" dirty="0"/>
              <a:t>p</a:t>
            </a:r>
            <a:r>
              <a:rPr lang="nl-BE" dirty="0"/>
              <a:t> &lt; .001), maar het gaat om een klein verschil (</a:t>
            </a:r>
            <a:r>
              <a:rPr lang="nl-BE" i="1" dirty="0"/>
              <a:t>d</a:t>
            </a:r>
            <a:r>
              <a:rPr lang="nl-BE" dirty="0"/>
              <a:t> = 0.34).</a:t>
            </a:r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0119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04F27-17A4-6023-2C9B-254DE6646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A8E4EF1E-1D45-77C6-DC9C-9B933F8B9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CC789D8-70F0-1F6C-CE38-AC6DFC25A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variabele = metrisch</a:t>
            </a:r>
          </a:p>
          <a:p>
            <a:pPr marL="2393550" lvl="3" indent="-514350"/>
            <a:r>
              <a:rPr lang="nl-BE" dirty="0"/>
              <a:t>Oké: angst is metrisch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2393550" lvl="3" indent="-514350"/>
            <a:r>
              <a:rPr lang="nl-BE" dirty="0"/>
              <a:t>Oké: Wave 1 vs. Wave 2 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groepen onderzoekseenheden</a:t>
            </a:r>
          </a:p>
          <a:p>
            <a:pPr marL="2393550" lvl="3" indent="-514350"/>
            <a:r>
              <a:rPr lang="nl-BE" dirty="0"/>
              <a:t>Oké: dezelfde respondenten in beide waves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Normaliteit: het </a:t>
            </a:r>
            <a:r>
              <a:rPr lang="nl-BE" u="sng" dirty="0"/>
              <a:t>verschil tussen de meetmomenten</a:t>
            </a:r>
            <a:r>
              <a:rPr lang="nl-BE" dirty="0"/>
              <a:t> van </a:t>
            </a:r>
            <a:r>
              <a:rPr lang="nl-BE" dirty="0" err="1"/>
              <a:t>afh</a:t>
            </a:r>
            <a:r>
              <a:rPr lang="nl-BE" dirty="0"/>
              <a:t>. variabele is normaal verdeeld (of CLS: n &gt; 100 voor elke groep)</a:t>
            </a:r>
          </a:p>
          <a:p>
            <a:pPr marL="2393550" lvl="3" indent="-514350"/>
            <a:r>
              <a:rPr lang="nl-BE" dirty="0">
                <a:solidFill>
                  <a:srgbClr val="FF0000"/>
                </a:solidFill>
              </a:rPr>
              <a:t>Stel nu dat de groepen niet groot genoeg zijn voor CLS (n&lt; 100 per groep)</a:t>
            </a:r>
          </a:p>
          <a:p>
            <a:pPr marL="2393550" lvl="3" indent="-514350"/>
            <a:r>
              <a:rPr lang="nl-BE" dirty="0">
                <a:solidFill>
                  <a:srgbClr val="FF0000"/>
                </a:solidFill>
              </a:rPr>
              <a:t>Dan normaliteit testen om assumptie te kunnen aanvaarden!</a:t>
            </a:r>
          </a:p>
          <a:p>
            <a:pPr marL="1879200" lvl="3" indent="0">
              <a:buNone/>
            </a:pPr>
            <a:endParaRPr lang="nl-BE" dirty="0"/>
          </a:p>
          <a:p>
            <a:pPr marL="720000" lvl="1" indent="0">
              <a:buNone/>
            </a:pPr>
            <a:endParaRPr lang="nl-BE" b="1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8B571835-562C-5643-1B1B-FAD031DF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77897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Normaliteit? (bij </a:t>
            </a:r>
            <a:r>
              <a:rPr lang="nl-BE" b="1" dirty="0" err="1"/>
              <a:t>afh</a:t>
            </a:r>
            <a:r>
              <a:rPr lang="nl-BE" b="1" dirty="0"/>
              <a:t>. t-toets)</a:t>
            </a:r>
          </a:p>
          <a:p>
            <a:pPr lvl="1"/>
            <a:r>
              <a:rPr lang="nl-BE" dirty="0"/>
              <a:t>Controleren of </a:t>
            </a:r>
            <a:r>
              <a:rPr lang="nl-BE" u="sng" dirty="0"/>
              <a:t>verschil tussen meetmomenten</a:t>
            </a:r>
            <a:r>
              <a:rPr lang="nl-BE" dirty="0"/>
              <a:t> van </a:t>
            </a:r>
            <a:r>
              <a:rPr lang="nl-BE" dirty="0" err="1"/>
              <a:t>afh</a:t>
            </a:r>
            <a:r>
              <a:rPr lang="nl-BE" dirty="0"/>
              <a:t>. variabele normaal verdeeld is</a:t>
            </a:r>
          </a:p>
          <a:p>
            <a:pPr lvl="2"/>
            <a:r>
              <a:rPr lang="nl-BE" dirty="0"/>
              <a:t>Bereken D (= </a:t>
            </a:r>
            <a:r>
              <a:rPr lang="nl-BE" i="1" dirty="0"/>
              <a:t>X</a:t>
            </a:r>
            <a:r>
              <a:rPr lang="nl-BE" baseline="-25000" dirty="0"/>
              <a:t>1 </a:t>
            </a:r>
            <a:r>
              <a:rPr lang="nl-BE" dirty="0"/>
              <a:t>- </a:t>
            </a:r>
            <a:r>
              <a:rPr lang="nl-BE" i="1" dirty="0"/>
              <a:t>X</a:t>
            </a:r>
            <a:r>
              <a:rPr lang="nl-BE" baseline="-25000" dirty="0"/>
              <a:t>2</a:t>
            </a:r>
            <a:r>
              <a:rPr lang="nl-BE" dirty="0"/>
              <a:t>) voor elke respondent</a:t>
            </a:r>
          </a:p>
          <a:p>
            <a:pPr lvl="2"/>
            <a:r>
              <a:rPr lang="nl-BE" dirty="0"/>
              <a:t>Vraag histogrammen en maten van vorm op van deze nieuwe variabele: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28</a:t>
            </a:fld>
            <a:endParaRPr lang="en-GB" noProof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3E4B518-A988-2433-AA5B-3A92CA84A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0295" y="4876800"/>
            <a:ext cx="7785356" cy="251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981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Normaliteit?</a:t>
            </a:r>
          </a:p>
          <a:p>
            <a:pPr lvl="1"/>
            <a:r>
              <a:rPr lang="nl-BE" dirty="0"/>
              <a:t>Controleren of </a:t>
            </a:r>
            <a:r>
              <a:rPr lang="nl-BE" u="sng" dirty="0"/>
              <a:t>verschil tussen meetmomenten</a:t>
            </a:r>
            <a:r>
              <a:rPr lang="nl-BE" dirty="0"/>
              <a:t> van </a:t>
            </a:r>
            <a:r>
              <a:rPr lang="nl-BE" dirty="0" err="1"/>
              <a:t>afh</a:t>
            </a:r>
            <a:r>
              <a:rPr lang="nl-BE" dirty="0"/>
              <a:t>. variabele normaal verdeeld is</a:t>
            </a:r>
          </a:p>
          <a:p>
            <a:pPr lvl="1"/>
            <a:r>
              <a:rPr lang="nl-BE" dirty="0"/>
              <a:t>Visuele check: histogram lijkt symmetrisch, maar nogal gepiekt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29</a:t>
            </a:fld>
            <a:endParaRPr lang="en-GB" noProof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9509031-4516-98B1-207B-D68EF8A38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127" y="3598871"/>
            <a:ext cx="9032420" cy="587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525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b="1" dirty="0"/>
              <a:t>Normaliteit?</a:t>
            </a:r>
          </a:p>
          <a:p>
            <a:pPr lvl="1"/>
            <a:r>
              <a:rPr lang="nl-BE" dirty="0"/>
              <a:t>Controleren of </a:t>
            </a:r>
            <a:r>
              <a:rPr lang="nl-BE" u="sng" dirty="0"/>
              <a:t>verschil tussen meetmomenten</a:t>
            </a:r>
            <a:r>
              <a:rPr lang="nl-BE" dirty="0"/>
              <a:t> van </a:t>
            </a:r>
            <a:r>
              <a:rPr lang="nl-BE" dirty="0" err="1"/>
              <a:t>afh</a:t>
            </a:r>
            <a:r>
              <a:rPr lang="nl-BE" dirty="0"/>
              <a:t>. variabele normaal verdeeld is</a:t>
            </a:r>
          </a:p>
          <a:p>
            <a:pPr lvl="1"/>
            <a:r>
              <a:rPr lang="nl-BE" dirty="0"/>
              <a:t>Z-scores</a:t>
            </a:r>
            <a:r>
              <a:rPr lang="nl-BE" b="1" dirty="0"/>
              <a:t> </a:t>
            </a:r>
            <a:r>
              <a:rPr lang="nl-BE" dirty="0"/>
              <a:t>maten van vorm: binnen +/- 1.96, </a:t>
            </a:r>
            <a:r>
              <a:rPr lang="nl-BE" b="1" dirty="0"/>
              <a:t>variabele = normaal verdeeld!</a:t>
            </a:r>
          </a:p>
          <a:p>
            <a:pPr lvl="2"/>
            <a:r>
              <a:rPr lang="nl-BE" dirty="0"/>
              <a:t>- 1.96 &lt; Z </a:t>
            </a:r>
            <a:r>
              <a:rPr lang="nl-BE" baseline="-25000" dirty="0"/>
              <a:t>scheefheid </a:t>
            </a:r>
            <a:r>
              <a:rPr lang="nl-BE" dirty="0"/>
              <a:t>= 0.196/0.134 = -1.96 &lt; </a:t>
            </a:r>
            <a:r>
              <a:rPr lang="nl-BE" b="1" dirty="0"/>
              <a:t>1.46</a:t>
            </a:r>
            <a:r>
              <a:rPr lang="nl-BE" dirty="0"/>
              <a:t> &lt; 1.96</a:t>
            </a:r>
            <a:br>
              <a:rPr lang="nl-BE" dirty="0"/>
            </a:br>
            <a:r>
              <a:rPr lang="nl-BE" dirty="0"/>
              <a:t>- 1.96 &lt; Z </a:t>
            </a:r>
            <a:r>
              <a:rPr lang="nl-BE" baseline="-25000" dirty="0" err="1"/>
              <a:t>kurtosis</a:t>
            </a:r>
            <a:r>
              <a:rPr lang="nl-BE" baseline="-25000" dirty="0"/>
              <a:t> </a:t>
            </a:r>
            <a:r>
              <a:rPr lang="nl-BE" dirty="0"/>
              <a:t>= 0.975/0.266 =  1.96 &lt; </a:t>
            </a:r>
            <a:r>
              <a:rPr lang="nl-BE" b="1" dirty="0"/>
              <a:t>3.67</a:t>
            </a:r>
          </a:p>
          <a:p>
            <a:pPr lvl="2"/>
            <a:endParaRPr lang="nl-BE" dirty="0"/>
          </a:p>
          <a:p>
            <a:pPr lvl="2"/>
            <a:endParaRPr lang="nl-BE" dirty="0"/>
          </a:p>
          <a:p>
            <a:pPr lvl="2"/>
            <a:endParaRPr lang="nl-BE" dirty="0"/>
          </a:p>
          <a:p>
            <a:pPr lvl="2"/>
            <a:endParaRPr lang="nl-BE" dirty="0"/>
          </a:p>
          <a:p>
            <a:pPr lvl="2"/>
            <a:endParaRPr lang="nl-BE" dirty="0"/>
          </a:p>
          <a:p>
            <a:pPr lvl="2"/>
            <a:r>
              <a:rPr lang="nl-BE" dirty="0"/>
              <a:t>Z </a:t>
            </a:r>
            <a:r>
              <a:rPr lang="nl-BE" baseline="-25000" dirty="0"/>
              <a:t>scheefheid </a:t>
            </a:r>
            <a:r>
              <a:rPr lang="nl-BE" dirty="0"/>
              <a:t>&lt; +/- 1.96: normaliteitsassumptie is dus voldaan!</a:t>
            </a:r>
          </a:p>
          <a:p>
            <a:pPr lvl="2"/>
            <a:r>
              <a:rPr lang="nl-BE" dirty="0"/>
              <a:t>Z </a:t>
            </a:r>
            <a:r>
              <a:rPr lang="nl-BE" baseline="-25000" dirty="0"/>
              <a:t>scheefheid </a:t>
            </a:r>
            <a:r>
              <a:rPr lang="nl-BE" dirty="0"/>
              <a:t>&lt; +/- 1.96: normaliteitsassumptie is dus </a:t>
            </a:r>
            <a:r>
              <a:rPr lang="nl-BE" b="1" dirty="0"/>
              <a:t>niet</a:t>
            </a:r>
            <a:r>
              <a:rPr lang="nl-BE" dirty="0"/>
              <a:t> voldaan!</a:t>
            </a:r>
          </a:p>
          <a:p>
            <a:pPr marL="1306800" lvl="2" indent="0">
              <a:buNone/>
            </a:pPr>
            <a:r>
              <a:rPr lang="nl-BE" dirty="0">
                <a:solidFill>
                  <a:srgbClr val="FF0000"/>
                </a:solidFill>
              </a:rPr>
              <a:t>					</a:t>
            </a:r>
          </a:p>
          <a:p>
            <a:pPr marL="1306800" lvl="2" indent="0">
              <a:buNone/>
            </a:pPr>
            <a:r>
              <a:rPr lang="nl-BE" dirty="0">
                <a:solidFill>
                  <a:srgbClr val="FF0000"/>
                </a:solidFill>
              </a:rPr>
              <a:t>						</a:t>
            </a:r>
            <a:r>
              <a:rPr lang="nl-BE" dirty="0" err="1">
                <a:solidFill>
                  <a:srgbClr val="FF0000"/>
                </a:solidFill>
              </a:rPr>
              <a:t>Afh</a:t>
            </a:r>
            <a:r>
              <a:rPr lang="nl-BE" dirty="0">
                <a:solidFill>
                  <a:srgbClr val="FF0000"/>
                </a:solidFill>
              </a:rPr>
              <a:t>. t-toets niet gebruiken! Alternatief? Zie flowchart</a:t>
            </a:r>
          </a:p>
          <a:p>
            <a:pPr lvl="2"/>
            <a:endParaRPr lang="nl-BE" dirty="0"/>
          </a:p>
          <a:p>
            <a:pPr lvl="2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30</a:t>
            </a:fld>
            <a:endParaRPr lang="en-GB" noProof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48B91A43-454E-2348-34BD-CD1F4DC7E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3026" y="3331424"/>
            <a:ext cx="4230865" cy="336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165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independent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Partiële 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repeated measures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Two</a:t>
                      </a:r>
                      <a:r>
                        <a:rPr lang="nl-BE" sz="900"/>
                        <a:t>-way mixed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ANCOVA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Mc </a:t>
                      </a:r>
                      <a:r>
                        <a:rPr lang="nl-BE" sz="900" err="1"/>
                        <a:t>Nemar‘s</a:t>
                      </a:r>
                      <a:r>
                        <a:rPr lang="nl-BE" sz="90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Cochran’s</a:t>
                      </a:r>
                      <a:r>
                        <a:rPr lang="nl-BE" sz="900"/>
                        <a:t> Q ( &gt;2 = groepen)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Chi-kwadraat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Fisher’s</a:t>
                      </a:r>
                      <a:r>
                        <a:rPr lang="nl-BE" sz="90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 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4234376" y="1288969"/>
            <a:ext cx="1815066" cy="147664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917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 bij </a:t>
            </a:r>
            <a:r>
              <a:rPr lang="nl-BE" b="1" dirty="0" err="1"/>
              <a:t>Wilcoxon</a:t>
            </a:r>
            <a:r>
              <a:rPr lang="nl-BE" b="1" dirty="0"/>
              <a:t> rangtekentoets</a:t>
            </a:r>
            <a:endParaRPr lang="nl-BE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variabele = ordinaal of metrisch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groepen onderzoekseenheden</a:t>
            </a:r>
          </a:p>
          <a:p>
            <a:pPr marL="1234350" lvl="1" indent="-514350"/>
            <a:endParaRPr lang="nl-BE" dirty="0"/>
          </a:p>
          <a:p>
            <a:pPr marL="1234350" lvl="1" indent="-514350"/>
            <a:r>
              <a:rPr lang="nl-BE" b="1" dirty="0">
                <a:solidFill>
                  <a:srgbClr val="C00000"/>
                </a:solidFill>
              </a:rPr>
              <a:t>Minder streng</a:t>
            </a:r>
            <a:r>
              <a:rPr lang="nl-BE" dirty="0">
                <a:solidFill>
                  <a:srgbClr val="C00000"/>
                </a:solidFill>
              </a:rPr>
              <a:t>: </a:t>
            </a:r>
            <a:r>
              <a:rPr lang="nl-BE" u="sng" dirty="0">
                <a:solidFill>
                  <a:srgbClr val="C00000"/>
                </a:solidFill>
              </a:rPr>
              <a:t>geen</a:t>
            </a:r>
            <a:r>
              <a:rPr lang="nl-BE" dirty="0">
                <a:solidFill>
                  <a:srgbClr val="C00000"/>
                </a:solidFill>
              </a:rPr>
              <a:t> assumptie van normaliteit!</a:t>
            </a:r>
          </a:p>
          <a:p>
            <a:pPr marL="720000" lvl="1" indent="0">
              <a:buNone/>
            </a:pPr>
            <a:endParaRPr lang="nl-BE" b="1" dirty="0"/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1155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Opgave 1: Verband Tijd x Eenzaamheid (ordinaal)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</a:t>
            </a:r>
          </a:p>
          <a:p>
            <a:pPr lvl="1"/>
            <a:r>
              <a:rPr lang="nl-BE" b="1" dirty="0"/>
              <a:t>Assumptiecheck bij </a:t>
            </a:r>
            <a:r>
              <a:rPr lang="nl-BE" b="1" dirty="0" err="1"/>
              <a:t>Wilcoxon</a:t>
            </a:r>
            <a:r>
              <a:rPr lang="nl-BE" b="1" dirty="0"/>
              <a:t> rangtekentoets</a:t>
            </a:r>
            <a:endParaRPr lang="nl-BE" dirty="0"/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variabele = ordinaal of metrisch</a:t>
            </a:r>
          </a:p>
          <a:p>
            <a:pPr marL="2393550" lvl="3" indent="-514350"/>
            <a:r>
              <a:rPr lang="nl-BE" dirty="0"/>
              <a:t>Oké: angst is metrisch </a:t>
            </a:r>
          </a:p>
          <a:p>
            <a:pPr marL="2393550" lvl="3" indent="-514350"/>
            <a:r>
              <a:rPr lang="nl-BE" dirty="0"/>
              <a:t>Onafhankelijke variabele = categorisch, max twee groepen</a:t>
            </a:r>
          </a:p>
          <a:p>
            <a:pPr marL="2393550" lvl="3" indent="-514350"/>
            <a:r>
              <a:rPr lang="nl-BE" dirty="0"/>
              <a:t>Oké: Wave 1 vs. Wave 2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groepen onderzoekseenheden</a:t>
            </a:r>
          </a:p>
          <a:p>
            <a:pPr marL="2393550" lvl="3" indent="-514350"/>
            <a:r>
              <a:rPr lang="nl-BE" dirty="0"/>
              <a:t>Oké: zelfde respondenten in elke groep</a:t>
            </a:r>
          </a:p>
          <a:p>
            <a:pPr marL="1234350" lvl="1" indent="-514350"/>
            <a:r>
              <a:rPr lang="nl-BE" b="1" dirty="0" err="1"/>
              <a:t>Wilcoxon</a:t>
            </a:r>
            <a:r>
              <a:rPr lang="nl-BE" b="1" dirty="0"/>
              <a:t> rangtekentoets toepassen is oké!</a:t>
            </a:r>
          </a:p>
          <a:p>
            <a:endParaRPr lang="nl-BE" dirty="0"/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99714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3. </a:t>
            </a:r>
            <a:r>
              <a:rPr lang="nl-BE" dirty="0"/>
              <a:t>Hypothesen formuleren</a:t>
            </a:r>
          </a:p>
          <a:p>
            <a:pPr lvl="1"/>
            <a:r>
              <a:rPr lang="nl-BE" dirty="0"/>
              <a:t>Best tweezijdig toetsen!</a:t>
            </a:r>
          </a:p>
          <a:p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Individuen ervaarden één jaar na de eerste lockdownperiode even vaak 							angstgevoelens als tijdens de eerste lockdownperiode.</a:t>
            </a: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Individuen ervaarden één jaar na de eerste lockdownperiode meer of minder vaak 			angstgevoelens dan tijdens de eerste lockdownperiode.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34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1: Verband Tijd x Angst</a:t>
            </a:r>
          </a:p>
        </p:txBody>
      </p:sp>
    </p:spTree>
    <p:extLst>
      <p:ext uri="{BB962C8B-B14F-4D97-AF65-F5344CB8AC3E}">
        <p14:creationId xmlns:p14="http://schemas.microsoft.com/office/powerpoint/2010/main" val="3273665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BE" b="1" dirty="0"/>
                  <a:t>Stap 4. </a:t>
                </a:r>
                <a:r>
                  <a:rPr lang="nl-BE" dirty="0"/>
                  <a:t>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333, </a:t>
                </a:r>
                <a:r>
                  <a:rPr lang="nl-BE" b="1" dirty="0"/>
                  <a:t>dus hanteer .05</a:t>
                </a:r>
              </a:p>
              <a:p>
                <a:pPr marL="1306800" lvl="2" indent="0">
                  <a:buNone/>
                </a:pPr>
                <a:endParaRPr lang="nl-BE" dirty="0"/>
              </a:p>
              <a:p>
                <a:r>
                  <a:rPr lang="nl-BE" b="1" dirty="0"/>
                  <a:t>Stap 5. </a:t>
                </a:r>
                <a:r>
                  <a:rPr lang="nl-BE" dirty="0"/>
                  <a:t>Toetsingsgrootheid en p-waarde berekenen</a:t>
                </a:r>
              </a:p>
              <a:p>
                <a:pPr lvl="1"/>
                <a:r>
                  <a:rPr lang="nl-BE" b="1" dirty="0">
                    <a:solidFill>
                      <a:srgbClr val="C00000"/>
                    </a:solidFill>
                  </a:rPr>
                  <a:t>r</a:t>
                </a:r>
                <a:r>
                  <a:rPr lang="nl-BE" b="1" dirty="0"/>
                  <a:t> als maat van effectgrootte</a:t>
                </a:r>
                <a:r>
                  <a:rPr lang="nl-BE" b="1" dirty="0">
                    <a:solidFill>
                      <a:srgbClr val="C00000"/>
                    </a:solidFill>
                  </a:rPr>
                  <a:t> </a:t>
                </a:r>
                <a:r>
                  <a:rPr lang="nl-BE" dirty="0">
                    <a:solidFill>
                      <a:srgbClr val="C00000"/>
                    </a:solidFill>
                  </a:rPr>
                  <a:t>bij </a:t>
                </a:r>
                <a:r>
                  <a:rPr lang="nl-BE" dirty="0" err="1">
                    <a:solidFill>
                      <a:srgbClr val="C00000"/>
                    </a:solidFill>
                  </a:rPr>
                  <a:t>Wilcoxon</a:t>
                </a:r>
                <a:r>
                  <a:rPr lang="nl-BE" dirty="0">
                    <a:solidFill>
                      <a:srgbClr val="C00000"/>
                    </a:solidFill>
                  </a:rPr>
                  <a:t> rangteken toets</a:t>
                </a:r>
              </a:p>
              <a:p>
                <a:pPr lvl="2"/>
                <a:r>
                  <a:rPr lang="nl-BE" dirty="0"/>
                  <a:t>Wordt </a:t>
                </a:r>
                <a:r>
                  <a:rPr lang="nl-BE" u="sng" dirty="0"/>
                  <a:t>niet</a:t>
                </a:r>
                <a:r>
                  <a:rPr lang="nl-BE" dirty="0"/>
                  <a:t> berekend door SPSS, zelf berekenen</a:t>
                </a:r>
              </a:p>
              <a:p>
                <a:pPr lvl="2"/>
                <a:r>
                  <a:rPr lang="nl-BE" dirty="0"/>
                  <a:t>Met Z = </a:t>
                </a:r>
                <a:r>
                  <a:rPr lang="nl-BE" dirty="0" err="1"/>
                  <a:t>z</a:t>
                </a:r>
                <a:r>
                  <a:rPr lang="nl-BE" dirty="0"/>
                  <a:t>-score van toetsingsgrootheid T en n = alle observaties van beide meetmomenten opgeteld (hier 2*333)</a:t>
                </a:r>
              </a:p>
            </p:txBody>
          </p:sp>
        </mc:Choice>
        <mc:Fallback xmlns="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35</a:t>
            </a:fld>
            <a:endParaRPr lang="en-GB" noProof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D6FCABB8-47E5-F0ED-F225-9FC43F34F8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889" y="6849407"/>
            <a:ext cx="5754047" cy="267697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0774010-254C-12F4-8B18-7BC199386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407" y="7371046"/>
            <a:ext cx="262154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4503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 err="1"/>
              <a:t>Wilcoxon</a:t>
            </a:r>
            <a:r>
              <a:rPr lang="nl-BE" b="1" dirty="0"/>
              <a:t> rangteken 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Nonparametric</a:t>
            </a:r>
            <a:r>
              <a:rPr lang="nl-BE" i="1" dirty="0"/>
              <a:t> Tests ›› </a:t>
            </a:r>
            <a:r>
              <a:rPr lang="nl-BE" i="1" dirty="0" err="1"/>
              <a:t>Legacy</a:t>
            </a:r>
            <a:r>
              <a:rPr lang="nl-BE" i="1" dirty="0"/>
              <a:t> </a:t>
            </a:r>
            <a:r>
              <a:rPr lang="nl-BE" i="1" dirty="0" err="1"/>
              <a:t>Dialogs</a:t>
            </a:r>
            <a:r>
              <a:rPr lang="nl-BE" i="1" dirty="0"/>
              <a:t> ›› 2 </a:t>
            </a:r>
            <a:r>
              <a:rPr lang="nl-BE" i="1" dirty="0" err="1"/>
              <a:t>Related</a:t>
            </a:r>
            <a:r>
              <a:rPr lang="nl-BE" i="1" dirty="0"/>
              <a:t> Samples</a:t>
            </a:r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marL="720000" lvl="1" indent="0"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36</a:t>
            </a:fld>
            <a:endParaRPr lang="en-GB" noProof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F35C730A-35B5-2016-C321-FE79AC817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584" y="3233206"/>
            <a:ext cx="7335866" cy="6008074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A9936A4B-B409-9C2A-21FF-72731BC79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5845" y="4821682"/>
            <a:ext cx="6700982" cy="4137828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7BAD2263-194E-2E9C-C48D-5BDE8C79E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0062" y="2035777"/>
            <a:ext cx="3091544" cy="239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81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 err="1"/>
              <a:t>Wilcoxon</a:t>
            </a:r>
            <a:r>
              <a:rPr lang="nl-BE" b="1" dirty="0"/>
              <a:t> rangteken toets in SPSS</a:t>
            </a:r>
          </a:p>
          <a:p>
            <a:pPr lvl="1"/>
            <a:r>
              <a:rPr lang="nl-BE" b="1" i="1" dirty="0">
                <a:solidFill>
                  <a:schemeClr val="accent5">
                    <a:lumMod val="50000"/>
                  </a:schemeClr>
                </a:solidFill>
              </a:rPr>
              <a:t>Syntax </a:t>
            </a:r>
            <a:r>
              <a:rPr lang="nl-BE" b="1" dirty="0">
                <a:solidFill>
                  <a:schemeClr val="accent5">
                    <a:lumMod val="50000"/>
                  </a:schemeClr>
                </a:solidFill>
              </a:rPr>
              <a:t>en output:</a:t>
            </a:r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r>
              <a:rPr lang="nl-BE" b="1" dirty="0"/>
              <a:t>Toetsingsgrootheid T</a:t>
            </a:r>
            <a:br>
              <a:rPr lang="nl-BE" dirty="0"/>
            </a:br>
            <a:r>
              <a:rPr lang="nl-BE" dirty="0"/>
              <a:t>= kleinste van de twee rangsommen </a:t>
            </a:r>
            <a:br>
              <a:rPr lang="nl-BE" dirty="0"/>
            </a:br>
            <a:r>
              <a:rPr lang="nl-BE" dirty="0"/>
              <a:t>= 11645.50</a:t>
            </a:r>
          </a:p>
          <a:p>
            <a:pPr lvl="1"/>
            <a:endParaRPr lang="nl-BE" b="1" dirty="0"/>
          </a:p>
          <a:p>
            <a:pPr lvl="1"/>
            <a:endParaRPr lang="nl-BE" b="1" dirty="0"/>
          </a:p>
          <a:p>
            <a:pPr lvl="1"/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37</a:t>
            </a:fld>
            <a:endParaRPr lang="en-GB" noProof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589374FC-E947-2F60-825D-88CE20021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73" y="3198668"/>
            <a:ext cx="7409609" cy="1470314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5AA23AE2-D793-6E91-A88E-BBFFDB8E5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850" y="1816272"/>
            <a:ext cx="7845853" cy="321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520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3"/>
                <a:ext cx="16858641" cy="7164888"/>
              </a:xfrm>
            </p:spPr>
            <p:txBody>
              <a:bodyPr>
                <a:normAutofit/>
              </a:bodyPr>
              <a:lstStyle/>
              <a:p>
                <a:r>
                  <a:rPr lang="nl-BE" b="1" dirty="0" err="1"/>
                  <a:t>Wilcoxon</a:t>
                </a:r>
                <a:r>
                  <a:rPr lang="nl-BE" b="1" dirty="0"/>
                  <a:t> rangteken toets in SPSS</a:t>
                </a:r>
              </a:p>
              <a:p>
                <a:pPr lvl="1"/>
                <a:r>
                  <a:rPr lang="nl-BE" b="1" i="1" dirty="0">
                    <a:solidFill>
                      <a:schemeClr val="accent5">
                        <a:lumMod val="50000"/>
                      </a:schemeClr>
                    </a:solidFill>
                  </a:rPr>
                  <a:t>Syntax </a:t>
                </a:r>
                <a:r>
                  <a:rPr lang="nl-BE" b="1" dirty="0">
                    <a:solidFill>
                      <a:schemeClr val="accent5">
                        <a:lumMod val="50000"/>
                      </a:schemeClr>
                    </a:solidFill>
                  </a:rPr>
                  <a:t>en output:</a:t>
                </a:r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r>
                  <a:rPr lang="nl-BE" dirty="0"/>
                  <a:t>Gemiddeldes en mediaan verschillen significant van elkaar:</a:t>
                </a:r>
                <a:br>
                  <a:rPr lang="nl-BE" dirty="0"/>
                </a:br>
                <a:r>
                  <a:rPr lang="nl-BE" dirty="0"/>
                  <a:t>p = &lt;0.001 &lt; </a:t>
                </a:r>
                <a14:m>
                  <m:oMath xmlns:m="http://schemas.openxmlformats.org/officeDocument/2006/math">
                    <m:r>
                      <a:rPr lang="nl-BE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(.05)</a:t>
                </a:r>
                <a:endParaRPr lang="nl-BE" b="1" dirty="0"/>
              </a:p>
              <a:p>
                <a:pPr lvl="1"/>
                <a:endParaRPr lang="nl-BE" b="1" dirty="0"/>
              </a:p>
              <a:p>
                <a:pPr lvl="1"/>
                <a:endParaRPr lang="nl-BE" b="1" dirty="0"/>
              </a:p>
            </p:txBody>
          </p:sp>
        </mc:Choice>
        <mc:Fallback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3"/>
                <a:ext cx="16858641" cy="7164888"/>
              </a:xfrm>
              <a:blipFill>
                <a:blip r:embed="rId3"/>
                <a:stretch>
                  <a:fillRect l="-145" t="-5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38</a:t>
            </a:fld>
            <a:endParaRPr lang="en-GB" noProof="0"/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7AB2CAE2-8708-4087-B6A5-771FA92AA279}"/>
              </a:ext>
            </a:extLst>
          </p:cNvPr>
          <p:cNvSpPr/>
          <p:nvPr/>
        </p:nvSpPr>
        <p:spPr>
          <a:xfrm>
            <a:off x="15505042" y="2735905"/>
            <a:ext cx="1230606" cy="308308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2" name="Rechthoek 21">
            <a:extLst>
              <a:ext uri="{FF2B5EF4-FFF2-40B4-BE49-F238E27FC236}">
                <a16:creationId xmlns:a16="http://schemas.microsoft.com/office/drawing/2014/main" id="{E7F8D786-0FCB-496F-B4BB-308189C58CB1}"/>
              </a:ext>
            </a:extLst>
          </p:cNvPr>
          <p:cNvSpPr/>
          <p:nvPr/>
        </p:nvSpPr>
        <p:spPr>
          <a:xfrm>
            <a:off x="12053382" y="2679442"/>
            <a:ext cx="1428702" cy="308307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86DFC474-4B65-E41F-C352-5EFF38384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373" y="3198668"/>
            <a:ext cx="7409609" cy="1470314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8C0E5D9D-9088-6D1F-FC81-E5DDDF2143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9850" y="1816272"/>
            <a:ext cx="7845853" cy="321292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BC0C3A1-59CF-EC90-0CFE-FEFDD5E8FC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4473" y="6797847"/>
            <a:ext cx="11026314" cy="2152609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D7A2195F-282E-3808-7B25-A45FEB9411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8274" y="6009817"/>
            <a:ext cx="3568456" cy="297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6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Verband Tijd x Angst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3"/>
                <a:ext cx="15785767" cy="7164888"/>
              </a:xfrm>
            </p:spPr>
            <p:txBody>
              <a:bodyPr>
                <a:normAutofit/>
              </a:bodyPr>
              <a:lstStyle/>
              <a:p>
                <a:r>
                  <a:rPr lang="nl-BE" b="1" dirty="0"/>
                  <a:t>Stap 6. </a:t>
                </a:r>
                <a:r>
                  <a:rPr lang="nl-BE" dirty="0"/>
                  <a:t>Conclusie en rapportering</a:t>
                </a:r>
              </a:p>
              <a:p>
                <a:pPr lvl="1"/>
                <a:r>
                  <a:rPr lang="nl-BE" dirty="0"/>
                  <a:t>Effectgrootte r berekenen:</a:t>
                </a:r>
              </a:p>
              <a:p>
                <a:pPr lvl="2"/>
                <a:r>
                  <a:rPr lang="nl-BE" dirty="0"/>
                  <a:t>n = 2*333</a:t>
                </a:r>
              </a:p>
              <a:p>
                <a:pPr lvl="2"/>
                <a:r>
                  <a:rPr lang="nl-BE" dirty="0"/>
                  <a:t>r = 6.3/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666</m:t>
                        </m:r>
                      </m:e>
                    </m:rad>
                  </m:oMath>
                </a14:m>
                <a:r>
                  <a:rPr lang="nl-BE" dirty="0"/>
                  <a:t> = 0,24</a:t>
                </a:r>
              </a:p>
              <a:p>
                <a:pPr lvl="1"/>
                <a:r>
                  <a:rPr lang="nl-BE" dirty="0"/>
                  <a:t>Rapportering in tekst:</a:t>
                </a:r>
              </a:p>
              <a:p>
                <a:pPr lvl="1"/>
                <a:endParaRPr lang="nl-BE" dirty="0"/>
              </a:p>
              <a:p>
                <a:pPr lvl="1" algn="just"/>
                <a:r>
                  <a:rPr lang="nl-BE" dirty="0">
                    <a:solidFill>
                      <a:srgbClr val="002060"/>
                    </a:solidFill>
                  </a:rPr>
                  <a:t>“Aan de hand van een </a:t>
                </a:r>
                <a:r>
                  <a:rPr lang="nl-BE" dirty="0" err="1">
                    <a:solidFill>
                      <a:srgbClr val="002060"/>
                    </a:solidFill>
                  </a:rPr>
                  <a:t>Wilcoxon</a:t>
                </a:r>
                <a:r>
                  <a:rPr lang="nl-BE" dirty="0">
                    <a:solidFill>
                      <a:srgbClr val="002060"/>
                    </a:solidFill>
                  </a:rPr>
                  <a:t> rangteken toets werd nagegaan of respondenten meer of minder vaak </a:t>
                </a:r>
                <a:r>
                  <a:rPr lang="nl-BE" dirty="0" err="1">
                    <a:solidFill>
                      <a:srgbClr val="002060"/>
                    </a:solidFill>
                  </a:rPr>
                  <a:t>angstgevoeles</a:t>
                </a:r>
                <a:r>
                  <a:rPr lang="nl-BE" dirty="0">
                    <a:solidFill>
                      <a:srgbClr val="002060"/>
                    </a:solidFill>
                  </a:rPr>
                  <a:t> ervaarden één jaar na de coronaperiode dan bij het begin van de coronaperiode. De resultaten tonen aan dat er een statistisch significant verschil is tussen scores gemeten in 2020 (</a:t>
                </a:r>
                <a:r>
                  <a:rPr lang="nl-BE" i="1" dirty="0">
                    <a:solidFill>
                      <a:srgbClr val="002060"/>
                    </a:solidFill>
                  </a:rPr>
                  <a:t>M</a:t>
                </a:r>
                <a:r>
                  <a:rPr lang="nl-BE" dirty="0">
                    <a:solidFill>
                      <a:srgbClr val="002060"/>
                    </a:solidFill>
                  </a:rPr>
                  <a:t>= 2.2, </a:t>
                </a:r>
                <a:r>
                  <a:rPr lang="nl-BE" i="1" dirty="0">
                    <a:solidFill>
                      <a:srgbClr val="002060"/>
                    </a:solidFill>
                  </a:rPr>
                  <a:t>SD</a:t>
                </a:r>
                <a:r>
                  <a:rPr lang="nl-BE" dirty="0">
                    <a:solidFill>
                      <a:srgbClr val="002060"/>
                    </a:solidFill>
                  </a:rPr>
                  <a:t>= 0.92, </a:t>
                </a:r>
                <a:r>
                  <a:rPr lang="nl-BE" i="1" dirty="0" err="1">
                    <a:solidFill>
                      <a:srgbClr val="002060"/>
                    </a:solidFill>
                  </a:rPr>
                  <a:t>Mdn</a:t>
                </a:r>
                <a:r>
                  <a:rPr lang="nl-BE" dirty="0">
                    <a:solidFill>
                      <a:srgbClr val="002060"/>
                    </a:solidFill>
                  </a:rPr>
                  <a:t>= 2) en scores gemeten in 2021 (</a:t>
                </a:r>
                <a:r>
                  <a:rPr lang="nl-BE" i="1" dirty="0">
                    <a:solidFill>
                      <a:srgbClr val="002060"/>
                    </a:solidFill>
                  </a:rPr>
                  <a:t>M</a:t>
                </a:r>
                <a:r>
                  <a:rPr lang="nl-BE" dirty="0">
                    <a:solidFill>
                      <a:srgbClr val="002060"/>
                    </a:solidFill>
                  </a:rPr>
                  <a:t>= 2.5, </a:t>
                </a:r>
                <a:r>
                  <a:rPr lang="nl-BE" i="1" dirty="0">
                    <a:solidFill>
                      <a:srgbClr val="002060"/>
                    </a:solidFill>
                  </a:rPr>
                  <a:t>SD</a:t>
                </a:r>
                <a:r>
                  <a:rPr lang="nl-BE" dirty="0">
                    <a:solidFill>
                      <a:srgbClr val="002060"/>
                    </a:solidFill>
                  </a:rPr>
                  <a:t>= 0.95, </a:t>
                </a:r>
                <a:r>
                  <a:rPr lang="nl-BE" i="1" dirty="0" err="1">
                    <a:solidFill>
                      <a:srgbClr val="002060"/>
                    </a:solidFill>
                  </a:rPr>
                  <a:t>Mdn</a:t>
                </a:r>
                <a:r>
                  <a:rPr lang="nl-BE" dirty="0">
                    <a:solidFill>
                      <a:srgbClr val="002060"/>
                    </a:solidFill>
                  </a:rPr>
                  <a:t>= 2.25) (</a:t>
                </a:r>
                <a:r>
                  <a:rPr lang="nl-BE" i="1" dirty="0">
                    <a:solidFill>
                      <a:srgbClr val="002060"/>
                    </a:solidFill>
                  </a:rPr>
                  <a:t>T</a:t>
                </a:r>
                <a:r>
                  <a:rPr lang="nl-BE" dirty="0">
                    <a:solidFill>
                      <a:srgbClr val="002060"/>
                    </a:solidFill>
                  </a:rPr>
                  <a:t>= </a:t>
                </a:r>
                <a:r>
                  <a:rPr lang="nl-BE" dirty="0"/>
                  <a:t>11645.5</a:t>
                </a:r>
                <a:r>
                  <a:rPr lang="nl-BE" dirty="0">
                    <a:solidFill>
                      <a:srgbClr val="002060"/>
                    </a:solidFill>
                  </a:rPr>
                  <a:t>, </a:t>
                </a:r>
                <a:r>
                  <a:rPr lang="nl-BE" i="1" dirty="0">
                    <a:solidFill>
                      <a:srgbClr val="002060"/>
                    </a:solidFill>
                  </a:rPr>
                  <a:t>p</a:t>
                </a:r>
                <a:r>
                  <a:rPr lang="nl-BE" dirty="0">
                    <a:solidFill>
                      <a:srgbClr val="002060"/>
                    </a:solidFill>
                  </a:rPr>
                  <a:t> = &lt; 0.001). Het verschil is echter klein (</a:t>
                </a:r>
                <a:r>
                  <a:rPr lang="nl-BE" i="1" dirty="0">
                    <a:solidFill>
                      <a:srgbClr val="002060"/>
                    </a:solidFill>
                  </a:rPr>
                  <a:t>r = </a:t>
                </a:r>
                <a:r>
                  <a:rPr lang="nl-BE" dirty="0">
                    <a:solidFill>
                      <a:srgbClr val="002060"/>
                    </a:solidFill>
                  </a:rPr>
                  <a:t>0.24).”</a:t>
                </a:r>
              </a:p>
              <a:p>
                <a:pPr lvl="1"/>
                <a:endParaRPr lang="nl-BE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  <a:p>
                <a:endParaRPr lang="nl-BE" b="1" dirty="0"/>
              </a:p>
            </p:txBody>
          </p:sp>
        </mc:Choice>
        <mc:Fallback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3"/>
                <a:ext cx="15785767" cy="7164888"/>
              </a:xfrm>
              <a:blipFill>
                <a:blip r:embed="rId2"/>
                <a:stretch>
                  <a:fillRect l="-154" t="-511" r="-7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39</a:t>
            </a:fld>
            <a:endParaRPr lang="en-GB" noProof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738C4A5-2A32-4BE8-B43B-C959380AD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5555" y="1938317"/>
            <a:ext cx="5866676" cy="27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92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Opgave 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SPSS-WERKCOLLEGE 4</a:t>
            </a:r>
          </a:p>
        </p:txBody>
      </p:sp>
    </p:spTree>
    <p:extLst>
      <p:ext uri="{BB962C8B-B14F-4D97-AF65-F5344CB8AC3E}">
        <p14:creationId xmlns:p14="http://schemas.microsoft.com/office/powerpoint/2010/main" val="37323285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‘DATA_WAVE1_CenW.sav’. Hebben ouders (W1_Ouder) significant meer of minder eenzame gevoelens (W1_Eenz1 t.e.m. W1_Eenz3) dan respondenten die geen ouder zijn?</a:t>
            </a:r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475593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 </a:t>
            </a:r>
          </a:p>
          <a:p>
            <a:r>
              <a:rPr lang="nl-BE" dirty="0"/>
              <a:t>Open ‘DATA_WAVE1_CenW.sav’. Hebben ouders (W1_Ouder) significant meer of minder eenzame gevoelens (W1_Eenz1 t.e.m. W1_Eenz3) dan respondenten die geen ouder zijn?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732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</a:t>
            </a:r>
          </a:p>
          <a:p>
            <a:r>
              <a:rPr lang="nl-BE" dirty="0"/>
              <a:t>Open ‘DATA_WAVE1_CenW.sav’. Hebben ouders (W1_Ouder) significant meer of minder eenzame gevoelens (W1_Eenz1 t.e.m. W1_Eenz3) dan respondenten die geen ouder zijn?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Twee variabelen, namelijk een ouder zijn en </a:t>
            </a:r>
            <a:r>
              <a:rPr lang="nl-BE" dirty="0" err="1"/>
              <a:t>eenzaameid</a:t>
            </a:r>
            <a:r>
              <a:rPr lang="nl-BE" dirty="0"/>
              <a:t>. 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‘W1_Ouder’: </a:t>
            </a:r>
            <a:r>
              <a:rPr lang="nl-BE" u="sng" dirty="0"/>
              <a:t>nominale</a:t>
            </a:r>
            <a:r>
              <a:rPr lang="nl-BE" dirty="0"/>
              <a:t> variabele met twee antwoordcategorieën </a:t>
            </a:r>
          </a:p>
          <a:p>
            <a:pPr lvl="2"/>
            <a:r>
              <a:rPr lang="nl-BE" dirty="0"/>
              <a:t>‘W1_Eenz1’ tot en met ‘W1_Eenz4’: vier ordinale schaalitems die omgezet kunnen worden naar één </a:t>
            </a:r>
            <a:r>
              <a:rPr lang="nl-BE" u="sng" dirty="0"/>
              <a:t>metrische</a:t>
            </a:r>
            <a:r>
              <a:rPr lang="nl-BE" dirty="0"/>
              <a:t> schaalvariabele, ‘W1_Eenz_Gem’ 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dirty="0"/>
              <a:t>‘W1_Eenz_Gem’ is hier de afhankelijke variabele</a:t>
            </a:r>
          </a:p>
          <a:p>
            <a:pPr lvl="2"/>
            <a:r>
              <a:rPr lang="nl-BE" dirty="0"/>
              <a:t>‘W1_Ouder’ heeft hier mogelijk invloed op = onafhankelijke variabele</a:t>
            </a:r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412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479349"/>
              </p:ext>
            </p:extLst>
          </p:nvPr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independent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Partiële 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repeated measures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Two</a:t>
                      </a:r>
                      <a:r>
                        <a:rPr lang="nl-BE" sz="900"/>
                        <a:t>-way mixed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ANCOVA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Mc </a:t>
                      </a:r>
                      <a:r>
                        <a:rPr lang="nl-BE" sz="900" err="1"/>
                        <a:t>Nemar‘s</a:t>
                      </a:r>
                      <a:r>
                        <a:rPr lang="nl-BE" sz="90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Cochran’s</a:t>
                      </a:r>
                      <a:r>
                        <a:rPr lang="nl-BE" sz="900"/>
                        <a:t> Q ( &gt;2 = groepen)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Chi-kwadraat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Fisher’s</a:t>
                      </a:r>
                      <a:r>
                        <a:rPr lang="nl-BE" sz="90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 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2217846" y="1494335"/>
            <a:ext cx="3843634" cy="389699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362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Stap 2: Datacontrole</a:t>
            </a:r>
          </a:p>
          <a:p>
            <a:pPr lvl="1"/>
            <a:r>
              <a:rPr lang="nl-BE" b="1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45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6123CB4-94CB-ED77-F421-491D4B523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885" y="4423595"/>
            <a:ext cx="5891677" cy="5055204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03E345CC-567C-C8DA-5F47-5A6DD623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10" y="4423595"/>
            <a:ext cx="5740255" cy="5055204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D8C89E12-A483-E5CC-778D-5CD744702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276" y="1619585"/>
            <a:ext cx="6154226" cy="2785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354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1DE15-F599-190A-EBD0-A2E88492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25308-2C07-3E04-EB24-50D63338E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Stap 2: Datacontrole</a:t>
            </a:r>
          </a:p>
          <a:p>
            <a:pPr lvl="1"/>
            <a:r>
              <a:rPr lang="nl-BE" b="1">
                <a:solidFill>
                  <a:srgbClr val="002060"/>
                </a:solidFill>
              </a:rPr>
              <a:t>Inconsistentiecheck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67449-33C1-60F9-A248-C446870BF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46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B281803E-FCD9-B11D-3CE1-8E08F37F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A4BA91E9-7503-0828-92C0-13B72650E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885" y="4423595"/>
            <a:ext cx="5891677" cy="5055204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2C480AF1-180D-A4CE-CB11-6A542DEA8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110" y="4423595"/>
            <a:ext cx="5740255" cy="5055204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876046BB-7F43-B8A8-01F1-35A3133DA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276" y="1619585"/>
            <a:ext cx="6154226" cy="2785318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F10429AE-F399-42C9-CC06-17DE327903DF}"/>
              </a:ext>
            </a:extLst>
          </p:cNvPr>
          <p:cNvSpPr/>
          <p:nvPr/>
        </p:nvSpPr>
        <p:spPr>
          <a:xfrm>
            <a:off x="3009419" y="5148026"/>
            <a:ext cx="11319835" cy="1938992"/>
          </a:xfrm>
          <a:prstGeom prst="rect">
            <a:avLst/>
          </a:prstGeom>
          <a:solidFill>
            <a:srgbClr val="80C0E0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Probleem: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Veel </a:t>
            </a:r>
            <a:r>
              <a:rPr lang="nl-BE" sz="2400" dirty="0" err="1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missings</a:t>
            </a: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omdat niet alle respondenten aangaven dat ze alleen woonden of niet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nl-BE" sz="24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 ordinale variabelen van eenzaamheid moeten we nog omzetten in een metrische schaalvariabele per tijdsmoment</a:t>
            </a:r>
          </a:p>
        </p:txBody>
      </p:sp>
    </p:spTree>
    <p:extLst>
      <p:ext uri="{BB962C8B-B14F-4D97-AF65-F5344CB8AC3E}">
        <p14:creationId xmlns:p14="http://schemas.microsoft.com/office/powerpoint/2010/main" val="42676132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Datacontrole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Missing </a:t>
            </a:r>
            <a:r>
              <a:rPr lang="nl-BE" dirty="0" err="1">
                <a:solidFill>
                  <a:srgbClr val="002060"/>
                </a:solidFill>
              </a:rPr>
              <a:t>values</a:t>
            </a:r>
            <a:r>
              <a:rPr lang="nl-BE" dirty="0">
                <a:solidFill>
                  <a:srgbClr val="002060"/>
                </a:solidFill>
              </a:rPr>
              <a:t> verwijderen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Schaalvariabele aanmaken</a:t>
            </a:r>
          </a:p>
          <a:p>
            <a:pPr lvl="3"/>
            <a:endParaRPr lang="nl-BE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47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EAC37554-F0EB-BF70-D85F-43257E024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36" y="4362947"/>
            <a:ext cx="8693251" cy="1624014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7E119177-2938-2076-5539-F853FEC3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8684" y="1676787"/>
            <a:ext cx="4887462" cy="5180936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6D001558-E6FA-261C-7313-A533D31F8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36" y="6171246"/>
            <a:ext cx="6063465" cy="2362389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7DE66E43-4714-0C09-772D-5A9F013755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419" y="6718236"/>
            <a:ext cx="6250734" cy="229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05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/>
              <a:t>Stap 2: Datacontrole</a:t>
            </a:r>
          </a:p>
          <a:p>
            <a:pPr lvl="1"/>
            <a:r>
              <a:rPr lang="nl-BE" b="1"/>
              <a:t>Assumptiecheck</a:t>
            </a:r>
            <a:r>
              <a:rPr lang="nl-BE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>
                <a:solidFill>
                  <a:srgbClr val="002060"/>
                </a:solidFill>
              </a:rPr>
              <a:t>Afhankelijke variabele = metrisch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/>
              <a:t>Onafhankelijke variabele = categorisch, max twee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/>
              <a:t>Onafhankelijke groepen onderzoekseenheden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/>
              <a:t>Normaliteit</a:t>
            </a:r>
            <a:r>
              <a:rPr lang="nl-BE"/>
              <a:t>: de </a:t>
            </a:r>
            <a:r>
              <a:rPr lang="nl-BE" err="1"/>
              <a:t>afh</a:t>
            </a:r>
            <a:r>
              <a:rPr lang="nl-BE"/>
              <a:t>. variabele is normaal verdeeld binnen beide groepen (of CLS: n &gt; 100 voor elke groep)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/>
              <a:t>Homogeniteit van varianties</a:t>
            </a:r>
          </a:p>
          <a:p>
            <a:pPr marL="2393550" lvl="3" indent="-514350"/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48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30758856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CEC40-D871-7CD9-9317-DA4D56A5E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04329-84C7-0F06-C3E2-8F395BF75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b="1" dirty="0"/>
              <a:t>Stap 2: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>
                <a:solidFill>
                  <a:srgbClr val="002060"/>
                </a:solidFill>
              </a:rPr>
              <a:t>Afhankelijke variabele = metrisch</a:t>
            </a:r>
          </a:p>
          <a:p>
            <a:pPr marL="2393550" lvl="3" indent="-514350"/>
            <a:r>
              <a:rPr lang="nl-BE" dirty="0"/>
              <a:t>Oké: Depressie is een metrische schaalvariabele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2393550" lvl="3" indent="-514350"/>
            <a:r>
              <a:rPr lang="nl-BE" dirty="0"/>
              <a:t>Oké: twee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groepen onderzoekseenheden</a:t>
            </a:r>
          </a:p>
          <a:p>
            <a:pPr marL="2393550" lvl="3" indent="-514350"/>
            <a:r>
              <a:rPr lang="nl-BE" dirty="0"/>
              <a:t>Oké: verschillende respondenten in beide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de </a:t>
            </a:r>
            <a:r>
              <a:rPr lang="nl-BE" dirty="0" err="1"/>
              <a:t>afh</a:t>
            </a:r>
            <a:r>
              <a:rPr lang="nl-BE" dirty="0"/>
              <a:t>. variabele is normaal verdeeld binnen beide groepen (of CLS: n &gt; 100 voor elke groep)</a:t>
            </a:r>
          </a:p>
          <a:p>
            <a:pPr marL="2393550" lvl="3" indent="-514350"/>
            <a:r>
              <a:rPr lang="nl-BE" dirty="0"/>
              <a:t>CLS toepassen in principe oké: n in elke groep &gt; 100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Homogeniteit van varianties</a:t>
            </a:r>
          </a:p>
          <a:p>
            <a:pPr marL="2393550" lvl="3" indent="-514350"/>
            <a:r>
              <a:rPr lang="nl-BE" b="1" dirty="0" err="1"/>
              <a:t>Levene</a:t>
            </a:r>
            <a:r>
              <a:rPr lang="nl-BE" b="1" dirty="0"/>
              <a:t> toets bekijken in SPSS output!</a:t>
            </a:r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C3C2A-F781-3573-2A7E-D2A9DB27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49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F31C02DD-881B-230C-23C3-8191121F0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17739986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Stap 3: Hypothesen formuleren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50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39768127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Hypothesen formuleren</a:t>
            </a:r>
          </a:p>
          <a:p>
            <a:pPr lvl="1"/>
            <a:r>
              <a:rPr lang="nl-BE" dirty="0"/>
              <a:t>Best tweezijdig toetsen!</a:t>
            </a:r>
          </a:p>
          <a:p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Ouders en respondenten die geen ouder zijn verschillen niet 	van elkaar op het 				vlak van eenzaamheidsgevoelens. 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Een van beide groepen ervaart gemiddeld gezien meer of minder 										eenzaamheidsgevoelens dan de andere groep. </a:t>
            </a: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51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6924462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Stap 4: Significantieniveau bepalen</a:t>
            </a:r>
          </a:p>
          <a:p>
            <a:pPr lvl="2"/>
            <a:endParaRPr lang="nl-BE" b="1"/>
          </a:p>
          <a:p>
            <a:pPr lvl="2"/>
            <a:endParaRPr lang="nl-BE" b="1"/>
          </a:p>
          <a:p>
            <a:pPr lvl="2"/>
            <a:endParaRPr lang="nl-BE" b="1"/>
          </a:p>
          <a:p>
            <a:pPr marL="1306800" lvl="2" indent="0">
              <a:buNone/>
            </a:pPr>
            <a:endParaRPr lang="nl-BE" b="1"/>
          </a:p>
          <a:p>
            <a:r>
              <a:rPr lang="nl-BE" b="1"/>
              <a:t>Stap 5: Toetsingsgrootheid en p-waarde berekenen</a:t>
            </a:r>
          </a:p>
          <a:p>
            <a:pPr marL="1306800" lvl="2" indent="0">
              <a:buNone/>
            </a:pPr>
            <a:endParaRPr lang="nl-BE" b="1"/>
          </a:p>
          <a:p>
            <a:pPr lvl="1"/>
            <a:endParaRPr lang="nl-BE" b="1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52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705502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b="1" dirty="0"/>
                  <a:t>Stap 4: Significantieniveau bepalen</a:t>
                </a:r>
              </a:p>
              <a:p>
                <a:pPr lvl="1"/>
                <a:r>
                  <a:rPr lang="nl-BE" dirty="0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.05</a:t>
                </a:r>
              </a:p>
              <a:p>
                <a:pPr lvl="1"/>
                <a:r>
                  <a:rPr lang="nl-BE" dirty="0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/>
                  <a:t> = .01</a:t>
                </a:r>
              </a:p>
              <a:p>
                <a:pPr lvl="2"/>
                <a:r>
                  <a:rPr lang="nl-BE" dirty="0"/>
                  <a:t>n = 1833, </a:t>
                </a:r>
                <a:r>
                  <a:rPr lang="nl-BE" b="1" dirty="0"/>
                  <a:t>dus hanteer .01</a:t>
                </a:r>
              </a:p>
              <a:p>
                <a:pPr lvl="2"/>
                <a:endParaRPr lang="nl-BE" b="1" dirty="0"/>
              </a:p>
              <a:p>
                <a:r>
                  <a:rPr lang="nl-BE" b="1" dirty="0"/>
                  <a:t>Stap 5: Toetsingsgrootheid en p-waarde berekenen</a:t>
                </a:r>
              </a:p>
              <a:p>
                <a:pPr lvl="1"/>
                <a:r>
                  <a:rPr lang="nl-BE" dirty="0"/>
                  <a:t>Ook maat van effectgrootte!</a:t>
                </a:r>
              </a:p>
              <a:p>
                <a:pPr lvl="1"/>
                <a:r>
                  <a:rPr lang="nl-BE" b="1" dirty="0" err="1"/>
                  <a:t>Cohen’s</a:t>
                </a:r>
                <a:r>
                  <a:rPr lang="nl-BE" b="1" dirty="0"/>
                  <a:t> d </a:t>
                </a:r>
                <a:r>
                  <a:rPr lang="nl-BE" dirty="0"/>
                  <a:t>bij onafhankelijke t-toetsen</a:t>
                </a:r>
              </a:p>
              <a:p>
                <a:pPr lvl="2"/>
                <a:r>
                  <a:rPr lang="nl-BE" dirty="0"/>
                  <a:t>Wordt berekend door SPSS</a:t>
                </a:r>
              </a:p>
              <a:p>
                <a:pPr marL="1306800" lvl="2" indent="0">
                  <a:buNone/>
                </a:pPr>
                <a:endParaRPr lang="nl-BE" b="1" dirty="0"/>
              </a:p>
              <a:p>
                <a:pPr lvl="1"/>
                <a:endParaRPr lang="nl-BE" b="1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53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12140245-DCA3-93AF-50B4-5C1438F5B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6112" y="5843830"/>
            <a:ext cx="6391936" cy="298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378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Onafhankelijke t-toets in SPSS: </a:t>
            </a:r>
            <a:br>
              <a:rPr lang="nl-BE" b="1" dirty="0"/>
            </a:br>
            <a:r>
              <a:rPr lang="nl-BE" i="1" dirty="0" err="1">
                <a:sym typeface="Wingdings" panose="05000000000000000000" pitchFamily="2" charset="2"/>
              </a:rPr>
              <a:t>Analyze</a:t>
            </a:r>
            <a:r>
              <a:rPr lang="nl-BE" i="1" dirty="0"/>
              <a:t> ›› </a:t>
            </a:r>
            <a:r>
              <a:rPr lang="nl-BE" i="1" dirty="0" err="1"/>
              <a:t>Compare</a:t>
            </a:r>
            <a:r>
              <a:rPr lang="nl-BE" i="1" dirty="0"/>
              <a:t> Means &amp; </a:t>
            </a:r>
            <a:r>
              <a:rPr lang="nl-BE" i="1" dirty="0" err="1"/>
              <a:t>Proportions</a:t>
            </a:r>
            <a:r>
              <a:rPr lang="nl-BE" i="1" dirty="0"/>
              <a:t> ›› Independent-Samples T Test</a:t>
            </a:r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lvl="1"/>
            <a:endParaRPr lang="nl-BE" i="1" dirty="0"/>
          </a:p>
          <a:p>
            <a:pPr marL="720000" lvl="1" indent="0">
              <a:buNone/>
            </a:pPr>
            <a:endParaRPr lang="nl-BE" dirty="0"/>
          </a:p>
          <a:p>
            <a:endParaRPr lang="nl-BE" dirty="0"/>
          </a:p>
        </p:txBody>
      </p:sp>
      <p:sp>
        <p:nvSpPr>
          <p:cNvPr id="31" name="Tijdelijke aanduiding voor dianummer 3">
            <a:extLst>
              <a:ext uri="{FF2B5EF4-FFF2-40B4-BE49-F238E27FC236}">
                <a16:creationId xmlns:a16="http://schemas.microsoft.com/office/drawing/2014/main" id="{A3471519-90BA-4B30-B687-61F2BBF36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54</a:t>
            </a:fld>
            <a:endParaRPr lang="en-GB" noProof="0" dirty="0"/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C80E484F-3423-47AB-BCBA-3A891D8FA953}"/>
              </a:ext>
            </a:extLst>
          </p:cNvPr>
          <p:cNvSpPr txBox="1"/>
          <p:nvPr/>
        </p:nvSpPr>
        <p:spPr>
          <a:xfrm>
            <a:off x="1805097" y="7142974"/>
            <a:ext cx="2514196" cy="1588705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nl-BE" sz="2800" b="1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CODEBOEK!</a:t>
            </a:r>
          </a:p>
          <a:p>
            <a:pPr>
              <a:lnSpc>
                <a:spcPct val="120000"/>
              </a:lnSpc>
            </a:pPr>
            <a:r>
              <a:rPr lang="nl-BE" sz="28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Nee = 0</a:t>
            </a:r>
          </a:p>
          <a:p>
            <a:pPr>
              <a:lnSpc>
                <a:spcPct val="120000"/>
              </a:lnSpc>
            </a:pPr>
            <a:r>
              <a:rPr lang="nl-BE" sz="28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Ja = 1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7202FD9-A1DA-A778-C662-98AAB6E99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46" y="2888311"/>
            <a:ext cx="6990577" cy="3365191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5ADC525E-0784-DF69-BC21-7CF5D38B3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517" y="2888311"/>
            <a:ext cx="8396646" cy="455158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3530B805-F61F-3DD7-5337-715B179D5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981" y="6514828"/>
            <a:ext cx="3463171" cy="3115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7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Onafhankelijke t-toets in SPSS</a:t>
            </a:r>
          </a:p>
          <a:p>
            <a:pPr lvl="1"/>
            <a:r>
              <a:rPr lang="nl-BE" b="1" i="1" dirty="0">
                <a:solidFill>
                  <a:srgbClr val="002060"/>
                </a:solidFill>
              </a:rPr>
              <a:t>Syntax </a:t>
            </a:r>
            <a:r>
              <a:rPr lang="nl-BE" b="1" dirty="0">
                <a:solidFill>
                  <a:srgbClr val="002060"/>
                </a:solidFill>
              </a:rPr>
              <a:t>en output</a:t>
            </a:r>
            <a:r>
              <a:rPr lang="nl-BE" b="1" dirty="0"/>
              <a:t>:</a:t>
            </a:r>
            <a:endParaRPr lang="nl-BE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55</a:t>
            </a:fld>
            <a:endParaRPr lang="en-GB" noProof="0" dirty="0"/>
          </a:p>
        </p:txBody>
      </p:sp>
      <p:sp>
        <p:nvSpPr>
          <p:cNvPr id="27" name="Tijdelijke aanduiding voor inhoud 26">
            <a:extLst>
              <a:ext uri="{FF2B5EF4-FFF2-40B4-BE49-F238E27FC236}">
                <a16:creationId xmlns:a16="http://schemas.microsoft.com/office/drawing/2014/main" id="{90E12F85-F281-4B37-8841-73876623263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72488" y="8355831"/>
            <a:ext cx="14393697" cy="1098437"/>
          </a:xfrm>
        </p:spPr>
        <p:txBody>
          <a:bodyPr>
            <a:normAutofit fontScale="70000" lnSpcReduction="20000"/>
          </a:bodyPr>
          <a:lstStyle/>
          <a:p>
            <a:r>
              <a:rPr lang="nl-BE" b="1" dirty="0"/>
              <a:t>		</a:t>
            </a:r>
            <a:r>
              <a:rPr lang="nl-BE" sz="3000" b="1" dirty="0"/>
              <a:t>		</a:t>
            </a:r>
            <a:r>
              <a:rPr lang="nl-BE" sz="3000" b="1" dirty="0" err="1"/>
              <a:t>Levene</a:t>
            </a:r>
            <a:r>
              <a:rPr lang="nl-BE" sz="3000" b="1" dirty="0"/>
              <a:t> toets: </a:t>
            </a:r>
            <a:r>
              <a:rPr lang="nl-BE" sz="3000" dirty="0"/>
              <a:t>p = .067 &gt; .05</a:t>
            </a:r>
          </a:p>
          <a:p>
            <a:pPr marL="2614950" lvl="3" indent="-285750"/>
            <a:r>
              <a:rPr lang="nl-BE" sz="3000" b="1" dirty="0"/>
              <a:t>H</a:t>
            </a:r>
            <a:r>
              <a:rPr lang="nl-BE" sz="3000" b="1" baseline="-25000" dirty="0"/>
              <a:t>0</a:t>
            </a:r>
            <a:r>
              <a:rPr lang="nl-BE" sz="3000" b="1" dirty="0"/>
              <a:t> aanvaarden: </a:t>
            </a:r>
            <a:r>
              <a:rPr lang="nl-BE" sz="3000" dirty="0"/>
              <a:t>beide groepen hebben gelijke varianties (</a:t>
            </a:r>
            <a:r>
              <a:rPr lang="nl-BE" sz="3000" b="1" dirty="0"/>
              <a:t>assumptie 5 voldaan</a:t>
            </a:r>
            <a:r>
              <a:rPr lang="nl-BE" sz="3000" dirty="0"/>
              <a:t>)</a:t>
            </a:r>
          </a:p>
          <a:p>
            <a:pPr marL="2614950" lvl="3" indent="-285750"/>
            <a:r>
              <a:rPr lang="nl-BE" sz="3000" dirty="0"/>
              <a:t>Resultaten t-toets op </a:t>
            </a:r>
            <a:r>
              <a:rPr lang="nl-BE" sz="3000" b="1" i="1" dirty="0" err="1"/>
              <a:t>Equal</a:t>
            </a:r>
            <a:r>
              <a:rPr lang="nl-BE" sz="3000" b="1" i="1" dirty="0"/>
              <a:t> </a:t>
            </a:r>
            <a:r>
              <a:rPr lang="nl-BE" sz="3000" b="1" i="1" dirty="0" err="1"/>
              <a:t>variances</a:t>
            </a:r>
            <a:r>
              <a:rPr lang="nl-BE" sz="3000" b="1" i="1" dirty="0"/>
              <a:t> </a:t>
            </a:r>
            <a:r>
              <a:rPr lang="nl-BE" sz="3000" b="1" i="1" dirty="0" err="1"/>
              <a:t>assumed</a:t>
            </a:r>
            <a:r>
              <a:rPr lang="nl-BE" sz="3000" b="1" i="1" dirty="0"/>
              <a:t> </a:t>
            </a:r>
            <a:r>
              <a:rPr lang="nl-BE" sz="3000" b="1" dirty="0"/>
              <a:t>rij </a:t>
            </a:r>
            <a:r>
              <a:rPr lang="nl-BE" sz="3000" dirty="0"/>
              <a:t>interpreteren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F50B53C-8D44-74F1-B107-E6524EB7B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607" y="3089780"/>
            <a:ext cx="4418378" cy="2288493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7A816A1E-548C-0961-D5FF-74928EFD1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610" y="2139699"/>
            <a:ext cx="8903247" cy="215521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EC43D217-FA39-97BC-EE72-36CC14B90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33" y="5241123"/>
            <a:ext cx="16513673" cy="2990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476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Onafhankelijke t-toets in SPSS: </a:t>
            </a:r>
            <a:br>
              <a:rPr lang="nl-BE" b="1"/>
            </a:br>
            <a:endParaRPr lang="nl-BE" b="1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56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F815079-C314-4389-9751-21981FFE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221" y="6159808"/>
            <a:ext cx="6456224" cy="301778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D09D9308-EB7F-2659-2E84-5D6A83D88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858" y="2510494"/>
            <a:ext cx="8783061" cy="3449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3528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 dirty="0"/>
              <a:t>Stap 6. </a:t>
            </a:r>
            <a:r>
              <a:rPr lang="nl-BE" dirty="0"/>
              <a:t>Conclusie en rapportering</a:t>
            </a:r>
          </a:p>
          <a:p>
            <a:pPr lvl="1"/>
            <a:endParaRPr lang="nl-BE" dirty="0"/>
          </a:p>
          <a:p>
            <a:pPr lvl="1"/>
            <a:r>
              <a:rPr lang="nl-BE" dirty="0"/>
              <a:t>“Uit ons onderzoek blijkt dat ouders (</a:t>
            </a:r>
            <a:r>
              <a:rPr lang="nl-BE" i="1" dirty="0"/>
              <a:t>M </a:t>
            </a:r>
            <a:r>
              <a:rPr lang="nl-BE" dirty="0"/>
              <a:t>= 2.29, </a:t>
            </a:r>
            <a:r>
              <a:rPr lang="nl-BE" i="1" dirty="0"/>
              <a:t>SD </a:t>
            </a:r>
            <a:r>
              <a:rPr lang="nl-BE" dirty="0"/>
              <a:t>= 0.89) zich significant minder eenzaam voelen dan respondenten die geen ouder zijn (</a:t>
            </a:r>
            <a:r>
              <a:rPr lang="nl-BE" i="1" dirty="0"/>
              <a:t>M </a:t>
            </a:r>
            <a:r>
              <a:rPr lang="nl-BE" dirty="0"/>
              <a:t>= 2.83, </a:t>
            </a:r>
            <a:r>
              <a:rPr lang="nl-BE" i="1" dirty="0"/>
              <a:t>SD </a:t>
            </a:r>
            <a:r>
              <a:rPr lang="nl-BE" dirty="0"/>
              <a:t>= 0.94) tijdens de eerste lockdownperiode, met </a:t>
            </a:r>
            <a:r>
              <a:rPr lang="nl-BE" i="1" dirty="0"/>
              <a:t>t</a:t>
            </a:r>
            <a:r>
              <a:rPr lang="nl-BE" dirty="0"/>
              <a:t>(1831) = 12.17, </a:t>
            </a:r>
            <a:r>
              <a:rPr lang="nl-BE" i="1" dirty="0"/>
              <a:t>p </a:t>
            </a:r>
            <a:r>
              <a:rPr lang="nl-BE" dirty="0"/>
              <a:t>&lt; .001. Het gaat hier om een middelmatig effect (</a:t>
            </a:r>
            <a:r>
              <a:rPr lang="nl-BE" i="1" dirty="0"/>
              <a:t>d </a:t>
            </a:r>
            <a:r>
              <a:rPr lang="nl-BE" dirty="0"/>
              <a:t>= 0.58).” </a:t>
            </a:r>
            <a:endParaRPr lang="nl-BE" b="1" i="1" dirty="0">
              <a:solidFill>
                <a:srgbClr val="002060"/>
              </a:solidFill>
            </a:endParaRPr>
          </a:p>
          <a:p>
            <a:pPr lvl="1"/>
            <a:endParaRPr lang="nl-BE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  <a:p>
            <a:endParaRPr lang="nl-BE" b="1" dirty="0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57</a:t>
            </a:fld>
            <a:endParaRPr lang="en-GB" noProof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3034543-D310-4F3A-84BC-C6D5989DFD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843" y="5196061"/>
            <a:ext cx="6457063" cy="302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6985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b="1" dirty="0"/>
              <a:t>Stap 2: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>
                <a:solidFill>
                  <a:srgbClr val="002060"/>
                </a:solidFill>
              </a:rPr>
              <a:t>Afhankelijke variabele = metrisch</a:t>
            </a:r>
          </a:p>
          <a:p>
            <a:pPr marL="2393550" lvl="3" indent="-514350"/>
            <a:r>
              <a:rPr lang="nl-BE" dirty="0"/>
              <a:t>Oké: Depressie is een metrische schaalvariabele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2393550" lvl="3" indent="-514350"/>
            <a:r>
              <a:rPr lang="nl-BE" dirty="0"/>
              <a:t>Oké: twee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groepen onderzoekseenheden</a:t>
            </a:r>
          </a:p>
          <a:p>
            <a:pPr marL="2393550" lvl="3" indent="-514350"/>
            <a:r>
              <a:rPr lang="nl-BE" dirty="0"/>
              <a:t>Oké: verschillende respondenten in beide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de </a:t>
            </a:r>
            <a:r>
              <a:rPr lang="nl-BE" dirty="0" err="1"/>
              <a:t>afh</a:t>
            </a:r>
            <a:r>
              <a:rPr lang="nl-BE" dirty="0"/>
              <a:t>. variabele is normaal verdeeld binnen beide groepen (of CLS: n &gt; 100 voor elke groep)</a:t>
            </a:r>
          </a:p>
          <a:p>
            <a:pPr marL="2393550" lvl="3" indent="-514350"/>
            <a:r>
              <a:rPr lang="nl-BE" dirty="0">
                <a:solidFill>
                  <a:srgbClr val="FF0000"/>
                </a:solidFill>
              </a:rPr>
              <a:t>Stel nu dat de groepen niet groot genoeg zijn: Kijken naar normaliteit!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Homogeniteit van varianties</a:t>
            </a:r>
          </a:p>
          <a:p>
            <a:pPr marL="2393550" lvl="3" indent="-514350"/>
            <a:r>
              <a:rPr lang="nl-BE" b="1" dirty="0" err="1"/>
              <a:t>Levene</a:t>
            </a:r>
            <a:r>
              <a:rPr lang="nl-BE" b="1" dirty="0"/>
              <a:t> toets bekijken in SPSS output!</a:t>
            </a:r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58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2826600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 b="1" dirty="0"/>
              <a:t>Stap 2: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>
                <a:solidFill>
                  <a:srgbClr val="002060"/>
                </a:solidFill>
              </a:rPr>
              <a:t>Afhankelijke variabele = metrisch</a:t>
            </a:r>
          </a:p>
          <a:p>
            <a:pPr marL="2393550" lvl="3" indent="-514350"/>
            <a:r>
              <a:rPr lang="nl-BE" dirty="0"/>
              <a:t>Oké: Depressie is een metrische schaalvariabele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2393550" lvl="3" indent="-514350"/>
            <a:r>
              <a:rPr lang="nl-BE" dirty="0"/>
              <a:t>Oké: twee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groepen onderzoekseenheden</a:t>
            </a:r>
          </a:p>
          <a:p>
            <a:pPr marL="2393550" lvl="3" indent="-514350"/>
            <a:r>
              <a:rPr lang="nl-BE" dirty="0"/>
              <a:t>Oké: verschillende respondenten in beide groepen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de </a:t>
            </a:r>
            <a:r>
              <a:rPr lang="nl-BE" dirty="0" err="1"/>
              <a:t>afh</a:t>
            </a:r>
            <a:r>
              <a:rPr lang="nl-BE" dirty="0"/>
              <a:t>. variabele is normaal verdeeld binnen beide groepen (of CLS: n &gt; 100 voor elke groep)</a:t>
            </a:r>
          </a:p>
          <a:p>
            <a:pPr marL="2393550" lvl="3" indent="-514350"/>
            <a:r>
              <a:rPr lang="nl-BE" dirty="0">
                <a:solidFill>
                  <a:srgbClr val="FF0000"/>
                </a:solidFill>
              </a:rPr>
              <a:t>Stel nu dat de groepen niet groot genoeg zijn: Kijken naar normaliteit!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Homogeniteit van varianties</a:t>
            </a:r>
          </a:p>
          <a:p>
            <a:pPr marL="2393550" lvl="3" indent="-514350"/>
            <a:r>
              <a:rPr lang="nl-BE" b="1" dirty="0" err="1"/>
              <a:t>Levene</a:t>
            </a:r>
            <a:r>
              <a:rPr lang="nl-BE" b="1" dirty="0"/>
              <a:t> toets bekijken in SPSS output!</a:t>
            </a:r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59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36085387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Normaliteit</a:t>
            </a:r>
            <a:endParaRPr lang="nl-BE"/>
          </a:p>
          <a:p>
            <a:pPr lvl="1"/>
            <a:r>
              <a:rPr lang="nl-BE"/>
              <a:t>Controleren of </a:t>
            </a:r>
            <a:r>
              <a:rPr lang="nl-BE" err="1"/>
              <a:t>afh</a:t>
            </a:r>
            <a:r>
              <a:rPr lang="nl-BE"/>
              <a:t>. variabele normaal verdeeld is in elke groep:</a:t>
            </a:r>
          </a:p>
          <a:p>
            <a:pPr lvl="2"/>
            <a:r>
              <a:rPr lang="nl-BE"/>
              <a:t>Splits databestand op volgens je </a:t>
            </a:r>
            <a:r>
              <a:rPr lang="nl-BE" err="1"/>
              <a:t>onafh</a:t>
            </a:r>
            <a:r>
              <a:rPr lang="nl-BE"/>
              <a:t>. variabele</a:t>
            </a:r>
          </a:p>
          <a:p>
            <a:pPr lvl="2"/>
            <a:r>
              <a:rPr lang="nl-BE"/>
              <a:t>Vraag histogrammen en maten van vorm op van </a:t>
            </a:r>
            <a:r>
              <a:rPr lang="nl-BE" err="1"/>
              <a:t>afh</a:t>
            </a:r>
            <a:r>
              <a:rPr lang="nl-BE"/>
              <a:t>. variabele: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60</a:t>
            </a:fld>
            <a:endParaRPr lang="en-GB" noProof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C905E0A-5CDF-92FC-9256-55754049C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295" y="4657855"/>
            <a:ext cx="6929354" cy="258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492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Normaliteit</a:t>
            </a:r>
            <a:endParaRPr lang="nl-BE" dirty="0"/>
          </a:p>
          <a:p>
            <a:pPr lvl="1"/>
            <a:r>
              <a:rPr lang="nl-BE" dirty="0"/>
              <a:t>Histogram per groep: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61</a:t>
            </a:fld>
            <a:endParaRPr lang="en-GB" noProof="0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E2BD1824-B0CD-4270-9A22-19611D64621C}"/>
              </a:ext>
            </a:extLst>
          </p:cNvPr>
          <p:cNvSpPr/>
          <p:nvPr/>
        </p:nvSpPr>
        <p:spPr>
          <a:xfrm>
            <a:off x="8200327" y="6827215"/>
            <a:ext cx="8667750" cy="10716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536400" lvl="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nl-BE" sz="2800" dirty="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Groep van ouders ziet er niet 100 % normaal verdeeld uit: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8A1B8124-C001-42DD-88C0-AFCDEED67763}"/>
              </a:ext>
            </a:extLst>
          </p:cNvPr>
          <p:cNvSpPr/>
          <p:nvPr/>
        </p:nvSpPr>
        <p:spPr>
          <a:xfrm>
            <a:off x="13123297" y="2019941"/>
            <a:ext cx="1584136" cy="339276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B7CDBF2-B2CC-2AF7-62C7-5AFA10FBC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36" y="3384637"/>
            <a:ext cx="6943725" cy="4838700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D8EA199B-A304-A331-3B6F-9848A2EDA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3289" y="1676404"/>
            <a:ext cx="6981825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523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5C49E-74BB-4B20-BF2C-68F451A9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CDE1E18-32B6-415F-BB7E-BD52DF92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Normaliteit</a:t>
            </a:r>
            <a:endParaRPr lang="nl-BE" dirty="0"/>
          </a:p>
          <a:p>
            <a:pPr lvl="1"/>
            <a:r>
              <a:rPr lang="nl-BE" dirty="0"/>
              <a:t>Z-scores scheefheid &amp; </a:t>
            </a:r>
            <a:r>
              <a:rPr lang="nl-BE" dirty="0" err="1"/>
              <a:t>kurtosis</a:t>
            </a:r>
            <a:r>
              <a:rPr lang="nl-BE" dirty="0"/>
              <a:t> per groep:</a:t>
            </a:r>
          </a:p>
          <a:p>
            <a:pPr lvl="2"/>
            <a:r>
              <a:rPr lang="nl-BE" dirty="0"/>
              <a:t>Z </a:t>
            </a:r>
            <a:r>
              <a:rPr lang="nl-BE" baseline="-25000" dirty="0"/>
              <a:t>scheefheid geen ouder</a:t>
            </a:r>
            <a:r>
              <a:rPr lang="nl-BE" dirty="0"/>
              <a:t> = 0.054/0.073 = 0.73</a:t>
            </a:r>
            <a:br>
              <a:rPr lang="nl-BE" dirty="0"/>
            </a:br>
            <a:r>
              <a:rPr lang="nl-BE" dirty="0"/>
              <a:t>Z </a:t>
            </a:r>
            <a:r>
              <a:rPr lang="nl-BE" baseline="-25000" dirty="0" err="1"/>
              <a:t>kurtosis</a:t>
            </a:r>
            <a:r>
              <a:rPr lang="nl-BE" baseline="-25000" dirty="0"/>
              <a:t> geen ouder</a:t>
            </a:r>
            <a:r>
              <a:rPr lang="nl-BE" dirty="0"/>
              <a:t> = -0.614/0.147 = -4.18</a:t>
            </a:r>
          </a:p>
          <a:p>
            <a:pPr lvl="2"/>
            <a:r>
              <a:rPr lang="nl-BE" dirty="0"/>
              <a:t>Z </a:t>
            </a:r>
            <a:r>
              <a:rPr lang="nl-BE" baseline="-25000" dirty="0"/>
              <a:t>scheefheid ouder</a:t>
            </a:r>
            <a:r>
              <a:rPr lang="nl-BE" dirty="0"/>
              <a:t> = 0.55/0.091 = 6.04</a:t>
            </a:r>
            <a:br>
              <a:rPr lang="nl-BE" dirty="0"/>
            </a:br>
            <a:r>
              <a:rPr lang="nl-BE" dirty="0"/>
              <a:t>Z </a:t>
            </a:r>
            <a:r>
              <a:rPr lang="nl-BE" baseline="-25000" dirty="0" err="1"/>
              <a:t>kurtosis</a:t>
            </a:r>
            <a:r>
              <a:rPr lang="nl-BE" baseline="-25000" dirty="0"/>
              <a:t> ouder</a:t>
            </a:r>
            <a:r>
              <a:rPr lang="nl-BE" dirty="0"/>
              <a:t> = -0.165/0.181 = -0.91</a:t>
            </a:r>
          </a:p>
          <a:p>
            <a:pPr marL="1306800" lvl="2" indent="0">
              <a:buNone/>
            </a:pPr>
            <a:endParaRPr lang="nl-BE" dirty="0"/>
          </a:p>
          <a:p>
            <a:pPr lvl="2"/>
            <a:r>
              <a:rPr lang="nl-BE" dirty="0"/>
              <a:t>Enkel Z </a:t>
            </a:r>
            <a:r>
              <a:rPr lang="nl-BE" baseline="-25000" dirty="0"/>
              <a:t>scheefheid geen ouder </a:t>
            </a:r>
            <a:r>
              <a:rPr lang="nl-BE" dirty="0"/>
              <a:t>en</a:t>
            </a:r>
            <a:r>
              <a:rPr lang="nl-BE" baseline="-25000" dirty="0"/>
              <a:t> </a:t>
            </a:r>
            <a:r>
              <a:rPr lang="nl-BE" dirty="0"/>
              <a:t>Z </a:t>
            </a:r>
            <a:r>
              <a:rPr lang="nl-BE" baseline="-25000" dirty="0" err="1"/>
              <a:t>kurtosis</a:t>
            </a:r>
            <a:r>
              <a:rPr lang="nl-BE" baseline="-25000" dirty="0"/>
              <a:t> ouder</a:t>
            </a:r>
            <a:r>
              <a:rPr lang="nl-BE" dirty="0"/>
              <a:t>  is oké, de rest valt </a:t>
            </a:r>
          </a:p>
          <a:p>
            <a:pPr marL="720000" lvl="1" indent="0">
              <a:buNone/>
            </a:pPr>
            <a:r>
              <a:rPr lang="nl-BE" dirty="0"/>
              <a:t>		buiten +/- 1.96</a:t>
            </a:r>
          </a:p>
          <a:p>
            <a:pPr marL="1306800" lvl="2" indent="0">
              <a:buNone/>
            </a:pPr>
            <a:endParaRPr lang="nl-BE" b="1" dirty="0"/>
          </a:p>
          <a:p>
            <a:pPr lvl="2"/>
            <a:r>
              <a:rPr lang="nl-BE" b="1" dirty="0"/>
              <a:t>Normaliteit niet oké!</a:t>
            </a:r>
          </a:p>
          <a:p>
            <a:pPr marL="1821150" lvl="2" indent="-514350"/>
            <a:r>
              <a:rPr lang="nl-BE" dirty="0" err="1">
                <a:solidFill>
                  <a:srgbClr val="FF0000"/>
                </a:solidFill>
              </a:rPr>
              <a:t>Onafh</a:t>
            </a:r>
            <a:r>
              <a:rPr lang="nl-BE" dirty="0">
                <a:solidFill>
                  <a:srgbClr val="FF0000"/>
                </a:solidFill>
              </a:rPr>
              <a:t>. t-toets niet gebruiken! Alternatief? Zie flowchart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0F04982-32BC-4777-8B6A-CA59000F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62</a:t>
            </a:fld>
            <a:endParaRPr lang="en-GB" noProof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07DB009-261F-DC90-4DB5-9E423B482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2258" y="2006441"/>
            <a:ext cx="4205027" cy="489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901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>
            <a:extLst>
              <a:ext uri="{FF2B5EF4-FFF2-40B4-BE49-F238E27FC236}">
                <a16:creationId xmlns:a16="http://schemas.microsoft.com/office/drawing/2014/main" id="{8F08DB32-3106-4977-857B-5BD70495575B}"/>
              </a:ext>
            </a:extLst>
          </p:cNvPr>
          <p:cNvSpPr txBox="1"/>
          <p:nvPr/>
        </p:nvSpPr>
        <p:spPr>
          <a:xfrm>
            <a:off x="10371171" y="195357"/>
            <a:ext cx="1651930" cy="6709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gelijkaardige of verschillende respondenten in verschillende categorieën??</a:t>
            </a:r>
          </a:p>
        </p:txBody>
      </p:sp>
      <p:sp>
        <p:nvSpPr>
          <p:cNvPr id="245" name="Title 1">
            <a:extLst>
              <a:ext uri="{FF2B5EF4-FFF2-40B4-BE49-F238E27FC236}">
                <a16:creationId xmlns:a16="http://schemas.microsoft.com/office/drawing/2014/main" id="{18FC5625-A36C-4539-B58D-A6C810CAD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6227" y="9026885"/>
            <a:ext cx="12026222" cy="747445"/>
          </a:xfrm>
        </p:spPr>
        <p:txBody>
          <a:bodyPr/>
          <a:lstStyle/>
          <a:p>
            <a:pPr algn="ctr"/>
            <a:r>
              <a:rPr lang="nl-BE">
                <a:solidFill>
                  <a:srgbClr val="002060"/>
                </a:solidFill>
              </a:rPr>
              <a:t>Welke analysetechniek gebruik ik?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4762-09BF-4771-95D5-61DE9B768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69331" y="8161967"/>
            <a:ext cx="797801" cy="449396"/>
          </a:xfrm>
        </p:spPr>
        <p:txBody>
          <a:bodyPr/>
          <a:lstStyle/>
          <a:p>
            <a:pPr marL="0" marR="0" lvl="0" indent="0" algn="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7644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81C82A-D336-47CA-AEFF-D561E49493D1}"/>
              </a:ext>
            </a:extLst>
          </p:cNvPr>
          <p:cNvSpPr txBox="1"/>
          <p:nvPr/>
        </p:nvSpPr>
        <p:spPr>
          <a:xfrm>
            <a:off x="1342991" y="435145"/>
            <a:ext cx="1347127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 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afhankelijke variabelen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5D672-A626-415A-8295-202B4868868B}"/>
              </a:ext>
            </a:extLst>
          </p:cNvPr>
          <p:cNvSpPr txBox="1"/>
          <p:nvPr/>
        </p:nvSpPr>
        <p:spPr>
          <a:xfrm>
            <a:off x="2844203" y="433107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afhankelijke variabele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600DD-4393-466B-BEEB-882B3DA6D4B5}"/>
              </a:ext>
            </a:extLst>
          </p:cNvPr>
          <p:cNvSpPr txBox="1"/>
          <p:nvPr/>
        </p:nvSpPr>
        <p:spPr>
          <a:xfrm>
            <a:off x="4189920" y="435623"/>
            <a:ext cx="1610372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Aantal</a:t>
            </a:r>
          </a:p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onafhankelijke variabelen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5C02-EFE6-49F0-A75F-AE1104AC7DEC}"/>
              </a:ext>
            </a:extLst>
          </p:cNvPr>
          <p:cNvSpPr txBox="1"/>
          <p:nvPr/>
        </p:nvSpPr>
        <p:spPr>
          <a:xfrm>
            <a:off x="5848391" y="433657"/>
            <a:ext cx="1483674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Meetniveau onafhankelijke variabelen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3338-9162-4955-AC30-7E12E11A5188}"/>
              </a:ext>
            </a:extLst>
          </p:cNvPr>
          <p:cNvSpPr txBox="1"/>
          <p:nvPr/>
        </p:nvSpPr>
        <p:spPr>
          <a:xfrm>
            <a:off x="8860409" y="437468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OV: hoeveel categorieën?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C2167C-EB1A-40E1-A7AB-BDA76FE6C4E3}"/>
              </a:ext>
            </a:extLst>
          </p:cNvPr>
          <p:cNvSpPr/>
          <p:nvPr/>
        </p:nvSpPr>
        <p:spPr>
          <a:xfrm>
            <a:off x="2995293" y="222448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E4E87F-DA61-4418-8711-7A2A8629B501}"/>
              </a:ext>
            </a:extLst>
          </p:cNvPr>
          <p:cNvSpPr/>
          <p:nvPr/>
        </p:nvSpPr>
        <p:spPr>
          <a:xfrm>
            <a:off x="1494078" y="400666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1FF0BF9-6799-4152-99E5-A549EC4FA225}"/>
              </a:ext>
            </a:extLst>
          </p:cNvPr>
          <p:cNvCxnSpPr>
            <a:cxnSpLocks/>
            <a:stCxn id="12" idx="0"/>
            <a:endCxn id="11" idx="2"/>
          </p:cNvCxnSpPr>
          <p:nvPr/>
        </p:nvCxnSpPr>
        <p:spPr>
          <a:xfrm flipV="1">
            <a:off x="1970469" y="2479100"/>
            <a:ext cx="1501215" cy="152756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7869E0C-9730-4D00-8A96-446A9BDE609B}"/>
              </a:ext>
            </a:extLst>
          </p:cNvPr>
          <p:cNvSpPr/>
          <p:nvPr/>
        </p:nvSpPr>
        <p:spPr>
          <a:xfrm>
            <a:off x="4498263" y="128896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CBE10-8C56-4C40-978C-5BDC51E24E38}"/>
              </a:ext>
            </a:extLst>
          </p:cNvPr>
          <p:cNvSpPr/>
          <p:nvPr/>
        </p:nvSpPr>
        <p:spPr>
          <a:xfrm>
            <a:off x="6010934" y="87570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750A0F-ABD9-4088-803D-8CBD899DC78A}"/>
              </a:ext>
            </a:extLst>
          </p:cNvPr>
          <p:cNvSpPr/>
          <p:nvPr/>
        </p:nvSpPr>
        <p:spPr>
          <a:xfrm>
            <a:off x="6007897" y="167460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60F3F-5936-4C21-A14E-DA2A5BFE407A}"/>
              </a:ext>
            </a:extLst>
          </p:cNvPr>
          <p:cNvSpPr/>
          <p:nvPr/>
        </p:nvSpPr>
        <p:spPr>
          <a:xfrm>
            <a:off x="9011496" y="136268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C190E-C820-4FFB-9E78-A5F4E73A160A}"/>
              </a:ext>
            </a:extLst>
          </p:cNvPr>
          <p:cNvSpPr/>
          <p:nvPr/>
        </p:nvSpPr>
        <p:spPr>
          <a:xfrm>
            <a:off x="9013959" y="21213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BD1D95-F21A-46CF-A9AE-4A875C58E751}"/>
              </a:ext>
            </a:extLst>
          </p:cNvPr>
          <p:cNvSpPr/>
          <p:nvPr/>
        </p:nvSpPr>
        <p:spPr>
          <a:xfrm>
            <a:off x="10673563" y="118201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6F50B3-4367-436E-9098-123479F8703E}"/>
              </a:ext>
            </a:extLst>
          </p:cNvPr>
          <p:cNvSpPr/>
          <p:nvPr/>
        </p:nvSpPr>
        <p:spPr>
          <a:xfrm>
            <a:off x="10675444" y="156259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FA3EFB-3D41-49A0-A600-D64D792FC957}"/>
              </a:ext>
            </a:extLst>
          </p:cNvPr>
          <p:cNvSpPr/>
          <p:nvPr/>
        </p:nvSpPr>
        <p:spPr>
          <a:xfrm>
            <a:off x="10673563" y="193774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6625A1-59D8-4F00-8D49-9ACAE95D6E79}"/>
              </a:ext>
            </a:extLst>
          </p:cNvPr>
          <p:cNvSpPr/>
          <p:nvPr/>
        </p:nvSpPr>
        <p:spPr>
          <a:xfrm>
            <a:off x="10673563" y="23076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EBAE4C-E952-4701-A588-0E506E9495CA}"/>
              </a:ext>
            </a:extLst>
          </p:cNvPr>
          <p:cNvSpPr/>
          <p:nvPr/>
        </p:nvSpPr>
        <p:spPr>
          <a:xfrm>
            <a:off x="4503197" y="349771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BFC2C9-0AC0-4CB1-8AC9-84CC4C9E8B05}"/>
              </a:ext>
            </a:extLst>
          </p:cNvPr>
          <p:cNvSpPr/>
          <p:nvPr/>
        </p:nvSpPr>
        <p:spPr>
          <a:xfrm>
            <a:off x="6013185" y="2733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46049E-5A0F-4129-980C-EAD1E577B984}"/>
              </a:ext>
            </a:extLst>
          </p:cNvPr>
          <p:cNvSpPr/>
          <p:nvPr/>
        </p:nvSpPr>
        <p:spPr>
          <a:xfrm>
            <a:off x="6012831" y="349408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40CDE-0509-4980-8ABC-D5E13B4D63EC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948075" y="1416278"/>
            <a:ext cx="550189" cy="935512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ED7FAA-3E92-40CF-B548-DAEC25B4DEE5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>
            <a:off x="3948075" y="2351790"/>
            <a:ext cx="555122" cy="127323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049D1A6-52D5-421E-ADBC-D406D68A1E03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5451044" y="1003011"/>
            <a:ext cx="559890" cy="41326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48BBA74-0B02-4E1C-916A-3BF2D95B892A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5451044" y="1416279"/>
            <a:ext cx="556853" cy="385637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F95BA9C-6341-4AF6-8E4E-20D71A502B91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963715" y="991078"/>
            <a:ext cx="5230053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F2DA6E5-A9D3-4BA4-B370-C8B749981BCA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6960679" y="1489995"/>
            <a:ext cx="2050817" cy="311921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C0B029-CC19-4668-8F88-D219AD5CA9D4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6960678" y="1801916"/>
            <a:ext cx="2053281" cy="4467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7D6A7D7-9301-4822-B0D1-672E58693E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9964277" y="1309324"/>
            <a:ext cx="709286" cy="180672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E46F4F-9CE9-4193-A0A3-AC0BFB0153E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9964277" y="1489995"/>
            <a:ext cx="711166" cy="199916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C4F753A-C967-474B-B16D-3D797DCA47BC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 flipV="1">
            <a:off x="9966740" y="2065057"/>
            <a:ext cx="706823" cy="1836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271780-69D1-4B9A-AB0A-50671DFB34D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966740" y="2248670"/>
            <a:ext cx="706823" cy="1863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2698B3-52BB-489E-ACCD-55314AC2B672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1626344" y="1309323"/>
            <a:ext cx="567424" cy="0"/>
          </a:xfrm>
          <a:prstGeom prst="straightConnector1">
            <a:avLst/>
          </a:prstGeom>
          <a:ln w="28575">
            <a:solidFill>
              <a:srgbClr val="4472C4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20539FF-C4AB-47F7-B74A-E8BEA15B37D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1628225" y="1684592"/>
            <a:ext cx="555334" cy="5318"/>
          </a:xfrm>
          <a:prstGeom prst="straightConnector1">
            <a:avLst/>
          </a:prstGeom>
          <a:ln w="28575">
            <a:solidFill>
              <a:srgbClr val="DC862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1E4FBB-500B-4A48-A435-26A60401AA8A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1626345" y="2065057"/>
            <a:ext cx="549420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A5D1B40-1C0C-4650-98DC-E845DD7F7FCA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11626345" y="2434989"/>
            <a:ext cx="55721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AFDF9B0-1199-451D-A3A8-280B50010582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 flipV="1">
            <a:off x="5455979" y="2860533"/>
            <a:ext cx="557206" cy="7644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15DC919-FC68-4AC6-9C2D-F1F424E8B5D1}"/>
              </a:ext>
            </a:extLst>
          </p:cNvPr>
          <p:cNvCxnSpPr>
            <a:cxnSpLocks/>
            <a:stCxn id="23" idx="3"/>
            <a:endCxn id="25" idx="1"/>
          </p:cNvCxnSpPr>
          <p:nvPr/>
        </p:nvCxnSpPr>
        <p:spPr>
          <a:xfrm flipV="1">
            <a:off x="5455979" y="3621399"/>
            <a:ext cx="556852" cy="362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944AF4B-AFB3-47F3-AA7E-B48BB0E4812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6965966" y="2848601"/>
            <a:ext cx="5188593" cy="1193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B38A2F61-0C6E-438B-A660-1DF73E421A5E}"/>
              </a:ext>
            </a:extLst>
          </p:cNvPr>
          <p:cNvSpPr/>
          <p:nvPr/>
        </p:nvSpPr>
        <p:spPr>
          <a:xfrm>
            <a:off x="10676570" y="312457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8465FAD-3157-4A4E-BC35-645C9EFF3FDA}"/>
              </a:ext>
            </a:extLst>
          </p:cNvPr>
          <p:cNvSpPr/>
          <p:nvPr/>
        </p:nvSpPr>
        <p:spPr>
          <a:xfrm>
            <a:off x="10674606" y="388471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4169F39-ADC8-41DE-9507-5F0F4D0FC769}"/>
              </a:ext>
            </a:extLst>
          </p:cNvPr>
          <p:cNvCxnSpPr>
            <a:cxnSpLocks/>
            <a:stCxn id="25" idx="3"/>
            <a:endCxn id="44" idx="1"/>
          </p:cNvCxnSpPr>
          <p:nvPr/>
        </p:nvCxnSpPr>
        <p:spPr>
          <a:xfrm flipV="1">
            <a:off x="6965613" y="3251883"/>
            <a:ext cx="3710958" cy="36951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A0FE4-A792-4EAA-AE89-2284D5597B64}"/>
              </a:ext>
            </a:extLst>
          </p:cNvPr>
          <p:cNvCxnSpPr>
            <a:cxnSpLocks/>
            <a:stCxn id="25" idx="3"/>
            <a:endCxn id="45" idx="1"/>
          </p:cNvCxnSpPr>
          <p:nvPr/>
        </p:nvCxnSpPr>
        <p:spPr>
          <a:xfrm>
            <a:off x="6965612" y="3621399"/>
            <a:ext cx="3708994" cy="39062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7105FBF-E393-4EF6-8B39-CA9B43410538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1629352" y="3251883"/>
            <a:ext cx="525208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22DC63D-5E25-4303-8371-36871A070E51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11627388" y="4012025"/>
            <a:ext cx="527172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644422B-4DE1-4B41-83C5-420D4616A5F3}"/>
              </a:ext>
            </a:extLst>
          </p:cNvPr>
          <p:cNvSpPr/>
          <p:nvPr/>
        </p:nvSpPr>
        <p:spPr>
          <a:xfrm>
            <a:off x="2995292" y="631984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1CED4F-99BB-48F7-B1B8-061CD3A87A9E}"/>
              </a:ext>
            </a:extLst>
          </p:cNvPr>
          <p:cNvSpPr/>
          <p:nvPr/>
        </p:nvSpPr>
        <p:spPr>
          <a:xfrm>
            <a:off x="4496504" y="5147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304230-45D0-421F-9D4B-125749E06719}"/>
              </a:ext>
            </a:extLst>
          </p:cNvPr>
          <p:cNvSpPr/>
          <p:nvPr/>
        </p:nvSpPr>
        <p:spPr>
          <a:xfrm>
            <a:off x="6000912" y="468525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9E503AC-43D0-43DB-81DE-2DEC6400219D}"/>
              </a:ext>
            </a:extLst>
          </p:cNvPr>
          <p:cNvSpPr/>
          <p:nvPr/>
        </p:nvSpPr>
        <p:spPr>
          <a:xfrm>
            <a:off x="5992862" y="57590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E67EF0-09FA-4683-874C-9A78D0025965}"/>
              </a:ext>
            </a:extLst>
          </p:cNvPr>
          <p:cNvSpPr/>
          <p:nvPr/>
        </p:nvSpPr>
        <p:spPr>
          <a:xfrm>
            <a:off x="4486481" y="727584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B758496-3250-4ED5-9199-621003513B5E}"/>
              </a:ext>
            </a:extLst>
          </p:cNvPr>
          <p:cNvSpPr/>
          <p:nvPr/>
        </p:nvSpPr>
        <p:spPr>
          <a:xfrm>
            <a:off x="5996762" y="707097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D0DAF08-6CB0-4C8A-97D6-820FB378F2E4}"/>
              </a:ext>
            </a:extLst>
          </p:cNvPr>
          <p:cNvSpPr/>
          <p:nvPr/>
        </p:nvSpPr>
        <p:spPr>
          <a:xfrm>
            <a:off x="5997833" y="736926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5975F4-B9A8-4F22-8575-2878AAD11B96}"/>
              </a:ext>
            </a:extLst>
          </p:cNvPr>
          <p:cNvSpPr/>
          <p:nvPr/>
        </p:nvSpPr>
        <p:spPr>
          <a:xfrm>
            <a:off x="5996761" y="768366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08AF8A7-B7E9-4105-AA81-0F6A34F30C78}"/>
              </a:ext>
            </a:extLst>
          </p:cNvPr>
          <p:cNvSpPr/>
          <p:nvPr/>
        </p:nvSpPr>
        <p:spPr>
          <a:xfrm>
            <a:off x="10660503" y="736853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53D3EF-F6D7-40F1-B395-AE09718ED3DA}"/>
              </a:ext>
            </a:extLst>
          </p:cNvPr>
          <p:cNvSpPr/>
          <p:nvPr/>
        </p:nvSpPr>
        <p:spPr>
          <a:xfrm>
            <a:off x="10663542" y="7676090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5DEC92C-B0F5-4D8D-AA66-814F25F1631E}"/>
              </a:ext>
            </a:extLst>
          </p:cNvPr>
          <p:cNvSpPr/>
          <p:nvPr/>
        </p:nvSpPr>
        <p:spPr>
          <a:xfrm>
            <a:off x="1490180" y="828353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1888385-8094-4CE8-8F15-3ED83454D2E5}"/>
              </a:ext>
            </a:extLst>
          </p:cNvPr>
          <p:cNvSpPr/>
          <p:nvPr/>
        </p:nvSpPr>
        <p:spPr>
          <a:xfrm>
            <a:off x="2991394" y="82835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Metrisch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85B99EB-9C58-4B0B-A6FB-4E3192809F01}"/>
              </a:ext>
            </a:extLst>
          </p:cNvPr>
          <p:cNvSpPr/>
          <p:nvPr/>
        </p:nvSpPr>
        <p:spPr>
          <a:xfrm>
            <a:off x="4495648" y="8039877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Eén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ECB4626-384A-48FE-BE16-CD494A0DBF98}"/>
              </a:ext>
            </a:extLst>
          </p:cNvPr>
          <p:cNvSpPr/>
          <p:nvPr/>
        </p:nvSpPr>
        <p:spPr>
          <a:xfrm>
            <a:off x="4492605" y="854981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 of meer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32DF11A-4006-4748-A297-404DE1F9CDA1}"/>
              </a:ext>
            </a:extLst>
          </p:cNvPr>
          <p:cNvSpPr/>
          <p:nvPr/>
        </p:nvSpPr>
        <p:spPr>
          <a:xfrm>
            <a:off x="6007036" y="8033416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59D32C-AD1F-45CD-A89F-3695050BCFA1}"/>
              </a:ext>
            </a:extLst>
          </p:cNvPr>
          <p:cNvSpPr/>
          <p:nvPr/>
        </p:nvSpPr>
        <p:spPr>
          <a:xfrm>
            <a:off x="6007036" y="840623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Categorisch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2A2FA60-BAA2-4C9E-9976-6276A1F5AF29}"/>
              </a:ext>
            </a:extLst>
          </p:cNvPr>
          <p:cNvSpPr/>
          <p:nvPr/>
        </p:nvSpPr>
        <p:spPr>
          <a:xfrm>
            <a:off x="6000912" y="875555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66BC1AC-DE00-4DB4-9FFF-BB24E0FC3388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3948074" y="5274727"/>
            <a:ext cx="548430" cy="117242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A458D58C-EBE9-457B-B5F1-162E5044909D}"/>
              </a:ext>
            </a:extLst>
          </p:cNvPr>
          <p:cNvCxnSpPr>
            <a:cxnSpLocks/>
            <a:stCxn id="50" idx="3"/>
            <a:endCxn id="54" idx="1"/>
          </p:cNvCxnSpPr>
          <p:nvPr/>
        </p:nvCxnSpPr>
        <p:spPr>
          <a:xfrm>
            <a:off x="3948073" y="6447152"/>
            <a:ext cx="538408" cy="95600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8F7B5D1D-34FD-4376-BFF8-10E79A5F6573}"/>
              </a:ext>
            </a:extLst>
          </p:cNvPr>
          <p:cNvCxnSpPr>
            <a:cxnSpLocks/>
            <a:stCxn id="51" idx="3"/>
            <a:endCxn id="52" idx="1"/>
          </p:cNvCxnSpPr>
          <p:nvPr/>
        </p:nvCxnSpPr>
        <p:spPr>
          <a:xfrm flipV="1">
            <a:off x="5449286" y="4812565"/>
            <a:ext cx="551627" cy="46216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6EC9F2-49F3-490B-8BE7-0CA667998221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5449286" y="5274726"/>
            <a:ext cx="543576" cy="61161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C30FC4-B666-447B-807F-F092B3346730}"/>
              </a:ext>
            </a:extLst>
          </p:cNvPr>
          <p:cNvCxnSpPr>
            <a:cxnSpLocks/>
            <a:stCxn id="92" idx="3"/>
          </p:cNvCxnSpPr>
          <p:nvPr/>
        </p:nvCxnSpPr>
        <p:spPr>
          <a:xfrm>
            <a:off x="6945643" y="4433293"/>
            <a:ext cx="5208917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54CC0C7-79EC-4399-8768-1A3C0AF1033D}"/>
              </a:ext>
            </a:extLst>
          </p:cNvPr>
          <p:cNvCxnSpPr>
            <a:cxnSpLocks/>
            <a:stCxn id="55" idx="3"/>
          </p:cNvCxnSpPr>
          <p:nvPr/>
        </p:nvCxnSpPr>
        <p:spPr>
          <a:xfrm>
            <a:off x="6949543" y="7198281"/>
            <a:ext cx="521113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A10B793-566D-4D20-B3EA-0B125063F0EB}"/>
              </a:ext>
            </a:extLst>
          </p:cNvPr>
          <p:cNvCxnSpPr>
            <a:cxnSpLocks/>
            <a:stCxn id="56" idx="3"/>
            <a:endCxn id="58" idx="1"/>
          </p:cNvCxnSpPr>
          <p:nvPr/>
        </p:nvCxnSpPr>
        <p:spPr>
          <a:xfrm flipV="1">
            <a:off x="6950615" y="7495842"/>
            <a:ext cx="3709888" cy="73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2EE34B8A-C17D-4215-BBCE-9ACB39DD17E1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6949543" y="7803400"/>
            <a:ext cx="3713999" cy="757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AFBB4FD-D9D9-4DBC-8083-3E76128BDFD0}"/>
              </a:ext>
            </a:extLst>
          </p:cNvPr>
          <p:cNvCxnSpPr>
            <a:cxnSpLocks/>
            <a:stCxn id="64" idx="3"/>
          </p:cNvCxnSpPr>
          <p:nvPr/>
        </p:nvCxnSpPr>
        <p:spPr>
          <a:xfrm>
            <a:off x="6959817" y="8160727"/>
            <a:ext cx="5200866" cy="12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9327863-622A-4D2D-958A-6A73E65828F5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6959817" y="8521616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C4BC1B0-8D09-4AEC-8FF9-2A8D210701B4}"/>
              </a:ext>
            </a:extLst>
          </p:cNvPr>
          <p:cNvCxnSpPr>
            <a:cxnSpLocks/>
            <a:stCxn id="66" idx="3"/>
          </p:cNvCxnSpPr>
          <p:nvPr/>
        </p:nvCxnSpPr>
        <p:spPr>
          <a:xfrm flipV="1">
            <a:off x="6953694" y="8870933"/>
            <a:ext cx="5200866" cy="119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39999253-11FB-4D85-8E57-6D112A29BC97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 flipV="1">
            <a:off x="5439262" y="7198281"/>
            <a:ext cx="557499" cy="20487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F3C6B94-58DE-4068-89D5-D62DDBB9AD4B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5439263" y="7403155"/>
            <a:ext cx="558570" cy="9342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293EFDC-09C3-4C0C-AAC5-9C73BBD0EBC3}"/>
              </a:ext>
            </a:extLst>
          </p:cNvPr>
          <p:cNvCxnSpPr>
            <a:cxnSpLocks/>
            <a:stCxn id="54" idx="3"/>
            <a:endCxn id="57" idx="1"/>
          </p:cNvCxnSpPr>
          <p:nvPr/>
        </p:nvCxnSpPr>
        <p:spPr>
          <a:xfrm>
            <a:off x="5439263" y="7403155"/>
            <a:ext cx="557498" cy="4078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5F1D0FF-EB60-4D63-9E7B-3CAADBD2844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 flipV="1">
            <a:off x="5448429" y="8160726"/>
            <a:ext cx="558606" cy="646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1382894-DCD5-4DB3-A118-700DB7D0450D}"/>
              </a:ext>
            </a:extLst>
          </p:cNvPr>
          <p:cNvCxnSpPr>
            <a:cxnSpLocks/>
            <a:stCxn id="63" idx="3"/>
            <a:endCxn id="65" idx="1"/>
          </p:cNvCxnSpPr>
          <p:nvPr/>
        </p:nvCxnSpPr>
        <p:spPr>
          <a:xfrm flipV="1">
            <a:off x="5445386" y="8533548"/>
            <a:ext cx="561649" cy="14358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B7E3A95-B1A7-4652-A777-3F35D04F13D0}"/>
              </a:ext>
            </a:extLst>
          </p:cNvPr>
          <p:cNvCxnSpPr>
            <a:cxnSpLocks/>
            <a:stCxn id="63" idx="3"/>
            <a:endCxn id="66" idx="1"/>
          </p:cNvCxnSpPr>
          <p:nvPr/>
        </p:nvCxnSpPr>
        <p:spPr>
          <a:xfrm>
            <a:off x="5445386" y="8677128"/>
            <a:ext cx="555526" cy="20573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7A925A2-C39B-49E6-9B80-A29B717BA1FB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2442962" y="8410845"/>
            <a:ext cx="548432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1233978-DD2F-48D1-B891-1EDE2E6AB672}"/>
              </a:ext>
            </a:extLst>
          </p:cNvPr>
          <p:cNvCxnSpPr>
            <a:cxnSpLocks/>
            <a:stCxn id="61" idx="3"/>
            <a:endCxn id="62" idx="1"/>
          </p:cNvCxnSpPr>
          <p:nvPr/>
        </p:nvCxnSpPr>
        <p:spPr>
          <a:xfrm flipV="1">
            <a:off x="3944175" y="8167188"/>
            <a:ext cx="551473" cy="24365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BBCAC1D-EDA6-4562-977E-E49B134496BD}"/>
              </a:ext>
            </a:extLst>
          </p:cNvPr>
          <p:cNvCxnSpPr>
            <a:cxnSpLocks/>
            <a:stCxn id="61" idx="3"/>
            <a:endCxn id="63" idx="1"/>
          </p:cNvCxnSpPr>
          <p:nvPr/>
        </p:nvCxnSpPr>
        <p:spPr>
          <a:xfrm>
            <a:off x="3944175" y="8410845"/>
            <a:ext cx="548430" cy="26628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5D190C3-81A3-4077-B335-B3E487EFA780}"/>
              </a:ext>
            </a:extLst>
          </p:cNvPr>
          <p:cNvCxnSpPr>
            <a:cxnSpLocks/>
            <a:stCxn id="58" idx="3"/>
          </p:cNvCxnSpPr>
          <p:nvPr/>
        </p:nvCxnSpPr>
        <p:spPr>
          <a:xfrm flipV="1">
            <a:off x="11613284" y="7494078"/>
            <a:ext cx="547399" cy="176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FFBD7B7-BBFD-49D2-BBDF-0F75A5180039}"/>
              </a:ext>
            </a:extLst>
          </p:cNvPr>
          <p:cNvCxnSpPr>
            <a:cxnSpLocks/>
            <a:stCxn id="59" idx="3"/>
          </p:cNvCxnSpPr>
          <p:nvPr/>
        </p:nvCxnSpPr>
        <p:spPr>
          <a:xfrm>
            <a:off x="11616323" y="7803400"/>
            <a:ext cx="54436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B1E8405-EC5F-434A-9FBC-362021D762FA}"/>
              </a:ext>
            </a:extLst>
          </p:cNvPr>
          <p:cNvCxnSpPr>
            <a:cxnSpLocks/>
            <a:stCxn id="12" idx="2"/>
            <a:endCxn id="50" idx="0"/>
          </p:cNvCxnSpPr>
          <p:nvPr/>
        </p:nvCxnSpPr>
        <p:spPr>
          <a:xfrm>
            <a:off x="1970469" y="4261287"/>
            <a:ext cx="1501214" cy="2058555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91" name="Table 90">
            <a:extLst>
              <a:ext uri="{FF2B5EF4-FFF2-40B4-BE49-F238E27FC236}">
                <a16:creationId xmlns:a16="http://schemas.microsoft.com/office/drawing/2014/main" id="{3CFB8AB4-FEFB-4A84-B384-AEC2F695BE45}"/>
              </a:ext>
            </a:extLst>
          </p:cNvPr>
          <p:cNvGraphicFramePr>
            <a:graphicFrameLocks noGrp="1"/>
          </p:cNvGraphicFramePr>
          <p:nvPr/>
        </p:nvGraphicFramePr>
        <p:xfrm>
          <a:off x="12188847" y="252569"/>
          <a:ext cx="3865996" cy="8887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829">
                  <a:extLst>
                    <a:ext uri="{9D8B030D-6E8A-4147-A177-3AD203B41FA5}">
                      <a16:colId xmlns:a16="http://schemas.microsoft.com/office/drawing/2014/main" val="330647270"/>
                    </a:ext>
                  </a:extLst>
                </a:gridCol>
                <a:gridCol w="1869167">
                  <a:extLst>
                    <a:ext uri="{9D8B030D-6E8A-4147-A177-3AD203B41FA5}">
                      <a16:colId xmlns:a16="http://schemas.microsoft.com/office/drawing/2014/main" val="1448204881"/>
                    </a:ext>
                  </a:extLst>
                </a:gridCol>
              </a:tblGrid>
              <a:tr h="284958">
                <a:tc>
                  <a:txBody>
                    <a:bodyPr/>
                    <a:lstStyle/>
                    <a:p>
                      <a:r>
                        <a:rPr lang="nl-BE" sz="900"/>
                        <a:t>Assumpties voldaan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r>
                        <a:rPr lang="nl-BE" sz="900"/>
                        <a:t>Assumpties niet voldaan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888959899"/>
                  </a:ext>
                </a:extLst>
              </a:tr>
              <a:tr h="560507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Enkelvoudige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Pearson correlatietoets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Bootstrap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7758981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547690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Onafhankelijke t-toets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t-toets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367339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repeated measures ANOVA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30149893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One-way independent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17315973"/>
                  </a:ext>
                </a:extLst>
              </a:tr>
              <a:tr h="386671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Partiële 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17475788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repeated measures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728751502"/>
                  </a:ext>
                </a:extLst>
              </a:tr>
              <a:tr h="39742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Two</a:t>
                      </a:r>
                      <a:r>
                        <a:rPr lang="nl-BE" sz="900"/>
                        <a:t>-way mixed ANOVA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942875459"/>
                  </a:ext>
                </a:extLst>
              </a:tr>
              <a:tr h="4604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independent 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610346840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Meervoudige lineaire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ANCOVA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Bootstrapped</a:t>
                      </a:r>
                      <a:r>
                        <a:rPr lang="nl-BE" sz="900"/>
                        <a:t>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49837734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marR="0" lvl="0" indent="-171450" algn="l" defTabSz="12479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 err="1"/>
                        <a:t>Kendall’s</a:t>
                      </a:r>
                      <a:r>
                        <a:rPr lang="nl-BE" sz="900"/>
                        <a:t> </a:t>
                      </a:r>
                      <a:r>
                        <a:rPr lang="nl-BE" sz="900" err="1"/>
                        <a:t>Tau</a:t>
                      </a:r>
                      <a:r>
                        <a:rPr lang="nl-BE" sz="900"/>
                        <a:t> correlatietoets</a:t>
                      </a:r>
                    </a:p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669987252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Mc </a:t>
                      </a:r>
                      <a:r>
                        <a:rPr lang="nl-BE" sz="900" err="1"/>
                        <a:t>Nemar‘s</a:t>
                      </a:r>
                      <a:r>
                        <a:rPr lang="nl-BE" sz="900"/>
                        <a:t> toets (2 = groepen)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Cochran’s</a:t>
                      </a:r>
                      <a:r>
                        <a:rPr lang="nl-BE" sz="900"/>
                        <a:t> Q ( &gt;2 = groepen)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53719200"/>
                  </a:ext>
                </a:extLst>
              </a:tr>
              <a:tr h="315005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nl-BE" sz="900"/>
                        <a:t>Chi-kwadraat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Fisher’s</a:t>
                      </a:r>
                      <a:r>
                        <a:rPr lang="nl-BE" sz="900"/>
                        <a:t> Exact toets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14361859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Wilcoxon rangtekentoets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810806693"/>
                  </a:ext>
                </a:extLst>
              </a:tr>
              <a:tr h="35307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Mann-</a:t>
                      </a:r>
                      <a:r>
                        <a:rPr lang="nl-BE" sz="900" err="1"/>
                        <a:t>Whitney</a:t>
                      </a:r>
                      <a:r>
                        <a:rPr lang="nl-BE" sz="900"/>
                        <a:t> toets 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541950377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Friedman 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20669499"/>
                  </a:ext>
                </a:extLst>
              </a:tr>
              <a:tr h="38358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Kruskal</a:t>
                      </a:r>
                      <a:r>
                        <a:rPr lang="nl-BE" sz="900"/>
                        <a:t>-Wallis toets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 err="1"/>
                        <a:t>Spearman</a:t>
                      </a:r>
                      <a:r>
                        <a:rPr lang="nl-BE" sz="900"/>
                        <a:t> rangcorrelatietoets</a:t>
                      </a:r>
                      <a:endParaRPr lang="nl-BE" sz="900">
                        <a:solidFill>
                          <a:schemeClr val="tx1"/>
                        </a:solidFill>
                      </a:endParaRP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503519648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9053674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Loglineaire analyse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808130183"/>
                  </a:ext>
                </a:extLst>
              </a:tr>
              <a:tr h="29575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Logistische regressie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endParaRPr lang="nl-BE" sz="900"/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441151215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3003505826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Factorial MANOVA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1426545209"/>
                  </a:ext>
                </a:extLst>
              </a:tr>
              <a:tr h="3883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MANCOVA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</a:t>
                      </a:r>
                    </a:p>
                  </a:txBody>
                  <a:tcPr marL="95484" marR="95484" marT="47743" marB="47743"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nl-BE" sz="900"/>
                        <a:t>SEM MLR</a:t>
                      </a:r>
                    </a:p>
                  </a:txBody>
                  <a:tcPr marL="95484" marR="95484" marT="47743" marB="47743"/>
                </a:tc>
                <a:extLst>
                  <a:ext uri="{0D108BD9-81ED-4DB2-BD59-A6C34878D82A}">
                    <a16:rowId xmlns:a16="http://schemas.microsoft.com/office/drawing/2014/main" val="24420842"/>
                  </a:ext>
                </a:extLst>
              </a:tr>
            </a:tbl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838DDEF0-43B8-4A92-A651-844BAF4F6F44}"/>
              </a:ext>
            </a:extLst>
          </p:cNvPr>
          <p:cNvSpPr/>
          <p:nvPr/>
        </p:nvSpPr>
        <p:spPr>
          <a:xfrm>
            <a:off x="5992862" y="430598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Beide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87290EF-50FC-4CE6-BABA-BF2AEC1D09AD}"/>
              </a:ext>
            </a:extLst>
          </p:cNvPr>
          <p:cNvCxnSpPr>
            <a:cxnSpLocks/>
            <a:stCxn id="23" idx="3"/>
            <a:endCxn id="92" idx="1"/>
          </p:cNvCxnSpPr>
          <p:nvPr/>
        </p:nvCxnSpPr>
        <p:spPr>
          <a:xfrm>
            <a:off x="5455978" y="3625021"/>
            <a:ext cx="536883" cy="80827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32A7FE00-92F1-42F4-9CA6-2D7D54210A65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6953694" y="4812564"/>
            <a:ext cx="5069406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9D1263EB-098B-4F10-98A9-2D8F062F9BC0}"/>
              </a:ext>
            </a:extLst>
          </p:cNvPr>
          <p:cNvSpPr txBox="1"/>
          <p:nvPr/>
        </p:nvSpPr>
        <p:spPr>
          <a:xfrm>
            <a:off x="7412579" y="427984"/>
            <a:ext cx="1300119" cy="3816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4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Bij categorische AV: nominaal of ordinaal?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02737FE-3FD5-464C-BB3F-55B5B4DB6A72}"/>
              </a:ext>
            </a:extLst>
          </p:cNvPr>
          <p:cNvSpPr/>
          <p:nvPr/>
        </p:nvSpPr>
        <p:spPr>
          <a:xfrm>
            <a:off x="8988868" y="5930223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Twee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81A3B0D-05E4-4495-90AB-1889489EB642}"/>
              </a:ext>
            </a:extLst>
          </p:cNvPr>
          <p:cNvSpPr/>
          <p:nvPr/>
        </p:nvSpPr>
        <p:spPr>
          <a:xfrm>
            <a:off x="8996465" y="6574461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Meer dan 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2A75EBA-D1CB-451D-85AE-E6E9C62FF447}"/>
              </a:ext>
            </a:extLst>
          </p:cNvPr>
          <p:cNvSpPr/>
          <p:nvPr/>
        </p:nvSpPr>
        <p:spPr>
          <a:xfrm>
            <a:off x="10656602" y="576406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C5A23B2-C377-4688-A096-FFAB11DD4FAA}"/>
              </a:ext>
            </a:extLst>
          </p:cNvPr>
          <p:cNvSpPr/>
          <p:nvPr/>
        </p:nvSpPr>
        <p:spPr>
          <a:xfrm>
            <a:off x="10656602" y="6089574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C9A50EC-A00D-474D-A161-D9DB6AEAD1D1}"/>
              </a:ext>
            </a:extLst>
          </p:cNvPr>
          <p:cNvSpPr/>
          <p:nvPr/>
        </p:nvSpPr>
        <p:spPr>
          <a:xfrm>
            <a:off x="10659426" y="642193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65C5E7C-0172-4DA5-8502-7F770DEE2B7D}"/>
              </a:ext>
            </a:extLst>
          </p:cNvPr>
          <p:cNvSpPr/>
          <p:nvPr/>
        </p:nvSpPr>
        <p:spPr>
          <a:xfrm>
            <a:off x="10649287" y="6728758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91D1ACD-1AB5-408A-A603-BFACEE53FBEE}"/>
              </a:ext>
            </a:extLst>
          </p:cNvPr>
          <p:cNvCxnSpPr>
            <a:cxnSpLocks/>
            <a:stCxn id="96" idx="3"/>
            <a:endCxn id="98" idx="1"/>
          </p:cNvCxnSpPr>
          <p:nvPr/>
        </p:nvCxnSpPr>
        <p:spPr>
          <a:xfrm flipV="1">
            <a:off x="9941649" y="5891374"/>
            <a:ext cx="714953" cy="16615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F882E85-60E5-4AE3-A75B-1E7840A0F402}"/>
              </a:ext>
            </a:extLst>
          </p:cNvPr>
          <p:cNvCxnSpPr>
            <a:cxnSpLocks/>
            <a:stCxn id="96" idx="3"/>
            <a:endCxn id="99" idx="1"/>
          </p:cNvCxnSpPr>
          <p:nvPr/>
        </p:nvCxnSpPr>
        <p:spPr>
          <a:xfrm>
            <a:off x="9941649" y="6057533"/>
            <a:ext cx="714953" cy="15935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CBAA9CD0-EFE9-4867-8E95-EABC30B398E8}"/>
              </a:ext>
            </a:extLst>
          </p:cNvPr>
          <p:cNvCxnSpPr>
            <a:cxnSpLocks/>
            <a:stCxn id="97" idx="3"/>
            <a:endCxn id="100" idx="1"/>
          </p:cNvCxnSpPr>
          <p:nvPr/>
        </p:nvCxnSpPr>
        <p:spPr>
          <a:xfrm flipV="1">
            <a:off x="9949246" y="6549244"/>
            <a:ext cx="710180" cy="15252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D7B02C01-3CC8-4D08-BC82-93586A324D82}"/>
              </a:ext>
            </a:extLst>
          </p:cNvPr>
          <p:cNvCxnSpPr>
            <a:cxnSpLocks/>
            <a:stCxn id="97" idx="3"/>
            <a:endCxn id="101" idx="1"/>
          </p:cNvCxnSpPr>
          <p:nvPr/>
        </p:nvCxnSpPr>
        <p:spPr>
          <a:xfrm>
            <a:off x="9949246" y="6701772"/>
            <a:ext cx="700041" cy="15429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1FD3AA2F-5E77-4ADC-8CBA-296B56C6A5F3}"/>
              </a:ext>
            </a:extLst>
          </p:cNvPr>
          <p:cNvCxnSpPr>
            <a:cxnSpLocks/>
            <a:stCxn id="98" idx="3"/>
          </p:cNvCxnSpPr>
          <p:nvPr/>
        </p:nvCxnSpPr>
        <p:spPr>
          <a:xfrm>
            <a:off x="11609385" y="5891374"/>
            <a:ext cx="567191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937E4BE-E114-401B-B906-91B001D7D680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11609384" y="6215662"/>
            <a:ext cx="566381" cy="1222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0929AD6F-73C6-4174-91CB-489055F92111}"/>
              </a:ext>
            </a:extLst>
          </p:cNvPr>
          <p:cNvCxnSpPr>
            <a:cxnSpLocks/>
            <a:stCxn id="100" idx="3"/>
          </p:cNvCxnSpPr>
          <p:nvPr/>
        </p:nvCxnSpPr>
        <p:spPr>
          <a:xfrm>
            <a:off x="11612208" y="6549245"/>
            <a:ext cx="575563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7EDA111-5521-4B20-8B2C-C0AA4D7727B4}"/>
              </a:ext>
            </a:extLst>
          </p:cNvPr>
          <p:cNvCxnSpPr>
            <a:cxnSpLocks/>
            <a:stCxn id="101" idx="3"/>
          </p:cNvCxnSpPr>
          <p:nvPr/>
        </p:nvCxnSpPr>
        <p:spPr>
          <a:xfrm flipV="1">
            <a:off x="11602068" y="6856068"/>
            <a:ext cx="579464" cy="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CE68A54-568D-4B4F-BA14-D3767B116102}"/>
              </a:ext>
            </a:extLst>
          </p:cNvPr>
          <p:cNvSpPr/>
          <p:nvPr/>
        </p:nvSpPr>
        <p:spPr>
          <a:xfrm>
            <a:off x="7507507" y="523642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Nominaal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646262F7-32A7-4363-8867-A13C455DB1D1}"/>
              </a:ext>
            </a:extLst>
          </p:cNvPr>
          <p:cNvSpPr/>
          <p:nvPr/>
        </p:nvSpPr>
        <p:spPr>
          <a:xfrm>
            <a:off x="7520143" y="6269179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Ordinaal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9C206CA-E8BA-4BA8-9B14-782B792B3105}"/>
              </a:ext>
            </a:extLst>
          </p:cNvPr>
          <p:cNvCxnSpPr>
            <a:cxnSpLocks/>
            <a:stCxn id="53" idx="3"/>
            <a:endCxn id="110" idx="1"/>
          </p:cNvCxnSpPr>
          <p:nvPr/>
        </p:nvCxnSpPr>
        <p:spPr>
          <a:xfrm flipV="1">
            <a:off x="6945643" y="5363735"/>
            <a:ext cx="561863" cy="522607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DEB3FDA-3EAA-43F5-86BA-2EF5345CE4EE}"/>
              </a:ext>
            </a:extLst>
          </p:cNvPr>
          <p:cNvCxnSpPr>
            <a:cxnSpLocks/>
            <a:stCxn id="53" idx="3"/>
            <a:endCxn id="111" idx="1"/>
          </p:cNvCxnSpPr>
          <p:nvPr/>
        </p:nvCxnSpPr>
        <p:spPr>
          <a:xfrm>
            <a:off x="6945643" y="5886342"/>
            <a:ext cx="574499" cy="510147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F7BC28EB-7802-4243-984E-D9BA15170706}"/>
              </a:ext>
            </a:extLst>
          </p:cNvPr>
          <p:cNvCxnSpPr>
            <a:cxnSpLocks/>
            <a:stCxn id="110" idx="3"/>
            <a:endCxn id="133" idx="1"/>
          </p:cNvCxnSpPr>
          <p:nvPr/>
        </p:nvCxnSpPr>
        <p:spPr>
          <a:xfrm flipV="1">
            <a:off x="8460288" y="5198176"/>
            <a:ext cx="2204364" cy="16556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FDAB80B-EC43-4EE1-A264-67B7A4426992}"/>
              </a:ext>
            </a:extLst>
          </p:cNvPr>
          <p:cNvCxnSpPr>
            <a:cxnSpLocks/>
            <a:stCxn id="111" idx="3"/>
            <a:endCxn id="96" idx="1"/>
          </p:cNvCxnSpPr>
          <p:nvPr/>
        </p:nvCxnSpPr>
        <p:spPr>
          <a:xfrm flipV="1">
            <a:off x="8472924" y="6057533"/>
            <a:ext cx="515944" cy="338956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8DAAF80-0101-45A1-BD8D-93742278F755}"/>
              </a:ext>
            </a:extLst>
          </p:cNvPr>
          <p:cNvCxnSpPr>
            <a:cxnSpLocks/>
            <a:stCxn id="111" idx="3"/>
            <a:endCxn id="97" idx="1"/>
          </p:cNvCxnSpPr>
          <p:nvPr/>
        </p:nvCxnSpPr>
        <p:spPr>
          <a:xfrm>
            <a:off x="8472924" y="6396488"/>
            <a:ext cx="523540" cy="30528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BDFDD3A-FD55-4AD8-A07C-D32031676684}"/>
              </a:ext>
            </a:extLst>
          </p:cNvPr>
          <p:cNvSpPr/>
          <p:nvPr/>
        </p:nvSpPr>
        <p:spPr>
          <a:xfrm>
            <a:off x="10664652" y="5070865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D9AEFC00-DD16-44CB-810A-689CF89D2CBA}"/>
              </a:ext>
            </a:extLst>
          </p:cNvPr>
          <p:cNvSpPr/>
          <p:nvPr/>
        </p:nvSpPr>
        <p:spPr>
          <a:xfrm>
            <a:off x="10646580" y="5437282"/>
            <a:ext cx="952782" cy="2546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Verschillende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1FAD0767-08F7-4619-96F5-AEFCCF0988BA}"/>
              </a:ext>
            </a:extLst>
          </p:cNvPr>
          <p:cNvCxnSpPr>
            <a:cxnSpLocks/>
            <a:stCxn id="110" idx="3"/>
            <a:endCxn id="144" idx="1"/>
          </p:cNvCxnSpPr>
          <p:nvPr/>
        </p:nvCxnSpPr>
        <p:spPr>
          <a:xfrm>
            <a:off x="8460288" y="5363735"/>
            <a:ext cx="2186292" cy="200858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10DD2B1-AC05-4C3C-94F2-1CEB7949146F}"/>
              </a:ext>
            </a:extLst>
          </p:cNvPr>
          <p:cNvCxnSpPr>
            <a:cxnSpLocks/>
            <a:stCxn id="133" idx="3"/>
          </p:cNvCxnSpPr>
          <p:nvPr/>
        </p:nvCxnSpPr>
        <p:spPr>
          <a:xfrm>
            <a:off x="11617434" y="5198175"/>
            <a:ext cx="543249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C310CB75-1EA4-428A-8AED-E7B290126272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11599362" y="5564592"/>
            <a:ext cx="57721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03C826C-28D0-4687-9030-226058BFCD03}"/>
              </a:ext>
            </a:extLst>
          </p:cNvPr>
          <p:cNvSpPr/>
          <p:nvPr/>
        </p:nvSpPr>
        <p:spPr>
          <a:xfrm>
            <a:off x="10674607" y="3479537"/>
            <a:ext cx="952427" cy="27432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7644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90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Gelijkaardige en verschillende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FDDEAB3-17CF-46FC-9AF5-4203B6CC8159}"/>
              </a:ext>
            </a:extLst>
          </p:cNvPr>
          <p:cNvCxnSpPr>
            <a:cxnSpLocks/>
            <a:stCxn id="25" idx="3"/>
            <a:endCxn id="125" idx="1"/>
          </p:cNvCxnSpPr>
          <p:nvPr/>
        </p:nvCxnSpPr>
        <p:spPr>
          <a:xfrm flipV="1">
            <a:off x="6965612" y="3616700"/>
            <a:ext cx="3708994" cy="469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ABF727C3-614D-4F30-B279-42182219A65E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11627034" y="3616700"/>
            <a:ext cx="566735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3" name="Rechthoek 122">
            <a:extLst>
              <a:ext uri="{FF2B5EF4-FFF2-40B4-BE49-F238E27FC236}">
                <a16:creationId xmlns:a16="http://schemas.microsoft.com/office/drawing/2014/main" id="{6843F54F-30B2-40AE-9E9A-0824B077C728}"/>
              </a:ext>
            </a:extLst>
          </p:cNvPr>
          <p:cNvSpPr/>
          <p:nvPr/>
        </p:nvSpPr>
        <p:spPr>
          <a:xfrm>
            <a:off x="14234376" y="1674606"/>
            <a:ext cx="1306141" cy="142613"/>
          </a:xfrm>
          <a:prstGeom prst="rect">
            <a:avLst/>
          </a:prstGeom>
          <a:noFill/>
          <a:ln w="38100">
            <a:solidFill>
              <a:srgbClr val="DC86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25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4" name="Tijdelijke aanduiding voor dianummer 3">
            <a:extLst>
              <a:ext uri="{FF2B5EF4-FFF2-40B4-BE49-F238E27FC236}">
                <a16:creationId xmlns:a16="http://schemas.microsoft.com/office/drawing/2014/main" id="{427DE994-F074-4C0D-8953-B2E6B5E2818D}"/>
              </a:ext>
            </a:extLst>
          </p:cNvPr>
          <p:cNvSpPr txBox="1">
            <a:spLocks/>
          </p:cNvSpPr>
          <p:nvPr/>
        </p:nvSpPr>
        <p:spPr>
          <a:xfrm>
            <a:off x="16263830" y="8959510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1300368" rtl="0" eaLnBrk="1" latinLnBrk="0" hangingPunct="1">
              <a:defRPr sz="170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0184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0368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950552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00736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50921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01105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51289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201473" algn="l" defTabSz="1300368" rtl="0" eaLnBrk="1" latinLnBrk="0" hangingPunct="1"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130036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E184E0-0BD4-4705-A12B-9B71DDE63301}" type="slidenum">
              <a:rPr kumimoji="0" lang="en-GB" sz="1707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130036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GB" sz="1707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59471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2. </a:t>
            </a:r>
            <a:r>
              <a:rPr lang="nl-BE" dirty="0"/>
              <a:t>Datacontrole bij Mann-</a:t>
            </a:r>
            <a:r>
              <a:rPr lang="nl-BE" dirty="0" err="1"/>
              <a:t>Whitney</a:t>
            </a:r>
            <a:r>
              <a:rPr lang="nl-BE" dirty="0"/>
              <a:t> toets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Afhankelijke variabele = ordinaal of metrisch</a:t>
            </a:r>
          </a:p>
          <a:p>
            <a:pPr marL="2393550" lvl="3" indent="-514350"/>
            <a:r>
              <a:rPr lang="nl-BE" dirty="0"/>
              <a:t>Oké: eenzaamheidsgevoelens is metrisch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variabele = categorisch, max twee groepen</a:t>
            </a:r>
          </a:p>
          <a:p>
            <a:pPr marL="2393550" lvl="3" indent="-514350"/>
            <a:r>
              <a:rPr lang="nl-BE" dirty="0"/>
              <a:t>Oké: geen ouder vs. ouder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/>
              <a:t>Onafhankelijke groepen onderzoekseenheden</a:t>
            </a:r>
          </a:p>
          <a:p>
            <a:pPr marL="2393550" lvl="3" indent="-514350"/>
            <a:r>
              <a:rPr lang="nl-BE" dirty="0"/>
              <a:t>Oké: geen ouder vs. ouder, </a:t>
            </a:r>
            <a:r>
              <a:rPr lang="nl-BE" dirty="0" err="1"/>
              <a:t>ongerelateerd</a:t>
            </a:r>
            <a:endParaRPr lang="nl-BE" dirty="0"/>
          </a:p>
          <a:p>
            <a:pPr marL="1234350" lvl="1" indent="-514350"/>
            <a:endParaRPr lang="nl-BE" dirty="0"/>
          </a:p>
          <a:p>
            <a:pPr marL="1234350" lvl="1" indent="-514350"/>
            <a:r>
              <a:rPr lang="nl-BE" b="1" dirty="0">
                <a:solidFill>
                  <a:srgbClr val="C00000"/>
                </a:solidFill>
              </a:rPr>
              <a:t>Minder streng</a:t>
            </a:r>
            <a:r>
              <a:rPr lang="nl-BE" dirty="0">
                <a:solidFill>
                  <a:srgbClr val="C00000"/>
                </a:solidFill>
              </a:rPr>
              <a:t>: geen assumptie van normaliteit of homogeniteit varianties!</a:t>
            </a:r>
          </a:p>
        </p:txBody>
      </p:sp>
      <p:sp>
        <p:nvSpPr>
          <p:cNvPr id="11" name="Tijdelijke aanduiding voor dianummer 3">
            <a:extLst>
              <a:ext uri="{FF2B5EF4-FFF2-40B4-BE49-F238E27FC236}">
                <a16:creationId xmlns:a16="http://schemas.microsoft.com/office/drawing/2014/main" id="{6876C9D2-FF11-4B5B-B013-13D1514EB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878715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nl-BE" b="1" dirty="0">
                    <a:solidFill>
                      <a:srgbClr val="003366"/>
                    </a:solidFill>
                  </a:rPr>
                  <a:t>Stap 3. </a:t>
                </a:r>
                <a:r>
                  <a:rPr lang="nl-BE" dirty="0">
                    <a:solidFill>
                      <a:srgbClr val="003366"/>
                    </a:solidFill>
                  </a:rPr>
                  <a:t>Hypothesen formuleren</a:t>
                </a:r>
              </a:p>
              <a:p>
                <a:pPr lvl="1"/>
                <a:r>
                  <a:rPr lang="nl-BE" dirty="0">
                    <a:solidFill>
                      <a:srgbClr val="003366"/>
                    </a:solidFill>
                  </a:rPr>
                  <a:t>Best tweezijdig toetsen!</a:t>
                </a:r>
              </a:p>
              <a:p>
                <a:endParaRPr lang="nl-BE" dirty="0">
                  <a:solidFill>
                    <a:srgbClr val="003366"/>
                  </a:solidFill>
                </a:endParaRPr>
              </a:p>
              <a:p>
                <a:pPr marL="720000" lvl="1" indent="0">
                  <a:buNone/>
                </a:pPr>
                <a:r>
                  <a:rPr lang="nl-BE" b="1" dirty="0">
                    <a:solidFill>
                      <a:srgbClr val="003366"/>
                    </a:solidFill>
                  </a:rPr>
                  <a:t>	H</a:t>
                </a:r>
                <a:r>
                  <a:rPr lang="nl-BE" b="1" baseline="-25000" dirty="0">
                    <a:solidFill>
                      <a:srgbClr val="003366"/>
                    </a:solidFill>
                  </a:rPr>
                  <a:t>0</a:t>
                </a:r>
                <a:r>
                  <a:rPr lang="nl-BE" b="1" dirty="0">
                    <a:solidFill>
                      <a:srgbClr val="003366"/>
                    </a:solidFill>
                  </a:rPr>
                  <a:t>:	</a:t>
                </a:r>
                <a:r>
                  <a:rPr lang="nl-BE" i="1" dirty="0">
                    <a:solidFill>
                      <a:srgbClr val="003366"/>
                    </a:solidFill>
                  </a:rPr>
                  <a:t>Er is geen verband tussen ouderschap en eenzaamheidsgevoelens: beide groepen			geven even vaak aan depressieve gevoelens te ervaren.</a:t>
                </a:r>
                <a:br>
                  <a:rPr lang="nl-BE" i="1" dirty="0">
                    <a:solidFill>
                      <a:srgbClr val="003366"/>
                    </a:solidFill>
                  </a:rPr>
                </a:br>
                <a:endParaRPr lang="nl-BE" b="1" dirty="0">
                  <a:solidFill>
                    <a:srgbClr val="003366"/>
                  </a:solidFill>
                </a:endParaRPr>
              </a:p>
              <a:p>
                <a:pPr marL="720000" lvl="1" indent="0">
                  <a:buNone/>
                </a:pPr>
                <a:r>
                  <a:rPr lang="nl-BE" b="1" dirty="0">
                    <a:solidFill>
                      <a:srgbClr val="003366"/>
                    </a:solidFill>
                  </a:rPr>
                  <a:t>	H</a:t>
                </a:r>
                <a:r>
                  <a:rPr lang="nl-BE" b="1" baseline="-25000" dirty="0">
                    <a:solidFill>
                      <a:srgbClr val="003366"/>
                    </a:solidFill>
                  </a:rPr>
                  <a:t>A</a:t>
                </a:r>
                <a:r>
                  <a:rPr lang="nl-BE" b="1" dirty="0">
                    <a:solidFill>
                      <a:srgbClr val="003366"/>
                    </a:solidFill>
                  </a:rPr>
                  <a:t>:	</a:t>
                </a:r>
                <a:r>
                  <a:rPr lang="nl-BE" i="1" dirty="0">
                    <a:solidFill>
                      <a:srgbClr val="003366"/>
                    </a:solidFill>
                  </a:rPr>
                  <a:t>Er is een verband tussen ouderschap en eenzaamheidsgevoelens: beide groepen				geven even vaak aan depressieve gevoelens te ervaren.</a:t>
                </a:r>
                <a:br>
                  <a:rPr lang="nl-BE" i="1" dirty="0">
                    <a:solidFill>
                      <a:srgbClr val="003366"/>
                    </a:solidFill>
                  </a:rPr>
                </a:br>
                <a:endParaRPr lang="nl-BE" i="1" dirty="0">
                  <a:solidFill>
                    <a:srgbClr val="003366"/>
                  </a:solidFill>
                </a:endParaRPr>
              </a:p>
              <a:p>
                <a:r>
                  <a:rPr lang="nl-BE" b="1" dirty="0">
                    <a:solidFill>
                      <a:srgbClr val="003366"/>
                    </a:solidFill>
                  </a:rPr>
                  <a:t>Stap 4. </a:t>
                </a:r>
                <a:r>
                  <a:rPr lang="nl-BE" dirty="0">
                    <a:solidFill>
                      <a:srgbClr val="003366"/>
                    </a:solidFill>
                  </a:rPr>
                  <a:t>Significantieniveau bepalen</a:t>
                </a:r>
              </a:p>
              <a:p>
                <a:pPr lvl="1"/>
                <a:r>
                  <a:rPr lang="nl-BE" dirty="0">
                    <a:solidFill>
                      <a:srgbClr val="003366"/>
                    </a:solidFill>
                  </a:rPr>
                  <a:t>Minimaal </a:t>
                </a:r>
                <a14:m>
                  <m:oMath xmlns:m="http://schemas.openxmlformats.org/officeDocument/2006/math">
                    <m:r>
                      <a:rPr lang="nl-BE" i="1" smtClean="0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 dirty="0">
                    <a:solidFill>
                      <a:srgbClr val="003366"/>
                    </a:solidFill>
                  </a:rPr>
                  <a:t> = .05</a:t>
                </a:r>
              </a:p>
              <a:p>
                <a:pPr lvl="1"/>
                <a:r>
                  <a:rPr lang="nl-BE" dirty="0">
                    <a:solidFill>
                      <a:srgbClr val="003366"/>
                    </a:solidFill>
                  </a:rPr>
                  <a:t>Wanneer n &gt; 400: </a:t>
                </a:r>
                <a:r>
                  <a:rPr lang="nl-BE" b="1" dirty="0">
                    <a:solidFill>
                      <a:srgbClr val="003366"/>
                    </a:solidFill>
                  </a:rPr>
                  <a:t>beter </a:t>
                </a:r>
                <a14:m>
                  <m:oMath xmlns:m="http://schemas.openxmlformats.org/officeDocument/2006/math">
                    <m:r>
                      <a:rPr lang="nl-BE" b="1" i="1">
                        <a:solidFill>
                          <a:srgbClr val="0033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nl-BE" b="1" dirty="0">
                    <a:solidFill>
                      <a:srgbClr val="003366"/>
                    </a:solidFill>
                  </a:rPr>
                  <a:t> = .01</a:t>
                </a:r>
              </a:p>
              <a:p>
                <a:pPr lvl="2"/>
                <a:r>
                  <a:rPr lang="nl-BE" dirty="0">
                    <a:solidFill>
                      <a:srgbClr val="003366"/>
                    </a:solidFill>
                  </a:rPr>
                  <a:t>n = </a:t>
                </a:r>
                <a:r>
                  <a:rPr lang="nl-BE" dirty="0"/>
                  <a:t>1833</a:t>
                </a:r>
                <a:endParaRPr lang="nl-BE" dirty="0">
                  <a:solidFill>
                    <a:srgbClr val="003366"/>
                  </a:solidFill>
                </a:endParaRPr>
              </a:p>
              <a:p>
                <a:endParaRPr lang="nl-BE" dirty="0"/>
              </a:p>
            </p:txBody>
          </p:sp>
        </mc:Choice>
        <mc:Fallback>
          <p:sp>
            <p:nvSpPr>
              <p:cNvPr id="6" name="Tijdelijke aanduiding voor inhoud 5">
                <a:extLst>
                  <a:ext uri="{FF2B5EF4-FFF2-40B4-BE49-F238E27FC236}">
                    <a16:creationId xmlns:a16="http://schemas.microsoft.com/office/drawing/2014/main" id="{D218D92A-74AD-49F8-A8A9-AD801B689B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9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B279C2AF-5DFA-4259-A33E-340B3E2D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291277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/>
              <a:t>Stap 5. </a:t>
            </a:r>
            <a:r>
              <a:rPr lang="nl-BE"/>
              <a:t>Toetsingsgrootheid en p-waarde berekenen</a:t>
            </a:r>
          </a:p>
          <a:p>
            <a:pPr lvl="1"/>
            <a:r>
              <a:rPr lang="nl-BE"/>
              <a:t>Ook maat van effectgrootte!</a:t>
            </a:r>
          </a:p>
          <a:p>
            <a:pPr lvl="1"/>
            <a:r>
              <a:rPr lang="nl-BE" b="1"/>
              <a:t>r </a:t>
            </a:r>
            <a:r>
              <a:rPr lang="nl-BE"/>
              <a:t>bij Mann-Whitney toets</a:t>
            </a:r>
          </a:p>
          <a:p>
            <a:pPr lvl="2"/>
            <a:r>
              <a:rPr lang="nl-BE"/>
              <a:t>Wordt </a:t>
            </a:r>
            <a:r>
              <a:rPr lang="nl-BE" u="sng"/>
              <a:t>niet</a:t>
            </a:r>
            <a:r>
              <a:rPr lang="nl-BE"/>
              <a:t> berekend door SPSS, zelf berekenen</a:t>
            </a:r>
          </a:p>
          <a:p>
            <a:pPr lvl="2"/>
            <a:r>
              <a:rPr lang="nl-BE"/>
              <a:t>Met </a:t>
            </a:r>
            <a:r>
              <a:rPr lang="nl-BE" err="1"/>
              <a:t>z</a:t>
            </a:r>
            <a:r>
              <a:rPr lang="nl-BE"/>
              <a:t> = </a:t>
            </a:r>
            <a:r>
              <a:rPr lang="nl-BE" err="1"/>
              <a:t>z</a:t>
            </a:r>
            <a:r>
              <a:rPr lang="nl-BE"/>
              <a:t>-score van U-waarde en n = totale steekproefgrootte</a:t>
            </a:r>
          </a:p>
          <a:p>
            <a:endParaRPr lang="nl-BE"/>
          </a:p>
        </p:txBody>
      </p:sp>
      <p:sp>
        <p:nvSpPr>
          <p:cNvPr id="8" name="Tijdelijke aanduiding voor dianummer 3">
            <a:extLst>
              <a:ext uri="{FF2B5EF4-FFF2-40B4-BE49-F238E27FC236}">
                <a16:creationId xmlns:a16="http://schemas.microsoft.com/office/drawing/2014/main" id="{C2A1AC9A-7B3C-43F5-930D-626BDBFC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66</a:t>
            </a:fld>
            <a:endParaRPr lang="en-GB" noProof="0"/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41670E1E-E986-440E-8235-3FFC0B31C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047" y="4657299"/>
            <a:ext cx="8202191" cy="3815936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18479E24-FBF6-437F-80EF-FCD6C36A7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302" y="5398717"/>
            <a:ext cx="262154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671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r>
              <a:rPr lang="nl-BE" b="1"/>
              <a:t>Mann-Whitney toets in SPSS: </a:t>
            </a:r>
            <a:br>
              <a:rPr lang="nl-BE" b="1"/>
            </a:br>
            <a:r>
              <a:rPr lang="nl-BE" i="1" err="1">
                <a:sym typeface="Wingdings" panose="05000000000000000000" pitchFamily="2" charset="2"/>
              </a:rPr>
              <a:t>Analyze</a:t>
            </a:r>
            <a:r>
              <a:rPr lang="nl-BE" i="1"/>
              <a:t> ›› </a:t>
            </a:r>
            <a:r>
              <a:rPr lang="nl-BE" i="1" err="1"/>
              <a:t>Nonparametric</a:t>
            </a:r>
            <a:r>
              <a:rPr lang="nl-BE" i="1"/>
              <a:t> Tests ›› </a:t>
            </a:r>
            <a:r>
              <a:rPr lang="nl-BE" i="1" err="1"/>
              <a:t>Legacy</a:t>
            </a:r>
            <a:r>
              <a:rPr lang="nl-BE" i="1"/>
              <a:t> </a:t>
            </a:r>
            <a:r>
              <a:rPr lang="nl-BE" i="1" err="1"/>
              <a:t>Dialogs</a:t>
            </a:r>
            <a:r>
              <a:rPr lang="nl-BE" i="1"/>
              <a:t> ›› 2 Independent Samples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67</a:t>
            </a:fld>
            <a:endParaRPr lang="en-GB" noProof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5707DB5-C443-4CDC-94A6-E5DEE9F7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C777A9C-ABDB-ACE3-04F3-3A288405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729" y="4492790"/>
            <a:ext cx="3725430" cy="2309492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D477060E-71B9-DEA2-C509-306C53CEA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1118" y="3263800"/>
            <a:ext cx="7452591" cy="586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830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r>
              <a:rPr lang="nl-BE" b="1"/>
              <a:t>Mann-Whitney toets in SPSS: </a:t>
            </a:r>
          </a:p>
          <a:p>
            <a:pPr lvl="1"/>
            <a:r>
              <a:rPr lang="nl-BE"/>
              <a:t>Vraag ook numerieke maten op</a:t>
            </a:r>
            <a:br>
              <a:rPr lang="nl-BE"/>
            </a:br>
            <a:r>
              <a:rPr lang="nl-BE"/>
              <a:t>per groep (</a:t>
            </a:r>
            <a:r>
              <a:rPr lang="nl-BE" i="1"/>
              <a:t>Split File </a:t>
            </a:r>
            <a:r>
              <a:rPr lang="nl-BE"/>
              <a:t>en </a:t>
            </a:r>
            <a:r>
              <a:rPr lang="nl-BE" i="1" err="1"/>
              <a:t>Frequencies</a:t>
            </a:r>
            <a:r>
              <a:rPr lang="nl-BE"/>
              <a:t>):</a:t>
            </a:r>
          </a:p>
          <a:p>
            <a:pPr lvl="1"/>
            <a:r>
              <a:rPr lang="nl-BE" i="1"/>
              <a:t>Syntax </a:t>
            </a:r>
            <a:r>
              <a:rPr lang="nl-BE"/>
              <a:t>en output:</a:t>
            </a:r>
          </a:p>
          <a:p>
            <a:pPr lvl="1"/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68</a:t>
            </a:fld>
            <a:endParaRPr lang="en-GB" noProof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5707DB5-C443-4CDC-94A6-E5DEE9F7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E340AA16-E813-EC1A-C165-FB06F4149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062" y="4159250"/>
            <a:ext cx="5945477" cy="4437566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CCF1F675-509D-DA4E-458E-D193CA390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398" y="4695678"/>
            <a:ext cx="4286290" cy="4523476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2805DD8A-2317-89D0-04F6-6E01572587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2532" y="1816995"/>
            <a:ext cx="8741249" cy="2674187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60C6F1F0-C440-DF39-4C00-215A334BFD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8627" y="5541478"/>
            <a:ext cx="4088481" cy="28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061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D681660-C845-4247-90A7-CA091A9A75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7069" y="1816273"/>
                <a:ext cx="16858641" cy="7662526"/>
              </a:xfrm>
            </p:spPr>
            <p:txBody>
              <a:bodyPr>
                <a:normAutofit/>
              </a:bodyPr>
              <a:lstStyle/>
              <a:p>
                <a:r>
                  <a:rPr lang="nl-BE" b="1" dirty="0"/>
                  <a:t>Mann-</a:t>
                </a:r>
                <a:r>
                  <a:rPr lang="nl-BE" b="1" dirty="0" err="1"/>
                  <a:t>Whitney</a:t>
                </a:r>
                <a:r>
                  <a:rPr lang="nl-BE" b="1" dirty="0"/>
                  <a:t> toets in SPSS: </a:t>
                </a:r>
              </a:p>
              <a:p>
                <a:pPr lvl="1"/>
                <a:r>
                  <a:rPr lang="nl-BE" b="1" dirty="0"/>
                  <a:t>Maat van effectgrootte</a:t>
                </a:r>
                <a:endParaRPr lang="nl-BE" dirty="0"/>
              </a:p>
              <a:p>
                <a:pPr lvl="2"/>
                <a:r>
                  <a:rPr lang="nl-BE" dirty="0"/>
                  <a:t>r = 11.924/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1833</m:t>
                        </m:r>
                      </m:e>
                    </m:rad>
                  </m:oMath>
                </a14:m>
                <a:r>
                  <a:rPr lang="nl-BE" dirty="0"/>
                  <a:t> = 0.28</a:t>
                </a:r>
              </a:p>
              <a:p>
                <a:pPr marL="720000" lvl="1" indent="0">
                  <a:buNone/>
                </a:pPr>
                <a:endParaRPr lang="nl-BE" dirty="0"/>
              </a:p>
              <a:p>
                <a:pPr lvl="1"/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D681660-C845-4247-90A7-CA091A9A75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7069" y="1816273"/>
                <a:ext cx="16858641" cy="7662526"/>
              </a:xfrm>
              <a:blipFill>
                <a:blip r:embed="rId3"/>
                <a:stretch>
                  <a:fillRect l="-145" t="-47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69</a:t>
            </a:fld>
            <a:endParaRPr lang="en-GB" noProof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A5707DB5-C443-4CDC-94A6-E5DEE9F72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C140BC8-8F7F-45AB-A0BF-F3D9A7C214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579" y="4876800"/>
            <a:ext cx="8202191" cy="3815936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E751A94-FD8C-42AA-94A3-ACEA7549F9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062" y="2370089"/>
            <a:ext cx="262154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2624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70" y="1816273"/>
            <a:ext cx="15727018" cy="6864264"/>
          </a:xfrm>
        </p:spPr>
        <p:txBody>
          <a:bodyPr/>
          <a:lstStyle/>
          <a:p>
            <a:r>
              <a:rPr lang="nl-BE" b="1" dirty="0"/>
              <a:t>Stap 6. </a:t>
            </a:r>
            <a:r>
              <a:rPr lang="nl-BE" dirty="0"/>
              <a:t>Conclusie en rapportering</a:t>
            </a:r>
            <a:endParaRPr lang="nl-BE" b="1" dirty="0">
              <a:solidFill>
                <a:srgbClr val="C00000"/>
              </a:solidFill>
            </a:endParaRPr>
          </a:p>
          <a:p>
            <a:pPr lvl="1"/>
            <a:endParaRPr lang="nl-BE" b="1" dirty="0">
              <a:solidFill>
                <a:srgbClr val="C00000"/>
              </a:solidFill>
            </a:endParaRPr>
          </a:p>
          <a:p>
            <a:pPr lvl="1" algn="just"/>
            <a:r>
              <a:rPr lang="nl-BE" dirty="0"/>
              <a:t>“Na het uitvoeren van een Mann-</a:t>
            </a:r>
            <a:r>
              <a:rPr lang="nl-BE" dirty="0" err="1"/>
              <a:t>Whitney</a:t>
            </a:r>
            <a:r>
              <a:rPr lang="nl-BE" dirty="0"/>
              <a:t> toets blijkt dat er een significant verschil is tussen ouders (</a:t>
            </a:r>
            <a:r>
              <a:rPr lang="nl-BE" i="1" dirty="0"/>
              <a:t>M </a:t>
            </a:r>
            <a:r>
              <a:rPr lang="nl-BE" dirty="0"/>
              <a:t>= 2.29, </a:t>
            </a:r>
            <a:r>
              <a:rPr lang="nl-BE" i="1" dirty="0"/>
              <a:t>SD </a:t>
            </a:r>
            <a:r>
              <a:rPr lang="nl-BE" dirty="0"/>
              <a:t>= 0.89, </a:t>
            </a:r>
            <a:r>
              <a:rPr lang="nl-BE" i="1" dirty="0" err="1"/>
              <a:t>Mdn</a:t>
            </a:r>
            <a:r>
              <a:rPr lang="nl-BE" i="1" dirty="0"/>
              <a:t> </a:t>
            </a:r>
            <a:r>
              <a:rPr lang="nl-BE" dirty="0"/>
              <a:t>= 2.29) en respondenten die geen ouder zijn (</a:t>
            </a:r>
            <a:r>
              <a:rPr lang="nl-BE" i="1" dirty="0"/>
              <a:t>M </a:t>
            </a:r>
            <a:r>
              <a:rPr lang="nl-BE" dirty="0"/>
              <a:t>= 2.83, </a:t>
            </a:r>
            <a:r>
              <a:rPr lang="nl-BE" i="1" dirty="0"/>
              <a:t>SD </a:t>
            </a:r>
            <a:r>
              <a:rPr lang="nl-BE" dirty="0"/>
              <a:t>= 0.94, </a:t>
            </a:r>
            <a:r>
              <a:rPr lang="nl-BE" i="1" dirty="0" err="1"/>
              <a:t>Mdn</a:t>
            </a:r>
            <a:r>
              <a:rPr lang="nl-BE" i="1" dirty="0"/>
              <a:t> </a:t>
            </a:r>
            <a:r>
              <a:rPr lang="nl-BE" dirty="0"/>
              <a:t>= 2.75) op het vlak van eenzaamheidsgevoelens, met </a:t>
            </a:r>
            <a:r>
              <a:rPr lang="nl-BE" i="1" dirty="0"/>
              <a:t>U</a:t>
            </a:r>
            <a:r>
              <a:rPr lang="nl-BE" dirty="0"/>
              <a:t>(</a:t>
            </a:r>
            <a:r>
              <a:rPr lang="nl-BE" i="1" dirty="0" err="1"/>
              <a:t>N</a:t>
            </a:r>
            <a:r>
              <a:rPr lang="nl-BE" sz="1400" i="1" dirty="0" err="1"/>
              <a:t>ouder</a:t>
            </a:r>
            <a:r>
              <a:rPr lang="nl-BE" dirty="0"/>
              <a:t>= 724, </a:t>
            </a:r>
            <a:r>
              <a:rPr lang="nl-BE" i="1" dirty="0" err="1"/>
              <a:t>N</a:t>
            </a:r>
            <a:r>
              <a:rPr lang="nl-BE" sz="1400" i="1" dirty="0" err="1"/>
              <a:t>geen</a:t>
            </a:r>
            <a:r>
              <a:rPr lang="nl-BE" sz="1400" i="1" dirty="0"/>
              <a:t> ouder</a:t>
            </a:r>
            <a:r>
              <a:rPr lang="nl-BE" sz="1400" dirty="0"/>
              <a:t> </a:t>
            </a:r>
            <a:r>
              <a:rPr lang="nl-BE" dirty="0"/>
              <a:t>= 1109) = 314.39, </a:t>
            </a:r>
            <a:r>
              <a:rPr lang="nl-BE" i="1" dirty="0"/>
              <a:t>p &lt;</a:t>
            </a:r>
            <a:r>
              <a:rPr lang="nl-BE" dirty="0"/>
              <a:t> .001. Het gaat hier echter om een kleine effectgrootte (</a:t>
            </a:r>
            <a:r>
              <a:rPr lang="nl-BE" i="1" dirty="0"/>
              <a:t>r </a:t>
            </a:r>
            <a:r>
              <a:rPr lang="nl-BE" dirty="0"/>
              <a:t>= 0.28).” </a:t>
            </a:r>
            <a:endParaRPr lang="nl-BE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70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 dirty="0"/>
              <a:t>Opgave 2: Verband Ouder x Eenzaamheid</a:t>
            </a:r>
          </a:p>
        </p:txBody>
      </p:sp>
    </p:spTree>
    <p:extLst>
      <p:ext uri="{BB962C8B-B14F-4D97-AF65-F5344CB8AC3E}">
        <p14:creationId xmlns:p14="http://schemas.microsoft.com/office/powerpoint/2010/main" val="11025965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/>
              <a:t>Opgave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/>
              <a:t>SPSS-WERKCOLLEGE 4</a:t>
            </a:r>
          </a:p>
        </p:txBody>
      </p:sp>
    </p:spTree>
    <p:extLst>
      <p:ext uri="{BB962C8B-B14F-4D97-AF65-F5344CB8AC3E}">
        <p14:creationId xmlns:p14="http://schemas.microsoft.com/office/powerpoint/2010/main" val="16719316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‘DATA_WAVE1_CenW.sav’. Je leest een Amerikaans rapport dat handelt over eenzaamheidsgevoelens bij 18+ -personen. De onderzoekers hebben gebruik gemaakt van dezelfde items die eenzaamheidsgevoelens meten en </a:t>
            </a:r>
            <a:r>
              <a:rPr lang="nl-BE" u="sng" dirty="0"/>
              <a:t>rapporteren een gemiddelde eenzaamheid van 3.25</a:t>
            </a:r>
            <a:r>
              <a:rPr lang="nl-BE" dirty="0"/>
              <a:t>. Is dit gemiddelde significant hoger of lager dan deze uit de eerste wave van de Amerikaanse studie (W1_Eenz1 tot en met W1_Eenz4)?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72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379024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‘DATA_WAVE1_CenW.sav’. Je leest een Amerikaans rapport dat handelt over eenzaamheidsgevoelens bij 18+ -personen. De onderzoekers hebben gebruik gemaakt van dezelfde items die eenzaamheidsgevoelens meten en </a:t>
            </a:r>
            <a:r>
              <a:rPr lang="nl-BE" u="sng" dirty="0"/>
              <a:t>rapporteren een gemiddelde eenzaamheid van 3.25</a:t>
            </a:r>
            <a:r>
              <a:rPr lang="nl-BE" dirty="0"/>
              <a:t>. Is dit gemiddelde significant hoger of lager dan deze uit de eerste wave van de Amerikaanse studie (W1_Eenz1 tot en met W1_Eenz4)?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245887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‘DATA_WAVE1_CenW.sav’. Je leest een Amerikaans rapport dat handelt over eenzaamheidsgevoelens bij 18+ -personen. De onderzoekers hebben gebruik gemaakt van dezelfde items die eenzaamheidsgevoelens meten en </a:t>
            </a:r>
            <a:r>
              <a:rPr lang="nl-BE" u="sng" dirty="0"/>
              <a:t>rapporteren een gemiddelde eenzaamheid van 3.25</a:t>
            </a:r>
            <a:r>
              <a:rPr lang="nl-BE" dirty="0"/>
              <a:t>. Is dit gemiddelde significant hoger of lager dan deze uit de eerste wave van de Amerikaanse studie (W1_Eenz1 tot en met W1_Eenz4)?</a:t>
            </a:r>
          </a:p>
          <a:p>
            <a:r>
              <a:rPr lang="nl-BE" b="1" dirty="0"/>
              <a:t>Stap 1. </a:t>
            </a:r>
            <a:r>
              <a:rPr lang="nl-BE" dirty="0"/>
              <a:t>Kiezen van juiste analysemethode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Hoeveel variabelen?</a:t>
            </a:r>
            <a:endParaRPr lang="nl-BE" dirty="0"/>
          </a:p>
          <a:p>
            <a:pPr lvl="2"/>
            <a:r>
              <a:rPr lang="nl-BE" dirty="0"/>
              <a:t>Eén variabele, namelijk eenzaamheidsgevoelens. 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 meetniveau?</a:t>
            </a:r>
            <a:endParaRPr lang="nl-BE" dirty="0"/>
          </a:p>
          <a:p>
            <a:pPr lvl="2"/>
            <a:r>
              <a:rPr lang="nl-BE" dirty="0"/>
              <a:t>‘W1_Eenz’ tot en met ‘W1_Eenz4’: vier ordinale schaalitems die omgezet kunnen worden naar één </a:t>
            </a:r>
            <a:r>
              <a:rPr lang="nl-BE" u="sng" dirty="0"/>
              <a:t>metrische</a:t>
            </a:r>
            <a:r>
              <a:rPr lang="nl-BE" dirty="0"/>
              <a:t> schaalvariabele, ‘W1_Eenz_Gem’ </a:t>
            </a:r>
          </a:p>
          <a:p>
            <a:pPr marL="1234350" lvl="1" indent="-514350">
              <a:buFont typeface="+mj-lt"/>
              <a:buAutoNum type="arabicPeriod"/>
            </a:pPr>
            <a:r>
              <a:rPr lang="nl-BE" b="1" dirty="0"/>
              <a:t>Welke rol?</a:t>
            </a:r>
            <a:endParaRPr lang="nl-BE" dirty="0"/>
          </a:p>
          <a:p>
            <a:pPr lvl="2"/>
            <a:r>
              <a:rPr lang="nl-BE" dirty="0"/>
              <a:t>Niet van toepassing! Er is maar 1 variabele.</a:t>
            </a:r>
            <a:endParaRPr lang="nl-BE" b="1" dirty="0"/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22227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Opgave 3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 lnSpcReduction="10000"/>
          </a:bodyPr>
          <a:lstStyle/>
          <a:p>
            <a:pPr marL="86390" indent="0">
              <a:buNone/>
            </a:pPr>
            <a:r>
              <a:rPr lang="nl-BE" b="1" dirty="0"/>
              <a:t>Opgave 3</a:t>
            </a:r>
          </a:p>
          <a:p>
            <a:r>
              <a:rPr lang="nl-BE" dirty="0"/>
              <a:t>Open ‘DATA_WAVE1_CenW.sav’. Je leest een Amerikaans rapport dat handelt over eenzaamheidsgevoelens bij 18+ -personen. De onderzoekers hebben gebruik gemaakt van dezelfde items die eenzaamheidsgevoelens meten en </a:t>
            </a:r>
            <a:r>
              <a:rPr lang="nl-BE" u="sng" dirty="0"/>
              <a:t>rapporteren een gemiddelde eenzaamheid van 3.25</a:t>
            </a:r>
            <a:r>
              <a:rPr lang="nl-BE" dirty="0"/>
              <a:t>. Is dit gemiddelde significant hoger of lager dan deze uit de eerste wave van de Amerikaanse studie (W1_Eenz1 tot en met W1_Eenz4)?</a:t>
            </a:r>
          </a:p>
          <a:p>
            <a:pPr lvl="1"/>
            <a:r>
              <a:rPr lang="nl-BE" b="1" dirty="0">
                <a:solidFill>
                  <a:srgbClr val="002060"/>
                </a:solidFill>
              </a:rPr>
              <a:t>Gebruik de flow-chart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Dit is een speciaal geval met 1 variabele die niet in flowchart staat:</a:t>
            </a:r>
          </a:p>
          <a:p>
            <a:pPr lvl="3"/>
            <a:r>
              <a:rPr lang="nl-BE" b="1" dirty="0">
                <a:solidFill>
                  <a:srgbClr val="002060"/>
                </a:solidFill>
              </a:rPr>
              <a:t>t-toets voor één steekproef</a:t>
            </a:r>
          </a:p>
          <a:p>
            <a:pPr lvl="3"/>
            <a:r>
              <a:rPr lang="nl-BE" b="1" dirty="0">
                <a:solidFill>
                  <a:srgbClr val="002060"/>
                </a:solidFill>
              </a:rPr>
              <a:t>Hoe herkennen?</a:t>
            </a:r>
          </a:p>
          <a:p>
            <a:pPr lvl="4"/>
            <a:r>
              <a:rPr lang="nl-BE" dirty="0">
                <a:solidFill>
                  <a:srgbClr val="002060"/>
                </a:solidFill>
              </a:rPr>
              <a:t>Je krijgt 1 gemiddelde waarde van een variabele (uit de theorie, uit een voorgaande studie)</a:t>
            </a:r>
          </a:p>
          <a:p>
            <a:pPr lvl="4"/>
            <a:r>
              <a:rPr lang="nl-BE" dirty="0">
                <a:solidFill>
                  <a:srgbClr val="002060"/>
                </a:solidFill>
              </a:rPr>
              <a:t>De vraag is of de gemiddelde waarde </a:t>
            </a:r>
            <a:r>
              <a:rPr lang="nl-BE" u="sng" dirty="0">
                <a:solidFill>
                  <a:srgbClr val="002060"/>
                </a:solidFill>
              </a:rPr>
              <a:t>in jouw data </a:t>
            </a:r>
            <a:r>
              <a:rPr lang="nl-BE" dirty="0">
                <a:solidFill>
                  <a:srgbClr val="002060"/>
                </a:solidFill>
              </a:rPr>
              <a:t>daarvan verschilt of niet.</a:t>
            </a:r>
          </a:p>
          <a:p>
            <a:pPr lvl="4"/>
            <a:r>
              <a:rPr lang="nl-BE" dirty="0">
                <a:solidFill>
                  <a:srgbClr val="002060"/>
                </a:solidFill>
              </a:rPr>
              <a:t>Je vergelijkt dus twee gemiddelden, maar je hebt maar van één van beide alle data ter beschikking.</a:t>
            </a:r>
          </a:p>
          <a:p>
            <a:endParaRPr lang="nl-BE" dirty="0"/>
          </a:p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462761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2: Datacontrole</a:t>
            </a:r>
          </a:p>
          <a:p>
            <a:pPr lvl="2"/>
            <a:r>
              <a:rPr lang="nl-BE" b="1" dirty="0">
                <a:solidFill>
                  <a:srgbClr val="002060"/>
                </a:solidFill>
              </a:rPr>
              <a:t>Inconsistentiecheck</a:t>
            </a:r>
          </a:p>
          <a:p>
            <a:pPr lvl="2"/>
            <a:r>
              <a:rPr lang="nl-BE" dirty="0">
                <a:solidFill>
                  <a:srgbClr val="002060"/>
                </a:solidFill>
              </a:rPr>
              <a:t>Hetzelfde als bij vorige oefening:</a:t>
            </a:r>
          </a:p>
          <a:p>
            <a:pPr lvl="2"/>
            <a:endParaRPr lang="nl-BE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76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5748D48-C89A-FB17-2FAD-FE8AB223C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8176" y="3625333"/>
            <a:ext cx="5891677" cy="5055204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3DF66C35-35C4-8110-2B7C-91EA1DEDA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401" y="3625333"/>
            <a:ext cx="5740255" cy="505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9567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b="1" dirty="0"/>
              <a:t>Stap 2: Datacontrole</a:t>
            </a:r>
          </a:p>
          <a:p>
            <a:pPr lvl="1"/>
            <a:r>
              <a:rPr lang="nl-BE" b="1" dirty="0"/>
              <a:t>Assumptiecheck</a:t>
            </a:r>
            <a:r>
              <a:rPr lang="nl-BE" dirty="0"/>
              <a:t>: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dirty="0">
                <a:solidFill>
                  <a:srgbClr val="002060"/>
                </a:solidFill>
              </a:rPr>
              <a:t>Onderzochte variabele = metrisch</a:t>
            </a:r>
          </a:p>
          <a:p>
            <a:pPr marL="2393550" lvl="3" indent="-514350"/>
            <a:r>
              <a:rPr lang="nl-BE" dirty="0"/>
              <a:t>Oké: Eenzaamheid is een metrische schaalvariabele</a:t>
            </a:r>
          </a:p>
          <a:p>
            <a:pPr marL="1821150" lvl="2" indent="-514350">
              <a:buFont typeface="+mj-lt"/>
              <a:buAutoNum type="arabicPeriod"/>
            </a:pPr>
            <a:r>
              <a:rPr lang="nl-BE" b="1" dirty="0"/>
              <a:t>Normaliteit</a:t>
            </a:r>
            <a:r>
              <a:rPr lang="nl-BE" dirty="0"/>
              <a:t>: de variabele is normaal verdeeld (of CLS: n &gt; 100)</a:t>
            </a:r>
          </a:p>
          <a:p>
            <a:pPr marL="2393550" lvl="3" indent="-514350"/>
            <a:r>
              <a:rPr lang="nl-BE" dirty="0"/>
              <a:t>CLS toepassen in principe oké: n &gt; 100</a:t>
            </a:r>
          </a:p>
          <a:p>
            <a:pPr marL="1306800" lvl="2" indent="0">
              <a:buNone/>
            </a:pPr>
            <a:endParaRPr lang="nl-BE" b="1" dirty="0"/>
          </a:p>
          <a:p>
            <a:pPr marL="2393550" lvl="3" indent="-514350"/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77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</p:spTree>
    <p:extLst>
      <p:ext uri="{BB962C8B-B14F-4D97-AF65-F5344CB8AC3E}">
        <p14:creationId xmlns:p14="http://schemas.microsoft.com/office/powerpoint/2010/main" val="40724654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3: Hypothesen formuleren</a:t>
            </a:r>
          </a:p>
          <a:p>
            <a:pPr lvl="1"/>
            <a:r>
              <a:rPr lang="nl-BE" dirty="0"/>
              <a:t>Best tweezijdig toetsen!</a:t>
            </a:r>
          </a:p>
          <a:p>
            <a:endParaRPr lang="nl-BE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0</a:t>
            </a:r>
            <a:r>
              <a:rPr lang="nl-BE" b="1" dirty="0"/>
              <a:t>:	</a:t>
            </a:r>
            <a:r>
              <a:rPr lang="nl-BE" i="1" dirty="0"/>
              <a:t>De gemiddelde score op eenzaamheidsgevoelens in de steekproef is gelijk aan de 			gemiddelde score op eenzaamheidsgevoelens in de populatie. Het 									steekproefgemiddelde is gelijk aan 3.25.  </a:t>
            </a:r>
            <a:br>
              <a:rPr lang="nl-BE" i="1" dirty="0"/>
            </a:br>
            <a:endParaRPr lang="nl-BE" b="1" dirty="0"/>
          </a:p>
          <a:p>
            <a:pPr marL="720000" lvl="1" indent="0">
              <a:buNone/>
            </a:pPr>
            <a:r>
              <a:rPr lang="nl-BE" b="1" dirty="0"/>
              <a:t>	H</a:t>
            </a:r>
            <a:r>
              <a:rPr lang="nl-BE" b="1" baseline="-25000" dirty="0"/>
              <a:t>A</a:t>
            </a:r>
            <a:r>
              <a:rPr lang="nl-BE" b="1" dirty="0"/>
              <a:t>:	</a:t>
            </a:r>
            <a:r>
              <a:rPr lang="nl-BE" i="1" dirty="0"/>
              <a:t>De gemiddelde score op eenzaamheidsgevoelens in de steekproef is niet gelijk 				aan de gemiddelde score op eenzaamheidsgevoelens in de populatie. Het 						steekproefgemiddelde is significant lager of hoger dan 3.25. </a:t>
            </a:r>
            <a:endParaRPr lang="nl-BE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78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</p:spTree>
    <p:extLst>
      <p:ext uri="{BB962C8B-B14F-4D97-AF65-F5344CB8AC3E}">
        <p14:creationId xmlns:p14="http://schemas.microsoft.com/office/powerpoint/2010/main" val="40033172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l-BE" b="1"/>
                  <a:t>Stap 4: Significantieniveau bepalen</a:t>
                </a:r>
              </a:p>
              <a:p>
                <a:pPr lvl="1"/>
                <a:r>
                  <a:rPr lang="nl-BE"/>
                  <a:t>Minimaal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/>
                  <a:t> = .05</a:t>
                </a:r>
              </a:p>
              <a:p>
                <a:pPr lvl="1"/>
                <a:r>
                  <a:rPr lang="nl-BE"/>
                  <a:t>Wanneer n &gt; 400: beter </a:t>
                </a:r>
                <a14:m>
                  <m:oMath xmlns:m="http://schemas.openxmlformats.org/officeDocument/2006/math">
                    <m:r>
                      <a:rPr lang="nl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nl-BE"/>
                  <a:t> = .01</a:t>
                </a:r>
              </a:p>
              <a:p>
                <a:pPr lvl="2"/>
                <a:r>
                  <a:rPr lang="nl-BE"/>
                  <a:t>n = 2020, </a:t>
                </a:r>
                <a:r>
                  <a:rPr lang="nl-BE" b="1"/>
                  <a:t>dus hanteer .01</a:t>
                </a:r>
              </a:p>
              <a:p>
                <a:pPr lvl="1"/>
                <a:endParaRPr lang="nl-BE" b="1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011522-9118-40C3-A09B-F25B95FAB7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" t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79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</p:spTree>
    <p:extLst>
      <p:ext uri="{BB962C8B-B14F-4D97-AF65-F5344CB8AC3E}">
        <p14:creationId xmlns:p14="http://schemas.microsoft.com/office/powerpoint/2010/main" val="14849160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Stap 5: Toetsingsgrootheid en p-waarde berekenen</a:t>
            </a:r>
          </a:p>
          <a:p>
            <a:pPr lvl="1"/>
            <a:r>
              <a:rPr lang="nl-BE"/>
              <a:t>Ook maat van effectgrootte!</a:t>
            </a:r>
          </a:p>
          <a:p>
            <a:pPr lvl="1"/>
            <a:r>
              <a:rPr lang="nl-BE" b="1" err="1"/>
              <a:t>Cohen’s</a:t>
            </a:r>
            <a:r>
              <a:rPr lang="nl-BE" b="1"/>
              <a:t> d </a:t>
            </a:r>
            <a:r>
              <a:rPr lang="nl-BE"/>
              <a:t>bij t-toetsen</a:t>
            </a:r>
          </a:p>
          <a:p>
            <a:pPr lvl="2"/>
            <a:r>
              <a:rPr lang="nl-BE"/>
              <a:t>Wordt berekend door SPSS</a:t>
            </a:r>
          </a:p>
          <a:p>
            <a:pPr lvl="1"/>
            <a:endParaRPr lang="nl-BE"/>
          </a:p>
          <a:p>
            <a:pPr lvl="1"/>
            <a:endParaRPr lang="nl-BE"/>
          </a:p>
          <a:p>
            <a:pPr marL="720000" lvl="1" indent="0">
              <a:buNone/>
            </a:pPr>
            <a:endParaRPr lang="nl-BE"/>
          </a:p>
          <a:p>
            <a:pPr lvl="1"/>
            <a:endParaRPr lang="nl-BE"/>
          </a:p>
          <a:p>
            <a:pPr lvl="1"/>
            <a:endParaRPr lang="nl-BE" b="1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80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94D1E00-5BBC-44FC-893F-AC1757B04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01" y="3383290"/>
            <a:ext cx="7866029" cy="3675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390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t-toets voor één steekproef in SPSS: </a:t>
            </a:r>
            <a:br>
              <a:rPr lang="nl-BE" b="1"/>
            </a:br>
            <a:r>
              <a:rPr lang="nl-BE" i="1" err="1">
                <a:sym typeface="Wingdings" panose="05000000000000000000" pitchFamily="2" charset="2"/>
              </a:rPr>
              <a:t>Analyze</a:t>
            </a:r>
            <a:r>
              <a:rPr lang="nl-BE" i="1"/>
              <a:t> ›› </a:t>
            </a:r>
            <a:r>
              <a:rPr lang="nl-BE" i="1" err="1"/>
              <a:t>Compare</a:t>
            </a:r>
            <a:r>
              <a:rPr lang="nl-BE" i="1"/>
              <a:t> Means ›› </a:t>
            </a:r>
            <a:r>
              <a:rPr lang="nl-BE" i="1" err="1"/>
              <a:t>One</a:t>
            </a:r>
            <a:r>
              <a:rPr lang="nl-BE" i="1"/>
              <a:t>-Sample T Test</a:t>
            </a:r>
          </a:p>
          <a:p>
            <a:pPr lvl="1"/>
            <a:endParaRPr lang="en-US" sz="200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81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4473628-F2FE-4558-694C-7BA5A7D0E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9" y="3105279"/>
            <a:ext cx="7600950" cy="4286250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1AFC463B-88B6-E310-ADAD-802CC5B9D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859" y="3105280"/>
            <a:ext cx="8716747" cy="428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660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A004925-A370-44E2-A732-52A6295C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218D92A-74AD-49F8-A8A9-AD801B689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164888"/>
          </a:xfrm>
        </p:spPr>
        <p:txBody>
          <a:bodyPr>
            <a:normAutofit/>
          </a:bodyPr>
          <a:lstStyle/>
          <a:p>
            <a:r>
              <a:rPr lang="nl-BE" b="1"/>
              <a:t>t-toets voor één steekproef in SPSS</a:t>
            </a:r>
          </a:p>
          <a:p>
            <a:pPr lvl="1"/>
            <a:r>
              <a:rPr lang="nl-BE" b="1" i="1">
                <a:solidFill>
                  <a:srgbClr val="002060"/>
                </a:solidFill>
              </a:rPr>
              <a:t>Syntax </a:t>
            </a:r>
            <a:r>
              <a:rPr lang="nl-BE" b="1">
                <a:solidFill>
                  <a:srgbClr val="002060"/>
                </a:solidFill>
              </a:rPr>
              <a:t>en output</a:t>
            </a:r>
            <a:r>
              <a:rPr lang="nl-BE" b="1"/>
              <a:t>:</a:t>
            </a:r>
            <a:endParaRPr lang="nl-BE"/>
          </a:p>
        </p:txBody>
      </p:sp>
      <p:sp>
        <p:nvSpPr>
          <p:cNvPr id="43" name="Tijdelijke aanduiding voor dianummer 3">
            <a:extLst>
              <a:ext uri="{FF2B5EF4-FFF2-40B4-BE49-F238E27FC236}">
                <a16:creationId xmlns:a16="http://schemas.microsoft.com/office/drawing/2014/main" id="{90ABE4EF-EF12-491A-965F-901562F5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82</a:t>
            </a:fld>
            <a:endParaRPr lang="en-GB" noProof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35827FF-97A6-2590-F48F-E9531FE27BA9}"/>
              </a:ext>
            </a:extLst>
          </p:cNvPr>
          <p:cNvSpPr txBox="1"/>
          <p:nvPr/>
        </p:nvSpPr>
        <p:spPr>
          <a:xfrm>
            <a:off x="6441312" y="4876800"/>
            <a:ext cx="8669438" cy="880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07384" lvl="1" indent="-457200">
              <a:buFont typeface="Wingdings" panose="05000000000000000000" pitchFamily="2" charset="2"/>
              <a:buChar char="Ø"/>
            </a:pPr>
            <a:r>
              <a:rPr lang="nl-BE" b="1">
                <a:solidFill>
                  <a:srgbClr val="002060"/>
                </a:solidFill>
              </a:rPr>
              <a:t>Onze gevonden waarde is significant lager dan deze in de Amerikaanse studie (p &lt; .001)</a:t>
            </a:r>
            <a:endParaRPr lang="nl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287230B-AA11-D11C-FC13-C7C25EA11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11" y="3078029"/>
            <a:ext cx="3683288" cy="2209973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EF6684FF-917C-6F64-34F9-CE2E4AA68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9337" y="2103904"/>
            <a:ext cx="7684580" cy="1772054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3FE00086-C402-9D4E-068F-2ED27A619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0757" y="6088617"/>
            <a:ext cx="11517160" cy="249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2377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/>
              <a:t>t-toets voor één steekproef in SPSS: </a:t>
            </a:r>
            <a:br>
              <a:rPr lang="nl-BE" b="1"/>
            </a:br>
            <a:r>
              <a:rPr lang="nl-BE" i="1" err="1">
                <a:sym typeface="Wingdings" panose="05000000000000000000" pitchFamily="2" charset="2"/>
              </a:rPr>
              <a:t>Analyze</a:t>
            </a:r>
            <a:r>
              <a:rPr lang="nl-BE" i="1"/>
              <a:t> ›› </a:t>
            </a:r>
            <a:r>
              <a:rPr lang="nl-BE" i="1" err="1"/>
              <a:t>Compare</a:t>
            </a:r>
            <a:r>
              <a:rPr lang="nl-BE" i="1"/>
              <a:t> Means ›› </a:t>
            </a:r>
            <a:r>
              <a:rPr lang="nl-BE" i="1" err="1"/>
              <a:t>One</a:t>
            </a:r>
            <a:r>
              <a:rPr lang="nl-BE" i="1"/>
              <a:t>-Sample T Test</a:t>
            </a:r>
          </a:p>
          <a:p>
            <a:pPr lvl="1"/>
            <a:endParaRPr lang="nl-BE" b="1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83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r>
              <a:rPr lang="nl-BE"/>
              <a:t>Opgave 3: data vergelijken met gemiddelde waarde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F815079-C314-4389-9751-21981FFE4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601" y="2856912"/>
            <a:ext cx="6456224" cy="3017782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583F2F-1DE0-87CC-ED39-03B394335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69" y="4919545"/>
            <a:ext cx="9680638" cy="301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692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11522-9118-40C3-A09B-F25B95FAB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b="1" dirty="0"/>
              <a:t>Stap 6: Conclusie en rapportering</a:t>
            </a:r>
          </a:p>
          <a:p>
            <a:pPr lvl="1"/>
            <a:endParaRPr lang="nl-BE" b="1" dirty="0">
              <a:solidFill>
                <a:srgbClr val="C00000"/>
              </a:solidFill>
            </a:endParaRPr>
          </a:p>
          <a:p>
            <a:pPr lvl="1"/>
            <a:endParaRPr lang="nl-BE" b="1" dirty="0">
              <a:solidFill>
                <a:srgbClr val="C00000"/>
              </a:solidFill>
            </a:endParaRPr>
          </a:p>
          <a:p>
            <a:pPr lvl="1" algn="just"/>
            <a:r>
              <a:rPr lang="nl-BE" dirty="0"/>
              <a:t>“Het gemiddelde van depressieve gevoelens gemeten tijdens de eerste wave van de Amerikaanse studie (</a:t>
            </a:r>
            <a:r>
              <a:rPr lang="nl-BE" i="1" dirty="0"/>
              <a:t>M </a:t>
            </a:r>
            <a:r>
              <a:rPr lang="nl-BE" dirty="0"/>
              <a:t>= 2.67, </a:t>
            </a:r>
            <a:r>
              <a:rPr lang="nl-BE" i="1" dirty="0"/>
              <a:t>SD </a:t>
            </a:r>
            <a:r>
              <a:rPr lang="nl-BE" dirty="0"/>
              <a:t>= 0.98) is significant lager (</a:t>
            </a:r>
            <a:r>
              <a:rPr lang="nl-BE" i="1" dirty="0"/>
              <a:t>t</a:t>
            </a:r>
            <a:r>
              <a:rPr lang="nl-BE" dirty="0"/>
              <a:t>(2019) = -26.72, </a:t>
            </a:r>
            <a:r>
              <a:rPr lang="nl-BE" i="1" dirty="0"/>
              <a:t>p </a:t>
            </a:r>
            <a:r>
              <a:rPr lang="nl-BE" dirty="0"/>
              <a:t>&lt; .001) dan de waarde die in het Amerikaans rapport gemeten werd (3.25). </a:t>
            </a:r>
            <a:r>
              <a:rPr lang="nl-BE" dirty="0" err="1"/>
              <a:t>Cohen’s</a:t>
            </a:r>
            <a:r>
              <a:rPr lang="nl-BE" dirty="0"/>
              <a:t> d toont aan dat het om een middelmatig verschil gaat (</a:t>
            </a:r>
            <a:r>
              <a:rPr lang="nl-BE" i="1" dirty="0"/>
              <a:t>d </a:t>
            </a:r>
            <a:r>
              <a:rPr lang="nl-BE" dirty="0"/>
              <a:t>= 0.6).” </a:t>
            </a:r>
            <a:endParaRPr lang="nl-BE" b="1" i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E06FF-5536-4AE6-A548-5BFECE86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84</a:t>
            </a:fld>
            <a:endParaRPr lang="en-GB" noProof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2511D50A-E399-4DFD-994E-025F7BF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575" y="123825"/>
            <a:ext cx="14951075" cy="949325"/>
          </a:xfrm>
        </p:spPr>
        <p:txBody>
          <a:bodyPr/>
          <a:lstStyle/>
          <a:p>
            <a:pPr lvl="1"/>
            <a:r>
              <a:rPr kumimoji="0" lang="nl-BE" sz="3600" b="1" i="0" u="none" strike="noStrike" kern="1200" cap="small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>
                  <a:solidFill>
                    <a:srgbClr val="1E64C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</a:rPr>
              <a:t>Opgave 3: data vergelijken met gemiddelde waarde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788314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829EE-E84C-4356-83EA-58A3EC2E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Nog meer 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E490A1-2B9C-4218-B91B-BD1026FC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>
                <a:solidFill>
                  <a:srgbClr val="002060"/>
                </a:solidFill>
              </a:rPr>
              <a:t>Zie handboek en QR-code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A16FA6-05F8-482B-B342-24F3B70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399528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335687-23C4-4A0C-B05E-C4FB348DC452}">
  <ds:schemaRefs>
    <ds:schemaRef ds:uri="6f55e950-31a6-446f-893a-ec17b70e2fc0"/>
    <ds:schemaRef ds:uri="8f55a228-4e6a-4e20-9588-cb37277e13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038F6D0-C956-4627-8011-D89B0CC11700}">
  <ds:schemaRefs>
    <ds:schemaRef ds:uri="6f55e950-31a6-446f-893a-ec17b70e2fc0"/>
    <ds:schemaRef ds:uri="8f55a228-4e6a-4e20-9588-cb37277e13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0</TotalTime>
  <Words>5502</Words>
  <Application>Microsoft Office PowerPoint</Application>
  <PresentationFormat>Aangepast</PresentationFormat>
  <Paragraphs>1117</Paragraphs>
  <Slides>85</Slides>
  <Notes>20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85</vt:i4>
      </vt:variant>
    </vt:vector>
  </HeadingPairs>
  <TitlesOfParts>
    <vt:vector size="94" baseType="lpstr">
      <vt:lpstr>Arial</vt:lpstr>
      <vt:lpstr>Calibri</vt:lpstr>
      <vt:lpstr>Calibri Light</vt:lpstr>
      <vt:lpstr>Cambria Math</vt:lpstr>
      <vt:lpstr>Symbol</vt:lpstr>
      <vt:lpstr>Verdana</vt:lpstr>
      <vt:lpstr>Wingdings</vt:lpstr>
      <vt:lpstr>Powerpoint_UGent_EN_PS</vt:lpstr>
      <vt:lpstr>Kantoorthema</vt:lpstr>
      <vt:lpstr>Spss-werkcollege 4 (XX/XX)  </vt:lpstr>
      <vt:lpstr>H10 twee gemiddelden vergelijken</vt:lpstr>
      <vt:lpstr>Inleiding</vt:lpstr>
      <vt:lpstr>Inleiding</vt:lpstr>
      <vt:lpstr>Inleiding</vt:lpstr>
      <vt:lpstr>Inleiding</vt:lpstr>
      <vt:lpstr>Opgave 1</vt:lpstr>
      <vt:lpstr>Opgave 1: Verband Tijd x Angst</vt:lpstr>
      <vt:lpstr>Opgave 1: Verband Tijd x Angst</vt:lpstr>
      <vt:lpstr>Opgave 1: Verband Tijd x Angst</vt:lpstr>
      <vt:lpstr>Welke analysetechniek gebruik ik?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Opgave 1: Verband Tijd x Angst</vt:lpstr>
      <vt:lpstr>Welke analysetechniek gebruik ik?</vt:lpstr>
      <vt:lpstr>Opgave 1: Verband Tijd x Angst</vt:lpstr>
      <vt:lpstr>Opgave 1: Verband Tijd x Eenzaamheid (ordinaal)</vt:lpstr>
      <vt:lpstr>Opgave 1: Verband Tijd x Angst</vt:lpstr>
      <vt:lpstr>Opgave 1: Verband Tijd x Angst </vt:lpstr>
      <vt:lpstr>Opgave 1: Verband Tijd x Angst</vt:lpstr>
      <vt:lpstr>Opgave 1: Verband Tijd x Angst</vt:lpstr>
      <vt:lpstr>Opgave 1: Verband Tijd x Angst</vt:lpstr>
      <vt:lpstr>Opgave 1: Verband Tijd x Angst</vt:lpstr>
      <vt:lpstr>Opgave 2</vt:lpstr>
      <vt:lpstr>Opgave 2: Verband Ouder x Eenzaamheid</vt:lpstr>
      <vt:lpstr>Opgave 2: Verband Ouder x Eenzaamheid</vt:lpstr>
      <vt:lpstr>Opgave 2: Verband Ouder x Eenzaamheid</vt:lpstr>
      <vt:lpstr>Welke analysetechniek gebruik ik?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Welke analysetechniek gebruik ik?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2: Verband Ouder x Eenzaamheid</vt:lpstr>
      <vt:lpstr>Opgave 3</vt:lpstr>
      <vt:lpstr>Opgave 3: data vergelijken met gemiddelde waarde</vt:lpstr>
      <vt:lpstr>Opgave 3: data vergelijken met gemiddelde waarde</vt:lpstr>
      <vt:lpstr>Opgave 3: data vergelijken met gemiddelde waarde</vt:lpstr>
      <vt:lpstr>Opgave 3</vt:lpstr>
      <vt:lpstr>Opgave 3: data vergelijken met gemiddelde waarde</vt:lpstr>
      <vt:lpstr>Opgave 3: data vergelijken met gemiddelde waarde</vt:lpstr>
      <vt:lpstr>Opgave 3: data vergelijken met gemiddelde waarde</vt:lpstr>
      <vt:lpstr>Opgave 3: data vergelijken met gemiddelde waarde</vt:lpstr>
      <vt:lpstr>Opgave 3: data vergelijken met gemiddelde waarde</vt:lpstr>
      <vt:lpstr>Opgave 3: data vergelijken met gemiddelde waarde</vt:lpstr>
      <vt:lpstr>Opgave 3: data vergelijken met gemiddelde waarde</vt:lpstr>
      <vt:lpstr>Opgave 3: data vergelijken met gemiddelde waarde</vt:lpstr>
      <vt:lpstr>Opgave 3: data vergelijken met gemiddelde waarde</vt:lpstr>
      <vt:lpstr>Nog meer oefeningen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1</cp:revision>
  <cp:lastPrinted>2022-09-25T19:30:31Z</cp:lastPrinted>
  <dcterms:created xsi:type="dcterms:W3CDTF">2016-09-23T07:15:13Z</dcterms:created>
  <dcterms:modified xsi:type="dcterms:W3CDTF">2024-11-21T16:28:35Z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