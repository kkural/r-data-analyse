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4"/>
  </p:sldMasterIdLst>
  <p:notesMasterIdLst>
    <p:notesMasterId r:id="rId16"/>
  </p:notesMasterIdLst>
  <p:handoutMasterIdLst>
    <p:handoutMasterId r:id="rId17"/>
  </p:handoutMasterIdLst>
  <p:sldIdLst>
    <p:sldId id="259" r:id="rId5"/>
    <p:sldId id="1721" r:id="rId6"/>
    <p:sldId id="272" r:id="rId7"/>
    <p:sldId id="2123" r:id="rId8"/>
    <p:sldId id="1731" r:id="rId9"/>
    <p:sldId id="2124" r:id="rId10"/>
    <p:sldId id="1769" r:id="rId11"/>
    <p:sldId id="2046" r:id="rId12"/>
    <p:sldId id="2030" r:id="rId13"/>
    <p:sldId id="2139" r:id="rId14"/>
    <p:sldId id="1614" r:id="rId15"/>
  </p:sldIdLst>
  <p:sldSz cx="17338675" cy="9753600"/>
  <p:notesSz cx="6858000" cy="9144000"/>
  <p:defaultTextStyle>
    <a:defPPr>
      <a:defRPr lang="en-US"/>
    </a:defPPr>
    <a:lvl1pPr marL="0" algn="l" defTabSz="1300368" rtl="0" eaLnBrk="1" latinLnBrk="0" hangingPunct="1">
      <a:defRPr sz="2560" kern="1200">
        <a:solidFill>
          <a:schemeClr val="tx1"/>
        </a:solidFill>
        <a:latin typeface="+mn-lt"/>
        <a:ea typeface="+mn-ea"/>
        <a:cs typeface="+mn-cs"/>
      </a:defRPr>
    </a:lvl1pPr>
    <a:lvl2pPr marL="650184" algn="l" defTabSz="1300368" rtl="0" eaLnBrk="1" latinLnBrk="0" hangingPunct="1">
      <a:defRPr sz="2560" kern="1200">
        <a:solidFill>
          <a:schemeClr val="tx1"/>
        </a:solidFill>
        <a:latin typeface="+mn-lt"/>
        <a:ea typeface="+mn-ea"/>
        <a:cs typeface="+mn-cs"/>
      </a:defRPr>
    </a:lvl2pPr>
    <a:lvl3pPr marL="1300368" algn="l" defTabSz="1300368" rtl="0" eaLnBrk="1" latinLnBrk="0" hangingPunct="1">
      <a:defRPr sz="2560" kern="1200">
        <a:solidFill>
          <a:schemeClr val="tx1"/>
        </a:solidFill>
        <a:latin typeface="+mn-lt"/>
        <a:ea typeface="+mn-ea"/>
        <a:cs typeface="+mn-cs"/>
      </a:defRPr>
    </a:lvl3pPr>
    <a:lvl4pPr marL="1950552" algn="l" defTabSz="1300368" rtl="0" eaLnBrk="1" latinLnBrk="0" hangingPunct="1">
      <a:defRPr sz="2560" kern="1200">
        <a:solidFill>
          <a:schemeClr val="tx1"/>
        </a:solidFill>
        <a:latin typeface="+mn-lt"/>
        <a:ea typeface="+mn-ea"/>
        <a:cs typeface="+mn-cs"/>
      </a:defRPr>
    </a:lvl4pPr>
    <a:lvl5pPr marL="2600736" algn="l" defTabSz="1300368" rtl="0" eaLnBrk="1" latinLnBrk="0" hangingPunct="1">
      <a:defRPr sz="2560" kern="1200">
        <a:solidFill>
          <a:schemeClr val="tx1"/>
        </a:solidFill>
        <a:latin typeface="+mn-lt"/>
        <a:ea typeface="+mn-ea"/>
        <a:cs typeface="+mn-cs"/>
      </a:defRPr>
    </a:lvl5pPr>
    <a:lvl6pPr marL="3250921" algn="l" defTabSz="1300368" rtl="0" eaLnBrk="1" latinLnBrk="0" hangingPunct="1">
      <a:defRPr sz="2560" kern="1200">
        <a:solidFill>
          <a:schemeClr val="tx1"/>
        </a:solidFill>
        <a:latin typeface="+mn-lt"/>
        <a:ea typeface="+mn-ea"/>
        <a:cs typeface="+mn-cs"/>
      </a:defRPr>
    </a:lvl6pPr>
    <a:lvl7pPr marL="3901105" algn="l" defTabSz="1300368" rtl="0" eaLnBrk="1" latinLnBrk="0" hangingPunct="1">
      <a:defRPr sz="2560" kern="1200">
        <a:solidFill>
          <a:schemeClr val="tx1"/>
        </a:solidFill>
        <a:latin typeface="+mn-lt"/>
        <a:ea typeface="+mn-ea"/>
        <a:cs typeface="+mn-cs"/>
      </a:defRPr>
    </a:lvl7pPr>
    <a:lvl8pPr marL="4551289" algn="l" defTabSz="1300368" rtl="0" eaLnBrk="1" latinLnBrk="0" hangingPunct="1">
      <a:defRPr sz="2560" kern="1200">
        <a:solidFill>
          <a:schemeClr val="tx1"/>
        </a:solidFill>
        <a:latin typeface="+mn-lt"/>
        <a:ea typeface="+mn-ea"/>
        <a:cs typeface="+mn-cs"/>
      </a:defRPr>
    </a:lvl8pPr>
    <a:lvl9pPr marL="5201473" algn="l" defTabSz="1300368" rtl="0" eaLnBrk="1" latinLnBrk="0" hangingPunct="1">
      <a:defRPr sz="256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tandaardsectie" id="{FA01C38F-A97F-4656-9E40-FE98D775CC1A}">
          <p14:sldIdLst>
            <p14:sldId id="259"/>
            <p14:sldId id="1721"/>
            <p14:sldId id="272"/>
            <p14:sldId id="2123"/>
            <p14:sldId id="1731"/>
            <p14:sldId id="2124"/>
            <p14:sldId id="1769"/>
            <p14:sldId id="2046"/>
            <p14:sldId id="2030"/>
            <p14:sldId id="2139"/>
            <p14:sldId id="161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3072" userDrawn="1">
          <p15:clr>
            <a:srgbClr val="A4A3A4"/>
          </p15:clr>
        </p15:guide>
        <p15:guide id="2" pos="5461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Thijs Hauspie" initials="TH" lastIdx="3" clrIdx="0">
    <p:extLst>
      <p:ext uri="{19B8F6BF-5375-455C-9EA6-DF929625EA0E}">
        <p15:presenceInfo xmlns:p15="http://schemas.microsoft.com/office/powerpoint/2012/main" userId="S-1-5-21-4030456262-320625612-449655040-28156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66"/>
    <a:srgbClr val="8FBBE2"/>
    <a:srgbClr val="DC8621"/>
    <a:srgbClr val="80C0E0"/>
    <a:srgbClr val="4472C4"/>
    <a:srgbClr val="5D9CC7"/>
    <a:srgbClr val="5B9BD5"/>
    <a:srgbClr val="008000"/>
    <a:srgbClr val="008CBB"/>
    <a:srgbClr val="44C6E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DF18680-E054-41AD-8BC1-D1AEF772440D}" styleName="Stijl, gemiddeld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C22544A-7EE6-4342-B048-85BDC9FD1C3A}" styleName="Stijl, gemiddeld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532" autoAdjust="0"/>
    <p:restoredTop sz="91691" autoAdjust="0"/>
  </p:normalViewPr>
  <p:slideViewPr>
    <p:cSldViewPr snapToGrid="0" showGuides="1">
      <p:cViewPr varScale="1">
        <p:scale>
          <a:sx n="53" d="100"/>
          <a:sy n="53" d="100"/>
        </p:scale>
        <p:origin x="1056" y="110"/>
      </p:cViewPr>
      <p:guideLst>
        <p:guide orient="horz" pos="3072"/>
        <p:guide pos="5461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7" d="100"/>
          <a:sy n="67" d="100"/>
        </p:scale>
        <p:origin x="3029" y="5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uve Duprez" userId="59fdc1fb-507d-4cdb-a31c-e3fd651e0acf" providerId="ADAL" clId="{4CA75EE4-E566-4939-B56B-2311E93ECFC1}"/>
    <pc:docChg chg="custSel modSld">
      <pc:chgData name="Fauve Duprez" userId="59fdc1fb-507d-4cdb-a31c-e3fd651e0acf" providerId="ADAL" clId="{4CA75EE4-E566-4939-B56B-2311E93ECFC1}" dt="2024-12-03T15:37:46.516" v="26" actId="478"/>
      <pc:docMkLst>
        <pc:docMk/>
      </pc:docMkLst>
      <pc:sldChg chg="modSp mod">
        <pc:chgData name="Fauve Duprez" userId="59fdc1fb-507d-4cdb-a31c-e3fd651e0acf" providerId="ADAL" clId="{4CA75EE4-E566-4939-B56B-2311E93ECFC1}" dt="2024-12-03T15:37:08.478" v="19" actId="20577"/>
        <pc:sldMkLst>
          <pc:docMk/>
          <pc:sldMk cId="4162507869" sldId="259"/>
        </pc:sldMkLst>
        <pc:spChg chg="mod">
          <ac:chgData name="Fauve Duprez" userId="59fdc1fb-507d-4cdb-a31c-e3fd651e0acf" providerId="ADAL" clId="{4CA75EE4-E566-4939-B56B-2311E93ECFC1}" dt="2024-12-03T15:36:55.166" v="1" actId="20577"/>
          <ac:spMkLst>
            <pc:docMk/>
            <pc:sldMk cId="4162507869" sldId="259"/>
            <ac:spMk id="2" creationId="{1D528B7A-3168-440C-A60C-A036931164EC}"/>
          </ac:spMkLst>
        </pc:spChg>
        <pc:spChg chg="mod">
          <ac:chgData name="Fauve Duprez" userId="59fdc1fb-507d-4cdb-a31c-e3fd651e0acf" providerId="ADAL" clId="{4CA75EE4-E566-4939-B56B-2311E93ECFC1}" dt="2024-12-03T15:37:08.478" v="19" actId="20577"/>
          <ac:spMkLst>
            <pc:docMk/>
            <pc:sldMk cId="4162507869" sldId="259"/>
            <ac:spMk id="3" creationId="{70FE6360-0905-4150-BEDD-4BF877AD22CF}"/>
          </ac:spMkLst>
        </pc:spChg>
      </pc:sldChg>
      <pc:sldChg chg="delSp mod">
        <pc:chgData name="Fauve Duprez" userId="59fdc1fb-507d-4cdb-a31c-e3fd651e0acf" providerId="ADAL" clId="{4CA75EE4-E566-4939-B56B-2311E93ECFC1}" dt="2024-12-03T15:37:46.516" v="26" actId="478"/>
        <pc:sldMkLst>
          <pc:docMk/>
          <pc:sldMk cId="103995283" sldId="1614"/>
        </pc:sldMkLst>
        <pc:spChg chg="del">
          <ac:chgData name="Fauve Duprez" userId="59fdc1fb-507d-4cdb-a31c-e3fd651e0acf" providerId="ADAL" clId="{4CA75EE4-E566-4939-B56B-2311E93ECFC1}" dt="2024-12-03T15:37:46.516" v="26" actId="478"/>
          <ac:spMkLst>
            <pc:docMk/>
            <pc:sldMk cId="103995283" sldId="1614"/>
            <ac:spMk id="5" creationId="{C3F45861-86AC-4251-8F68-78CC9A0DF34D}"/>
          </ac:spMkLst>
        </pc:spChg>
      </pc:sldChg>
      <pc:sldChg chg="modSp mod">
        <pc:chgData name="Fauve Duprez" userId="59fdc1fb-507d-4cdb-a31c-e3fd651e0acf" providerId="ADAL" clId="{4CA75EE4-E566-4939-B56B-2311E93ECFC1}" dt="2024-12-03T15:37:18.161" v="21" actId="20577"/>
        <pc:sldMkLst>
          <pc:docMk/>
          <pc:sldMk cId="4021574165" sldId="1721"/>
        </pc:sldMkLst>
        <pc:spChg chg="mod">
          <ac:chgData name="Fauve Duprez" userId="59fdc1fb-507d-4cdb-a31c-e3fd651e0acf" providerId="ADAL" clId="{4CA75EE4-E566-4939-B56B-2311E93ECFC1}" dt="2024-12-03T15:37:18.161" v="21" actId="20577"/>
          <ac:spMkLst>
            <pc:docMk/>
            <pc:sldMk cId="4021574165" sldId="1721"/>
            <ac:spMk id="4" creationId="{AFADBEE7-7DB1-4468-A19F-EE1EC696AF82}"/>
          </ac:spMkLst>
        </pc:spChg>
      </pc:sldChg>
      <pc:sldChg chg="addSp delSp modSp mod">
        <pc:chgData name="Fauve Duprez" userId="59fdc1fb-507d-4cdb-a31c-e3fd651e0acf" providerId="ADAL" clId="{4CA75EE4-E566-4939-B56B-2311E93ECFC1}" dt="2024-12-03T15:37:32.158" v="23" actId="478"/>
        <pc:sldMkLst>
          <pc:docMk/>
          <pc:sldMk cId="2357406962" sldId="1769"/>
        </pc:sldMkLst>
        <pc:spChg chg="del">
          <ac:chgData name="Fauve Duprez" userId="59fdc1fb-507d-4cdb-a31c-e3fd651e0acf" providerId="ADAL" clId="{4CA75EE4-E566-4939-B56B-2311E93ECFC1}" dt="2024-12-03T15:37:30.729" v="22" actId="478"/>
          <ac:spMkLst>
            <pc:docMk/>
            <pc:sldMk cId="2357406962" sldId="1769"/>
            <ac:spMk id="4" creationId="{AFADBEE7-7DB1-4468-A19F-EE1EC696AF82}"/>
          </ac:spMkLst>
        </pc:spChg>
        <pc:spChg chg="add del mod">
          <ac:chgData name="Fauve Duprez" userId="59fdc1fb-507d-4cdb-a31c-e3fd651e0acf" providerId="ADAL" clId="{4CA75EE4-E566-4939-B56B-2311E93ECFC1}" dt="2024-12-03T15:37:32.158" v="23" actId="478"/>
          <ac:spMkLst>
            <pc:docMk/>
            <pc:sldMk cId="2357406962" sldId="1769"/>
            <ac:spMk id="5" creationId="{3B91DB91-B1C5-D890-068E-C518877D38EB}"/>
          </ac:spMkLst>
        </pc:spChg>
      </pc:sldChg>
      <pc:sldChg chg="addSp delSp modSp mod">
        <pc:chgData name="Fauve Duprez" userId="59fdc1fb-507d-4cdb-a31c-e3fd651e0acf" providerId="ADAL" clId="{4CA75EE4-E566-4939-B56B-2311E93ECFC1}" dt="2024-12-03T15:37:39.215" v="25" actId="478"/>
        <pc:sldMkLst>
          <pc:docMk/>
          <pc:sldMk cId="238202101" sldId="2030"/>
        </pc:sldMkLst>
        <pc:spChg chg="del">
          <ac:chgData name="Fauve Duprez" userId="59fdc1fb-507d-4cdb-a31c-e3fd651e0acf" providerId="ADAL" clId="{4CA75EE4-E566-4939-B56B-2311E93ECFC1}" dt="2024-12-03T15:37:35.455" v="24" actId="478"/>
          <ac:spMkLst>
            <pc:docMk/>
            <pc:sldMk cId="238202101" sldId="2030"/>
            <ac:spMk id="4" creationId="{AFADBEE7-7DB1-4468-A19F-EE1EC696AF82}"/>
          </ac:spMkLst>
        </pc:spChg>
        <pc:spChg chg="add del mod">
          <ac:chgData name="Fauve Duprez" userId="59fdc1fb-507d-4cdb-a31c-e3fd651e0acf" providerId="ADAL" clId="{4CA75EE4-E566-4939-B56B-2311E93ECFC1}" dt="2024-12-03T15:37:39.215" v="25" actId="478"/>
          <ac:spMkLst>
            <pc:docMk/>
            <pc:sldMk cId="238202101" sldId="2030"/>
            <ac:spMk id="5" creationId="{CDB09047-685C-1FE3-E197-3F70AAD5A4C4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562FC35-6E1B-4E70-B4A8-2E17764112F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3783509-45F4-4A33-B377-E4DC335B001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B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231CA1-EEC8-4E8D-8F53-590E0F57592C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16E2CA-99BE-4DC0-9A95-E0C0A0CA9309}" type="slidenum">
              <a:rPr lang="nl-BE" smtClean="0"/>
              <a:t>‹nr.›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233610495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680C0C-85DF-417F-8238-DB0D15743621}" type="datetimeFigureOut">
              <a:rPr lang="en-GB" smtClean="0"/>
              <a:t>03/12/2024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39A0A48-EDB1-4AFE-B1B7-10CE2A416496}" type="slidenum">
              <a:rPr lang="en-GB" smtClean="0"/>
              <a:t>‹nr.›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62018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9A0A48-EDB1-4AFE-B1B7-10CE2A416496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568876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9A0A48-EDB1-4AFE-B1B7-10CE2A416496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164649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9A0A48-EDB1-4AFE-B1B7-10CE2A416496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8192535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9A0A48-EDB1-4AFE-B1B7-10CE2A416496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0995016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9A0A48-EDB1-4AFE-B1B7-10CE2A416496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4080340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9A0A48-EDB1-4AFE-B1B7-10CE2A416496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973374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9A0A48-EDB1-4AFE-B1B7-10CE2A416496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2932007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39A0A48-EDB1-4AFE-B1B7-10CE2A416496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7564434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Corporate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464F84-246C-4657-8172-1E2969D0F603}" type="datetime1">
              <a:rPr lang="en-GB" smtClean="0"/>
              <a:t>03/12/2024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184E0-0BD4-4705-A12B-9B71DDE63301}" type="slidenum">
              <a:rPr lang="en-GB" smtClean="0"/>
              <a:t>‹nr.›</a:t>
            </a:fld>
            <a:endParaRPr lang="en-GB"/>
          </a:p>
        </p:txBody>
      </p:sp>
      <p:pic>
        <p:nvPicPr>
          <p:cNvPr id="6" name="Logo Large EN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77747" y="2283675"/>
            <a:ext cx="4800610" cy="41727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14365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0" y="2295684"/>
            <a:ext cx="17338675" cy="5602716"/>
          </a:xfrm>
          <a:prstGeom prst="rect">
            <a:avLst/>
          </a:prstGeom>
          <a:solidFill>
            <a:srgbClr val="0070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 bwMode="white">
          <a:xfrm>
            <a:off x="712340" y="2298145"/>
            <a:ext cx="12742426" cy="2359800"/>
          </a:xfrm>
        </p:spPr>
        <p:txBody>
          <a:bodyPr anchor="b">
            <a:noAutofit/>
          </a:bodyPr>
          <a:lstStyle>
            <a:lvl1pPr algn="l">
              <a:lnSpc>
                <a:spcPts val="11000"/>
              </a:lnSpc>
              <a:defRPr sz="4400" b="1" u="none" baseline="0">
                <a:solidFill>
                  <a:schemeClr val="bg1"/>
                </a:solidFill>
                <a:uFill>
                  <a:solidFill>
                    <a:schemeClr val="bg1"/>
                  </a:solidFill>
                </a:u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US" noProof="0" dirty="0"/>
              <a:t>Click to edit Master title style</a:t>
            </a:r>
            <a:endParaRPr lang="en-GB" noProof="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 bwMode="white">
          <a:xfrm>
            <a:off x="1283414" y="6874716"/>
            <a:ext cx="15191026" cy="583200"/>
          </a:xfrm>
        </p:spPr>
        <p:txBody>
          <a:bodyPr>
            <a:normAutofit/>
          </a:bodyPr>
          <a:lstStyle>
            <a:lvl1pPr marL="0" indent="0" algn="l">
              <a:lnSpc>
                <a:spcPts val="3600"/>
              </a:lnSpc>
              <a:buNone/>
              <a:defRPr sz="2800" b="1">
                <a:solidFill>
                  <a:schemeClr val="bg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650184" indent="0" algn="ctr">
              <a:buNone/>
              <a:defRPr sz="2844"/>
            </a:lvl2pPr>
            <a:lvl3pPr marL="1300368" indent="0" algn="ctr">
              <a:buNone/>
              <a:defRPr sz="2560"/>
            </a:lvl3pPr>
            <a:lvl4pPr marL="1950552" indent="0" algn="ctr">
              <a:buNone/>
              <a:defRPr sz="2275"/>
            </a:lvl4pPr>
            <a:lvl5pPr marL="2600736" indent="0" algn="ctr">
              <a:buNone/>
              <a:defRPr sz="2275"/>
            </a:lvl5pPr>
            <a:lvl6pPr marL="3250921" indent="0" algn="ctr">
              <a:buNone/>
              <a:defRPr sz="2275"/>
            </a:lvl6pPr>
            <a:lvl7pPr marL="3901105" indent="0" algn="ctr">
              <a:buNone/>
              <a:defRPr sz="2275"/>
            </a:lvl7pPr>
            <a:lvl8pPr marL="4551289" indent="0" algn="ctr">
              <a:buNone/>
              <a:defRPr sz="2275"/>
            </a:lvl8pPr>
            <a:lvl9pPr marL="5201473" indent="0" algn="ctr">
              <a:buNone/>
              <a:defRPr sz="2275"/>
            </a:lvl9pPr>
          </a:lstStyle>
          <a:p>
            <a:r>
              <a:rPr lang="en-GB" noProof="0" dirty="0"/>
              <a:t>Click to add subtitle / presenter / date [</a:t>
            </a:r>
            <a:r>
              <a:rPr lang="en-GB" noProof="0" dirty="0" err="1"/>
              <a:t>dd</a:t>
            </a:r>
            <a:r>
              <a:rPr lang="en-GB" noProof="0" dirty="0"/>
              <a:t>-mm-</a:t>
            </a:r>
            <a:r>
              <a:rPr lang="en-GB" noProof="0" dirty="0" err="1"/>
              <a:t>yyyy</a:t>
            </a:r>
            <a:r>
              <a:rPr lang="en-GB" noProof="0" dirty="0"/>
              <a:t>]</a:t>
            </a:r>
          </a:p>
        </p:txBody>
      </p:sp>
      <p:sp>
        <p:nvSpPr>
          <p:cNvPr id="8" name="Titles positoning box" hidden="1"/>
          <p:cNvSpPr/>
          <p:nvPr userDrawn="1"/>
        </p:nvSpPr>
        <p:spPr>
          <a:xfrm>
            <a:off x="1371600" y="6408000"/>
            <a:ext cx="15012000" cy="5760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Oranisation Placeholder"/>
          <p:cNvSpPr>
            <a:spLocks noGrp="1"/>
          </p:cNvSpPr>
          <p:nvPr>
            <p:ph type="body" sz="quarter" idx="15" hasCustomPrompt="1"/>
          </p:nvPr>
        </p:nvSpPr>
        <p:spPr bwMode="white">
          <a:xfrm>
            <a:off x="4108537" y="350729"/>
            <a:ext cx="12841549" cy="671961"/>
          </a:xfrm>
        </p:spPr>
        <p:txBody>
          <a:bodyPr anchor="b" anchorCtr="0">
            <a:normAutofit/>
          </a:bodyPr>
          <a:lstStyle>
            <a:lvl1pPr>
              <a:lnSpc>
                <a:spcPts val="1700"/>
              </a:lnSpc>
              <a:defRPr sz="3400" b="1" i="0" u="sng" cap="small" baseline="0">
                <a:solidFill>
                  <a:srgbClr val="003366"/>
                </a:solidFill>
                <a:uFill>
                  <a:solidFill>
                    <a:schemeClr val="bg1"/>
                  </a:solidFill>
                </a:u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>
              <a:lnSpc>
                <a:spcPts val="1700"/>
              </a:lnSpc>
              <a:buNone/>
              <a:defRPr sz="1400" cap="all" baseline="0">
                <a:solidFill>
                  <a:srgbClr val="1E64C8"/>
                </a:solidFill>
              </a:defRPr>
            </a:lvl2pPr>
          </a:lstStyle>
          <a:p>
            <a:pPr lvl="0"/>
            <a:r>
              <a:rPr lang="en-GB" noProof="0" dirty="0"/>
              <a:t>Click to edit organisation styles</a:t>
            </a:r>
          </a:p>
        </p:txBody>
      </p:sp>
      <p:pic>
        <p:nvPicPr>
          <p:cNvPr id="9" name="Afbeelding 8">
            <a:extLst>
              <a:ext uri="{FF2B5EF4-FFF2-40B4-BE49-F238E27FC236}">
                <a16:creationId xmlns:a16="http://schemas.microsoft.com/office/drawing/2014/main" id="{9871DE22-9699-4EAF-9087-24565B509F1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497" y="-1248325"/>
            <a:ext cx="3312270" cy="46764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18146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914400" y="0"/>
            <a:ext cx="16424275" cy="7898400"/>
          </a:xfrm>
          <a:prstGeom prst="rect">
            <a:avLst/>
          </a:prstGeom>
          <a:solidFill>
            <a:srgbClr val="1E64C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white">
          <a:xfrm>
            <a:off x="1291074" y="3246120"/>
            <a:ext cx="15183366" cy="4436316"/>
          </a:xfrm>
        </p:spPr>
        <p:txBody>
          <a:bodyPr anchor="b">
            <a:noAutofit/>
          </a:bodyPr>
          <a:lstStyle>
            <a:lvl1pPr algn="l">
              <a:lnSpc>
                <a:spcPts val="11000"/>
              </a:lnSpc>
              <a:defRPr sz="10000" u="sng" baseline="0">
                <a:solidFill>
                  <a:schemeClr val="bg1"/>
                </a:solidFill>
                <a:uFill>
                  <a:solidFill>
                    <a:schemeClr val="bg1"/>
                  </a:solidFill>
                </a:uFill>
              </a:defRPr>
            </a:lvl1pPr>
          </a:lstStyle>
          <a:p>
            <a:r>
              <a:rPr lang="en-GB" noProof="0" dirty="0"/>
              <a:t>Click to add chapter title</a:t>
            </a:r>
          </a:p>
        </p:txBody>
      </p:sp>
      <p:sp>
        <p:nvSpPr>
          <p:cNvPr id="8" name="Titles positoning box" hidden="1"/>
          <p:cNvSpPr/>
          <p:nvPr userDrawn="1"/>
        </p:nvSpPr>
        <p:spPr>
          <a:xfrm>
            <a:off x="1371600" y="7344000"/>
            <a:ext cx="15012000" cy="5760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590520" y="8948703"/>
            <a:ext cx="921880" cy="5192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707">
                <a:solidFill>
                  <a:srgbClr val="1E64C8"/>
                </a:solidFill>
              </a:defRPr>
            </a:lvl1pPr>
          </a:lstStyle>
          <a:p>
            <a:fld id="{7AE184E0-0BD4-4705-A12B-9B71DDE63301}" type="slidenum">
              <a:rPr lang="en-GB" noProof="0" smtClean="0"/>
              <a:pPr/>
              <a:t>‹nr.›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12947326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hoek 8">
            <a:extLst>
              <a:ext uri="{FF2B5EF4-FFF2-40B4-BE49-F238E27FC236}">
                <a16:creationId xmlns:a16="http://schemas.microsoft.com/office/drawing/2014/main" id="{B8233FCF-C78E-47A1-9466-4CB05FC00861}"/>
              </a:ext>
            </a:extLst>
          </p:cNvPr>
          <p:cNvSpPr/>
          <p:nvPr userDrawn="1"/>
        </p:nvSpPr>
        <p:spPr>
          <a:xfrm>
            <a:off x="712340" y="8068235"/>
            <a:ext cx="1708131" cy="1411941"/>
          </a:xfrm>
          <a:prstGeom prst="rect">
            <a:avLst/>
          </a:prstGeom>
          <a:solidFill>
            <a:schemeClr val="bg1"/>
          </a:solidFill>
          <a:ln w="317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pic>
        <p:nvPicPr>
          <p:cNvPr id="12" name="Logo Large EN">
            <a:extLst>
              <a:ext uri="{FF2B5EF4-FFF2-40B4-BE49-F238E27FC236}">
                <a16:creationId xmlns:a16="http://schemas.microsoft.com/office/drawing/2014/main" id="{DD11DB78-BA8F-4D35-9786-54E14B77F9B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819" y="8863728"/>
            <a:ext cx="817818" cy="71085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60295" y="123499"/>
            <a:ext cx="14951312" cy="949564"/>
          </a:xfrm>
        </p:spPr>
        <p:txBody>
          <a:bodyPr/>
          <a:lstStyle>
            <a:lvl1pPr>
              <a:defRPr sz="3600" b="1" u="none" cap="small" baseline="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US" noProof="0" dirty="0"/>
              <a:t>Click to edit Master title style</a:t>
            </a:r>
            <a:endParaRPr lang="en-GB" noProof="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7069" y="1816273"/>
            <a:ext cx="16858641" cy="6864264"/>
          </a:xfrm>
        </p:spPr>
        <p:txBody>
          <a:bodyPr>
            <a:normAutofit/>
          </a:bodyPr>
          <a:lstStyle>
            <a:lvl1pPr marL="536400" indent="-450000" defTabSz="457200">
              <a:lnSpc>
                <a:spcPct val="120000"/>
              </a:lnSpc>
              <a:spcBef>
                <a:spcPts val="300"/>
              </a:spcBef>
              <a:buFont typeface="Wingdings" panose="05000000000000000000" pitchFamily="2" charset="2"/>
              <a:buChar char="Ø"/>
              <a:defRPr sz="2800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1170000" indent="-450000">
              <a:lnSpc>
                <a:spcPct val="120000"/>
              </a:lnSpc>
              <a:spcBef>
                <a:spcPts val="300"/>
              </a:spcBef>
              <a:buFont typeface="Wingdings" panose="05000000000000000000" pitchFamily="2" charset="2"/>
              <a:buChar char="Ø"/>
              <a:defRPr sz="2800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756800" indent="-450000" defTabSz="457200">
              <a:lnSpc>
                <a:spcPct val="120000"/>
              </a:lnSpc>
              <a:spcBef>
                <a:spcPts val="300"/>
              </a:spcBef>
              <a:buFont typeface="Wingdings" panose="05000000000000000000" pitchFamily="2" charset="2"/>
              <a:buChar char="Ø"/>
              <a:defRPr sz="2800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2329200" indent="-550800" defTabSz="457200">
              <a:lnSpc>
                <a:spcPct val="120000"/>
              </a:lnSpc>
              <a:spcBef>
                <a:spcPts val="300"/>
              </a:spcBef>
              <a:buFont typeface="Wingdings" panose="05000000000000000000" pitchFamily="2" charset="2"/>
              <a:buChar char="Ø"/>
              <a:defRPr sz="2800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2962800" indent="-442800" defTabSz="457200">
              <a:lnSpc>
                <a:spcPct val="120000"/>
              </a:lnSpc>
              <a:spcBef>
                <a:spcPts val="300"/>
              </a:spcBef>
              <a:buFont typeface="Wingdings" panose="05000000000000000000" pitchFamily="2" charset="2"/>
              <a:buChar char="Ø"/>
              <a:defRPr sz="2800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GB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6263830" y="8959510"/>
            <a:ext cx="921880" cy="519289"/>
          </a:xfrm>
        </p:spPr>
        <p:txBody>
          <a:bodyPr/>
          <a:lstStyle/>
          <a:p>
            <a:fld id="{7AE184E0-0BD4-4705-A12B-9B71DDE63301}" type="slidenum">
              <a:rPr lang="en-GB" noProof="0" smtClean="0"/>
              <a:t>‹nr.›</a:t>
            </a:fld>
            <a:endParaRPr lang="en-GB" noProof="0" dirty="0"/>
          </a:p>
        </p:txBody>
      </p:sp>
      <p:sp>
        <p:nvSpPr>
          <p:cNvPr id="10" name="Content Placeholder 2"/>
          <p:cNvSpPr>
            <a:spLocks noGrp="1"/>
          </p:cNvSpPr>
          <p:nvPr>
            <p:ph idx="13"/>
          </p:nvPr>
        </p:nvSpPr>
        <p:spPr>
          <a:xfrm>
            <a:off x="2331721" y="8981161"/>
            <a:ext cx="13722366" cy="475989"/>
          </a:xfrm>
        </p:spPr>
        <p:txBody>
          <a:bodyPr>
            <a:normAutofit/>
          </a:bodyPr>
          <a:lstStyle>
            <a:lvl1pPr marL="86400" indent="0" defTabSz="457200">
              <a:lnSpc>
                <a:spcPct val="120000"/>
              </a:lnSpc>
              <a:buFont typeface="Wingdings" panose="05000000000000000000" pitchFamily="2" charset="2"/>
              <a:buNone/>
              <a:defRPr sz="1800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1170000" indent="-450000">
              <a:lnSpc>
                <a:spcPct val="120000"/>
              </a:lnSpc>
              <a:buFont typeface="Wingdings" panose="05000000000000000000" pitchFamily="2" charset="2"/>
              <a:buChar char="Ø"/>
              <a:defRPr sz="2400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756800" indent="-450000" defTabSz="457200">
              <a:lnSpc>
                <a:spcPct val="120000"/>
              </a:lnSpc>
              <a:buFont typeface="Wingdings" panose="05000000000000000000" pitchFamily="2" charset="2"/>
              <a:buChar char="Ø"/>
              <a:defRPr sz="2400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2329200" indent="-550800" defTabSz="457200">
              <a:lnSpc>
                <a:spcPct val="120000"/>
              </a:lnSpc>
              <a:buFont typeface="Wingdings" panose="05000000000000000000" pitchFamily="2" charset="2"/>
              <a:buChar char="Ø"/>
              <a:defRPr sz="2400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2962800" indent="-442800" defTabSz="457200">
              <a:lnSpc>
                <a:spcPct val="120000"/>
              </a:lnSpc>
              <a:buFont typeface="Wingdings" panose="05000000000000000000" pitchFamily="2" charset="2"/>
              <a:buChar char="Ø"/>
              <a:defRPr sz="2400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104DC89-525A-4773-B9DF-6BE1A717F802}"/>
              </a:ext>
            </a:extLst>
          </p:cNvPr>
          <p:cNvCxnSpPr>
            <a:cxnSpLocks/>
          </p:cNvCxnSpPr>
          <p:nvPr userDrawn="1"/>
        </p:nvCxnSpPr>
        <p:spPr>
          <a:xfrm>
            <a:off x="327069" y="1445550"/>
            <a:ext cx="16741731" cy="0"/>
          </a:xfrm>
          <a:prstGeom prst="line">
            <a:avLst/>
          </a:prstGeom>
          <a:ln w="31750">
            <a:solidFill>
              <a:srgbClr val="00206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Afbeelding 7">
            <a:extLst>
              <a:ext uri="{FF2B5EF4-FFF2-40B4-BE49-F238E27FC236}">
                <a16:creationId xmlns:a16="http://schemas.microsoft.com/office/drawing/2014/main" id="{9811080D-4FB2-4915-B4B2-1D8BF0E329E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38" y="-713705"/>
            <a:ext cx="2017657" cy="2848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15775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,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hoek 9">
            <a:extLst>
              <a:ext uri="{FF2B5EF4-FFF2-40B4-BE49-F238E27FC236}">
                <a16:creationId xmlns:a16="http://schemas.microsoft.com/office/drawing/2014/main" id="{1541393E-7C09-4F12-9A9E-C6211FF6E487}"/>
              </a:ext>
            </a:extLst>
          </p:cNvPr>
          <p:cNvSpPr/>
          <p:nvPr userDrawn="1"/>
        </p:nvSpPr>
        <p:spPr>
          <a:xfrm>
            <a:off x="712340" y="8068235"/>
            <a:ext cx="1708131" cy="1411941"/>
          </a:xfrm>
          <a:prstGeom prst="rect">
            <a:avLst/>
          </a:prstGeom>
          <a:solidFill>
            <a:schemeClr val="bg1"/>
          </a:solidFill>
          <a:ln w="317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60295" y="123499"/>
            <a:ext cx="14951312" cy="949564"/>
          </a:xfrm>
        </p:spPr>
        <p:txBody>
          <a:bodyPr/>
          <a:lstStyle>
            <a:lvl1pPr>
              <a:defRPr sz="3600" b="1" u="none" cap="small" baseline="0">
                <a:solidFill>
                  <a:srgbClr val="00206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en-US" noProof="0" dirty="0"/>
              <a:t>Click to edit Master title style</a:t>
            </a:r>
            <a:endParaRPr lang="en-GB" noProof="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5469" y="1816273"/>
            <a:ext cx="16960241" cy="3728000"/>
          </a:xfrm>
        </p:spPr>
        <p:txBody>
          <a:bodyPr>
            <a:normAutofit/>
          </a:bodyPr>
          <a:lstStyle>
            <a:lvl1pPr marL="536400" indent="-450000" defTabSz="457200">
              <a:lnSpc>
                <a:spcPct val="120000"/>
              </a:lnSpc>
              <a:spcBef>
                <a:spcPts val="300"/>
              </a:spcBef>
              <a:buFont typeface="Wingdings" panose="05000000000000000000" pitchFamily="2" charset="2"/>
              <a:buChar char="Ø"/>
              <a:defRPr sz="2800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1170000" indent="-450000">
              <a:lnSpc>
                <a:spcPct val="120000"/>
              </a:lnSpc>
              <a:spcBef>
                <a:spcPts val="300"/>
              </a:spcBef>
              <a:buFont typeface="Wingdings" panose="05000000000000000000" pitchFamily="2" charset="2"/>
              <a:buChar char="Ø"/>
              <a:defRPr sz="2800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756800" indent="-450000" defTabSz="457200">
              <a:lnSpc>
                <a:spcPct val="120000"/>
              </a:lnSpc>
              <a:spcBef>
                <a:spcPts val="300"/>
              </a:spcBef>
              <a:buFont typeface="Wingdings" panose="05000000000000000000" pitchFamily="2" charset="2"/>
              <a:buChar char="Ø"/>
              <a:defRPr sz="2800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2329200" indent="-550800" defTabSz="457200">
              <a:lnSpc>
                <a:spcPct val="120000"/>
              </a:lnSpc>
              <a:spcBef>
                <a:spcPts val="300"/>
              </a:spcBef>
              <a:buFont typeface="Wingdings" panose="05000000000000000000" pitchFamily="2" charset="2"/>
              <a:buChar char="Ø"/>
              <a:defRPr sz="2800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2962800" indent="-442800" defTabSz="457200">
              <a:lnSpc>
                <a:spcPct val="120000"/>
              </a:lnSpc>
              <a:spcBef>
                <a:spcPts val="300"/>
              </a:spcBef>
              <a:buFont typeface="Wingdings" panose="05000000000000000000" pitchFamily="2" charset="2"/>
              <a:buChar char="Ø"/>
              <a:defRPr sz="2800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GB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6263830" y="8959510"/>
            <a:ext cx="921880" cy="519289"/>
          </a:xfrm>
        </p:spPr>
        <p:txBody>
          <a:bodyPr/>
          <a:lstStyle/>
          <a:p>
            <a:fld id="{7AE184E0-0BD4-4705-A12B-9B71DDE63301}" type="slidenum">
              <a:rPr lang="en-GB" noProof="0" smtClean="0"/>
              <a:t>‹nr.›</a:t>
            </a:fld>
            <a:endParaRPr lang="en-GB" noProof="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104DC89-525A-4773-B9DF-6BE1A717F802}"/>
              </a:ext>
            </a:extLst>
          </p:cNvPr>
          <p:cNvCxnSpPr/>
          <p:nvPr userDrawn="1"/>
        </p:nvCxnSpPr>
        <p:spPr>
          <a:xfrm>
            <a:off x="225469" y="1445550"/>
            <a:ext cx="16843331" cy="0"/>
          </a:xfrm>
          <a:prstGeom prst="line">
            <a:avLst/>
          </a:prstGeom>
          <a:ln w="31750">
            <a:solidFill>
              <a:srgbClr val="00206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4DAFB28A-E25C-4EFF-86F3-CD019B10E7E6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5984111" y="5790327"/>
            <a:ext cx="11201599" cy="3728000"/>
          </a:xfrm>
        </p:spPr>
        <p:txBody>
          <a:bodyPr>
            <a:normAutofit/>
          </a:bodyPr>
          <a:lstStyle>
            <a:lvl1pPr marL="536400" indent="-450000" defTabSz="457200">
              <a:lnSpc>
                <a:spcPct val="120000"/>
              </a:lnSpc>
              <a:spcBef>
                <a:spcPts val="300"/>
              </a:spcBef>
              <a:buFont typeface="Wingdings" panose="05000000000000000000" pitchFamily="2" charset="2"/>
              <a:buChar char="Ø"/>
              <a:defRPr sz="2800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1170000" indent="-450000">
              <a:lnSpc>
                <a:spcPct val="120000"/>
              </a:lnSpc>
              <a:spcBef>
                <a:spcPts val="300"/>
              </a:spcBef>
              <a:buFont typeface="Wingdings" panose="05000000000000000000" pitchFamily="2" charset="2"/>
              <a:buChar char="Ø"/>
              <a:defRPr sz="2800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1756800" indent="-450000" defTabSz="457200">
              <a:lnSpc>
                <a:spcPct val="120000"/>
              </a:lnSpc>
              <a:spcBef>
                <a:spcPts val="300"/>
              </a:spcBef>
              <a:buFont typeface="Wingdings" panose="05000000000000000000" pitchFamily="2" charset="2"/>
              <a:buChar char="Ø"/>
              <a:defRPr sz="2800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2329200" indent="-550800" defTabSz="457200">
              <a:lnSpc>
                <a:spcPct val="120000"/>
              </a:lnSpc>
              <a:spcBef>
                <a:spcPts val="300"/>
              </a:spcBef>
              <a:buFont typeface="Wingdings" panose="05000000000000000000" pitchFamily="2" charset="2"/>
              <a:buChar char="Ø"/>
              <a:defRPr sz="2800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2962800" indent="-442800" defTabSz="457200">
              <a:lnSpc>
                <a:spcPct val="120000"/>
              </a:lnSpc>
              <a:spcBef>
                <a:spcPts val="300"/>
              </a:spcBef>
              <a:buFont typeface="Wingdings" panose="05000000000000000000" pitchFamily="2" charset="2"/>
              <a:buChar char="Ø"/>
              <a:defRPr sz="2800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GB" noProof="0" dirty="0"/>
          </a:p>
        </p:txBody>
      </p:sp>
      <p:pic>
        <p:nvPicPr>
          <p:cNvPr id="9" name="Afbeelding 8">
            <a:extLst>
              <a:ext uri="{FF2B5EF4-FFF2-40B4-BE49-F238E27FC236}">
                <a16:creationId xmlns:a16="http://schemas.microsoft.com/office/drawing/2014/main" id="{17DEC767-42CA-4CD2-93FA-ED79D87A320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38" y="-713705"/>
            <a:ext cx="2017657" cy="2848634"/>
          </a:xfrm>
          <a:prstGeom prst="rect">
            <a:avLst/>
          </a:prstGeom>
        </p:spPr>
      </p:pic>
      <p:pic>
        <p:nvPicPr>
          <p:cNvPr id="12" name="Logo Large EN">
            <a:extLst>
              <a:ext uri="{FF2B5EF4-FFF2-40B4-BE49-F238E27FC236}">
                <a16:creationId xmlns:a16="http://schemas.microsoft.com/office/drawing/2014/main" id="{5277E93A-7FD9-4EF3-905C-6DF250A268F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819" y="8863728"/>
            <a:ext cx="817818" cy="710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47587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Text and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hthoek 12">
            <a:extLst>
              <a:ext uri="{FF2B5EF4-FFF2-40B4-BE49-F238E27FC236}">
                <a16:creationId xmlns:a16="http://schemas.microsoft.com/office/drawing/2014/main" id="{7FFFB7AB-BA76-46AF-8C93-349C899E640D}"/>
              </a:ext>
            </a:extLst>
          </p:cNvPr>
          <p:cNvSpPr/>
          <p:nvPr userDrawn="1"/>
        </p:nvSpPr>
        <p:spPr>
          <a:xfrm>
            <a:off x="712340" y="8068235"/>
            <a:ext cx="1708131" cy="1411941"/>
          </a:xfrm>
          <a:prstGeom prst="rect">
            <a:avLst/>
          </a:prstGeom>
          <a:solidFill>
            <a:schemeClr val="bg1"/>
          </a:solidFill>
          <a:ln w="317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pic>
        <p:nvPicPr>
          <p:cNvPr id="14" name="Logo Large EN">
            <a:extLst>
              <a:ext uri="{FF2B5EF4-FFF2-40B4-BE49-F238E27FC236}">
                <a16:creationId xmlns:a16="http://schemas.microsoft.com/office/drawing/2014/main" id="{493A8D34-0286-4693-9124-6D5814F04F6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819" y="8863728"/>
            <a:ext cx="817818" cy="71085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66900" y="136025"/>
            <a:ext cx="15323820" cy="1062772"/>
          </a:xfrm>
        </p:spPr>
        <p:txBody>
          <a:bodyPr/>
          <a:lstStyle>
            <a:lvl1pPr>
              <a:defRPr sz="3400" b="1" u="none">
                <a:solidFill>
                  <a:schemeClr val="accent1">
                    <a:lumMod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</a:defRPr>
            </a:lvl1pPr>
          </a:lstStyle>
          <a:p>
            <a:r>
              <a:rPr lang="en-US" noProof="0" dirty="0"/>
              <a:t>Click to edit Master title style</a:t>
            </a:r>
            <a:endParaRPr lang="en-GB" noProof="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6ADBF0-A618-4E69-83BB-0C41E08702AA}" type="datetime1">
              <a:rPr lang="en-GB" noProof="0" smtClean="0"/>
              <a:t>03/12/2024</a:t>
            </a:fld>
            <a:endParaRPr lang="en-GB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3" hasCustomPrompt="1"/>
          </p:nvPr>
        </p:nvSpPr>
        <p:spPr>
          <a:xfrm>
            <a:off x="10618004" y="1741118"/>
            <a:ext cx="6300000" cy="6450904"/>
          </a:xfrm>
        </p:spPr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 dirty="0"/>
              <a:t>Photo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590520" y="8948703"/>
            <a:ext cx="921880" cy="5192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707">
                <a:solidFill>
                  <a:srgbClr val="1E64C8"/>
                </a:solidFill>
              </a:defRPr>
            </a:lvl1pPr>
          </a:lstStyle>
          <a:p>
            <a:fld id="{7AE184E0-0BD4-4705-A12B-9B71DDE63301}" type="slidenum">
              <a:rPr lang="en-GB" noProof="0" smtClean="0"/>
              <a:pPr/>
              <a:t>‹nr.›</a:t>
            </a:fld>
            <a:endParaRPr lang="en-GB" noProof="0" dirty="0"/>
          </a:p>
        </p:txBody>
      </p:sp>
      <p:sp>
        <p:nvSpPr>
          <p:cNvPr id="12" name="Content Placeholder 2"/>
          <p:cNvSpPr>
            <a:spLocks noGrp="1"/>
          </p:cNvSpPr>
          <p:nvPr>
            <p:ph idx="1"/>
          </p:nvPr>
        </p:nvSpPr>
        <p:spPr>
          <a:xfrm>
            <a:off x="384888" y="1791222"/>
            <a:ext cx="9498148" cy="6412292"/>
          </a:xfrm>
        </p:spPr>
        <p:txBody>
          <a:bodyPr>
            <a:normAutofit/>
          </a:bodyPr>
          <a:lstStyle>
            <a:lvl1pPr defTabSz="457200">
              <a:lnSpc>
                <a:spcPct val="120000"/>
              </a:lnSpc>
              <a:defRPr sz="2800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>
              <a:lnSpc>
                <a:spcPct val="120000"/>
              </a:lnSpc>
              <a:defRPr sz="2800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defTabSz="457200">
              <a:lnSpc>
                <a:spcPct val="120000"/>
              </a:lnSpc>
              <a:defRPr sz="2800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defTabSz="457200">
              <a:lnSpc>
                <a:spcPct val="120000"/>
              </a:lnSpc>
              <a:defRPr sz="2800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defTabSz="457200">
              <a:lnSpc>
                <a:spcPct val="120000"/>
              </a:lnSpc>
              <a:defRPr sz="2800">
                <a:solidFill>
                  <a:srgbClr val="003366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</a:lstStyle>
          <a:p>
            <a:pPr lvl="0"/>
            <a:r>
              <a:rPr lang="en-US" noProof="0" dirty="0"/>
              <a:t>Click to 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  <a:endParaRPr lang="en-GB" noProof="0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5C7E4AD1-092F-4246-B8DF-50863AA501DE}"/>
              </a:ext>
            </a:extLst>
          </p:cNvPr>
          <p:cNvCxnSpPr/>
          <p:nvPr userDrawn="1"/>
        </p:nvCxnSpPr>
        <p:spPr>
          <a:xfrm>
            <a:off x="225469" y="1422400"/>
            <a:ext cx="16843331" cy="0"/>
          </a:xfrm>
          <a:prstGeom prst="line">
            <a:avLst/>
          </a:prstGeom>
          <a:ln w="31750">
            <a:solidFill>
              <a:srgbClr val="0070C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Afbeelding 9">
            <a:extLst>
              <a:ext uri="{FF2B5EF4-FFF2-40B4-BE49-F238E27FC236}">
                <a16:creationId xmlns:a16="http://schemas.microsoft.com/office/drawing/2014/main" id="{067956E7-09EC-49DF-8978-D863564898AA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638" y="-713705"/>
            <a:ext cx="2017657" cy="2848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48871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hoek 7">
            <a:extLst>
              <a:ext uri="{FF2B5EF4-FFF2-40B4-BE49-F238E27FC236}">
                <a16:creationId xmlns:a16="http://schemas.microsoft.com/office/drawing/2014/main" id="{C3CC51D8-D8AC-457C-9F02-366E63E6A03C}"/>
              </a:ext>
            </a:extLst>
          </p:cNvPr>
          <p:cNvSpPr/>
          <p:nvPr userDrawn="1"/>
        </p:nvSpPr>
        <p:spPr>
          <a:xfrm>
            <a:off x="712340" y="8068235"/>
            <a:ext cx="1708131" cy="1411941"/>
          </a:xfrm>
          <a:prstGeom prst="rect">
            <a:avLst/>
          </a:prstGeom>
          <a:solidFill>
            <a:schemeClr val="bg1"/>
          </a:solidFill>
          <a:ln w="317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BE"/>
          </a:p>
        </p:txBody>
      </p:sp>
      <p:pic>
        <p:nvPicPr>
          <p:cNvPr id="9" name="Logo Large EN">
            <a:extLst>
              <a:ext uri="{FF2B5EF4-FFF2-40B4-BE49-F238E27FC236}">
                <a16:creationId xmlns:a16="http://schemas.microsoft.com/office/drawing/2014/main" id="{5641CB9D-E30E-4DBA-83E7-A4B3DBE6076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819" y="8863728"/>
            <a:ext cx="817818" cy="71085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/>
              <a:t>Click to edit Master title style</a:t>
            </a:r>
            <a:endParaRPr lang="en-GB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443E58-CDC3-4782-B82C-4D381C795B98}" type="datetime1">
              <a:rPr lang="en-GB" noProof="0" smtClean="0"/>
              <a:t>03/12/2024</a:t>
            </a:fld>
            <a:endParaRPr lang="en-GB" noProof="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 noProof="0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184E0-0BD4-4705-A12B-9B71DDE63301}" type="slidenum">
              <a:rPr lang="en-GB" noProof="0" smtClean="0"/>
              <a:t>‹nr.›</a:t>
            </a:fld>
            <a:endParaRPr lang="en-GB" noProof="0" dirty="0"/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3" hasCustomPrompt="1"/>
          </p:nvPr>
        </p:nvSpPr>
        <p:spPr>
          <a:xfrm>
            <a:off x="952038" y="1371600"/>
            <a:ext cx="15480000" cy="6501600"/>
          </a:xfrm>
        </p:spPr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 dirty="0"/>
              <a:t>Photo</a:t>
            </a:r>
          </a:p>
        </p:txBody>
      </p:sp>
    </p:spTree>
    <p:extLst>
      <p:ext uri="{BB962C8B-B14F-4D97-AF65-F5344CB8AC3E}">
        <p14:creationId xmlns:p14="http://schemas.microsoft.com/office/powerpoint/2010/main" val="3745163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3465D1-804F-429B-83CD-3EFA8410E123}" type="datetime1">
              <a:rPr lang="en-GB" smtClean="0"/>
              <a:t>03/12/2024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Covering Background"/>
          <p:cNvSpPr/>
          <p:nvPr userDrawn="1"/>
        </p:nvSpPr>
        <p:spPr>
          <a:xfrm>
            <a:off x="-1" y="0"/>
            <a:ext cx="17337600" cy="9753600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2" hasCustomPrompt="1"/>
          </p:nvPr>
        </p:nvSpPr>
        <p:spPr>
          <a:xfrm>
            <a:off x="-1" y="0"/>
            <a:ext cx="17337600" cy="9753600"/>
          </a:xfrm>
        </p:spPr>
        <p:txBody>
          <a:bodyPr/>
          <a:lstStyle>
            <a:lvl1pPr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GB" noProof="0" dirty="0"/>
              <a:t>Photo</a:t>
            </a:r>
          </a:p>
        </p:txBody>
      </p:sp>
    </p:spTree>
    <p:extLst>
      <p:ext uri="{BB962C8B-B14F-4D97-AF65-F5344CB8AC3E}">
        <p14:creationId xmlns:p14="http://schemas.microsoft.com/office/powerpoint/2010/main" val="29494181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 userDrawn="1"/>
        </p:nvSpPr>
        <p:spPr>
          <a:xfrm>
            <a:off x="914400" y="1393200"/>
            <a:ext cx="16424275" cy="6505200"/>
          </a:xfrm>
          <a:prstGeom prst="rect">
            <a:avLst/>
          </a:prstGeom>
          <a:solidFill>
            <a:srgbClr val="1E64C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 bwMode="white">
          <a:xfrm>
            <a:off x="1291074" y="1743240"/>
            <a:ext cx="15183366" cy="5769600"/>
          </a:xfrm>
        </p:spPr>
        <p:txBody>
          <a:bodyPr anchor="t" anchorCtr="0">
            <a:noAutofit/>
          </a:bodyPr>
          <a:lstStyle>
            <a:lvl1pPr algn="l">
              <a:lnSpc>
                <a:spcPts val="3500"/>
              </a:lnSpc>
              <a:defRPr sz="2500" u="none" cap="none" baseline="0">
                <a:solidFill>
                  <a:schemeClr val="bg1"/>
                </a:solidFill>
                <a:uFill>
                  <a:solidFill>
                    <a:schemeClr val="bg1"/>
                  </a:solidFill>
                </a:uFill>
                <a:latin typeface="+mn-lt"/>
              </a:defRPr>
            </a:lvl1pPr>
          </a:lstStyle>
          <a:p>
            <a:r>
              <a:rPr lang="en-GB" noProof="0" dirty="0"/>
              <a:t>Click to add presenters contact data</a:t>
            </a:r>
          </a:p>
        </p:txBody>
      </p:sp>
      <p:sp>
        <p:nvSpPr>
          <p:cNvPr id="8" name="Titles positoning box" hidden="1"/>
          <p:cNvSpPr/>
          <p:nvPr userDrawn="1"/>
        </p:nvSpPr>
        <p:spPr>
          <a:xfrm>
            <a:off x="1371600" y="1828800"/>
            <a:ext cx="15012000" cy="599976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Tijdelijke aanduiding voor tekst 4"/>
          <p:cNvSpPr>
            <a:spLocks noGrp="1"/>
          </p:cNvSpPr>
          <p:nvPr>
            <p:ph type="body" sz="quarter" idx="10" hasCustomPrompt="1"/>
          </p:nvPr>
        </p:nvSpPr>
        <p:spPr bwMode="white">
          <a:xfrm>
            <a:off x="9215999" y="3095999"/>
            <a:ext cx="7257600" cy="1717969"/>
          </a:xfrm>
        </p:spPr>
        <p:txBody>
          <a:bodyPr>
            <a:normAutofit/>
          </a:bodyPr>
          <a:lstStyle>
            <a:lvl1pPr>
              <a:lnSpc>
                <a:spcPts val="3500"/>
              </a:lnSpc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noProof="0" dirty="0"/>
              <a:t>Click to add social media names</a:t>
            </a:r>
            <a:endParaRPr lang="nl-NL" dirty="0"/>
          </a:p>
        </p:txBody>
      </p:sp>
      <p:pic>
        <p:nvPicPr>
          <p:cNvPr id="16" name="Afbeelding 1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400" y="0"/>
            <a:ext cx="3714979" cy="139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378572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0118" y="136025"/>
            <a:ext cx="15705282" cy="863693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Autofit/>
          </a:bodyPr>
          <a:lstStyle/>
          <a:p>
            <a:r>
              <a:rPr lang="en-US" noProof="0"/>
              <a:t>Click to edit Master title style</a:t>
            </a:r>
            <a:endParaRPr lang="en-GB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5825" y="1194364"/>
            <a:ext cx="15699575" cy="6696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072394" y="8948703"/>
            <a:ext cx="2297926" cy="5192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70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34BA3CA-1064-434F-B179-AB3B0298C0D6}" type="datetime1">
              <a:rPr lang="en-GB" noProof="0" smtClean="0"/>
              <a:t>03/12/2024</a:t>
            </a:fld>
            <a:endParaRPr lang="en-GB" noProof="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10236" y="8994423"/>
            <a:ext cx="8353564" cy="4379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707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 noProof="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590520" y="8948703"/>
            <a:ext cx="921880" cy="5192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707">
                <a:solidFill>
                  <a:srgbClr val="1E64C8"/>
                </a:solidFill>
              </a:defRPr>
            </a:lvl1pPr>
          </a:lstStyle>
          <a:p>
            <a:fld id="{7AE184E0-0BD4-4705-A12B-9B71DDE63301}" type="slidenum">
              <a:rPr lang="en-GB" noProof="0" smtClean="0"/>
              <a:pPr/>
              <a:t>‹nr.›</a:t>
            </a:fld>
            <a:endParaRPr lang="en-GB" noProof="0" dirty="0"/>
          </a:p>
        </p:txBody>
      </p:sp>
      <p:sp>
        <p:nvSpPr>
          <p:cNvPr id="7" name="Title positioning box" hidden="1"/>
          <p:cNvSpPr/>
          <p:nvPr/>
        </p:nvSpPr>
        <p:spPr>
          <a:xfrm>
            <a:off x="927265" y="367200"/>
            <a:ext cx="15480000" cy="46364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Text positoning box" hidden="1"/>
          <p:cNvSpPr/>
          <p:nvPr/>
        </p:nvSpPr>
        <p:spPr>
          <a:xfrm>
            <a:off x="927265" y="1584000"/>
            <a:ext cx="8229600" cy="63000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Logo positioning box" hidden="1"/>
          <p:cNvSpPr/>
          <p:nvPr/>
        </p:nvSpPr>
        <p:spPr>
          <a:xfrm flipV="1">
            <a:off x="928800" y="7878842"/>
            <a:ext cx="15478465" cy="1416353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Text positoning box" hidden="1"/>
          <p:cNvSpPr/>
          <p:nvPr/>
        </p:nvSpPr>
        <p:spPr>
          <a:xfrm>
            <a:off x="9172105" y="1584000"/>
            <a:ext cx="914400" cy="630000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Text positoning box" hidden="1"/>
          <p:cNvSpPr/>
          <p:nvPr/>
        </p:nvSpPr>
        <p:spPr>
          <a:xfrm>
            <a:off x="10099369" y="1356360"/>
            <a:ext cx="6307895" cy="6527640"/>
          </a:xfrm>
          <a:prstGeom prst="rect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0" name="Logo EN"/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7909180"/>
            <a:ext cx="2307600" cy="1846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05899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61" r:id="rId2"/>
    <p:sldLayoutId id="2147483673" r:id="rId3"/>
    <p:sldLayoutId id="2147483662" r:id="rId4"/>
    <p:sldLayoutId id="2147483678" r:id="rId5"/>
    <p:sldLayoutId id="2147483674" r:id="rId6"/>
    <p:sldLayoutId id="2147483666" r:id="rId7"/>
    <p:sldLayoutId id="2147483675" r:id="rId8"/>
    <p:sldLayoutId id="2147483676" r:id="rId9"/>
  </p:sldLayoutIdLst>
  <p:hf hdr="0" ftr="0" dt="0"/>
  <p:txStyles>
    <p:titleStyle>
      <a:lvl1pPr algn="l" defTabSz="1300368" rtl="0" eaLnBrk="1" latinLnBrk="0" hangingPunct="1">
        <a:lnSpc>
          <a:spcPct val="90000"/>
        </a:lnSpc>
        <a:spcBef>
          <a:spcPct val="0"/>
        </a:spcBef>
        <a:buNone/>
        <a:defRPr sz="5400" u="sng" kern="1200" cap="all" baseline="0">
          <a:solidFill>
            <a:srgbClr val="1E64C8"/>
          </a:solidFill>
          <a:uFill>
            <a:solidFill>
              <a:srgbClr val="1E64C8"/>
            </a:solidFill>
          </a:uFill>
          <a:latin typeface="+mj-lt"/>
          <a:ea typeface="+mj-ea"/>
          <a:cs typeface="+mj-cs"/>
        </a:defRPr>
      </a:lvl1pPr>
    </p:titleStyle>
    <p:bodyStyle>
      <a:lvl1pPr marL="0" indent="0" algn="l" defTabSz="1300368" rtl="0" eaLnBrk="1" latinLnBrk="0" hangingPunct="1">
        <a:lnSpc>
          <a:spcPct val="120000"/>
        </a:lnSpc>
        <a:spcBef>
          <a:spcPts val="0"/>
        </a:spcBef>
        <a:buFont typeface="Arial" panose="020B0604020202020204" pitchFamily="34" charset="0"/>
        <a:buNone/>
        <a:defRPr sz="4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360000" algn="l" defTabSz="457200" rtl="0" eaLnBrk="1" latinLnBrk="0" hangingPunct="1">
        <a:lnSpc>
          <a:spcPct val="120000"/>
        </a:lnSpc>
        <a:spcBef>
          <a:spcPts val="0"/>
        </a:spcBef>
        <a:buFont typeface="Arial" panose="020B0604020202020204" pitchFamily="34" charset="0"/>
        <a:buChar char="̶"/>
        <a:tabLst/>
        <a:defRPr sz="4800" kern="1200">
          <a:solidFill>
            <a:schemeClr val="tx1"/>
          </a:solidFill>
          <a:latin typeface="+mn-lt"/>
          <a:ea typeface="+mn-ea"/>
          <a:cs typeface="+mn-cs"/>
        </a:defRPr>
      </a:lvl2pPr>
      <a:lvl3pPr marL="900113" indent="-458788" algn="l" defTabSz="1300368" rtl="0" eaLnBrk="1" latinLnBrk="0" hangingPunct="1">
        <a:lnSpc>
          <a:spcPct val="120000"/>
        </a:lnSpc>
        <a:spcBef>
          <a:spcPts val="0"/>
        </a:spcBef>
        <a:buFont typeface="Arial" panose="020B0604020202020204" pitchFamily="34" charset="0"/>
        <a:buChar char="‒"/>
        <a:defRPr sz="4800" kern="1200">
          <a:solidFill>
            <a:schemeClr val="tx1"/>
          </a:solidFill>
          <a:latin typeface="+mn-lt"/>
          <a:ea typeface="+mn-ea"/>
          <a:cs typeface="+mn-cs"/>
        </a:defRPr>
      </a:lvl3pPr>
      <a:lvl4pPr marL="1441450" indent="-541338" algn="l" defTabSz="1300368" rtl="0" eaLnBrk="1" latinLnBrk="0" hangingPunct="1">
        <a:lnSpc>
          <a:spcPct val="120000"/>
        </a:lnSpc>
        <a:spcBef>
          <a:spcPts val="0"/>
        </a:spcBef>
        <a:buFont typeface="Arial" panose="020B0604020202020204" pitchFamily="34" charset="0"/>
        <a:buChar char="‒"/>
        <a:defRPr sz="4800" kern="1200">
          <a:solidFill>
            <a:schemeClr val="tx1"/>
          </a:solidFill>
          <a:latin typeface="+mn-lt"/>
          <a:ea typeface="+mn-ea"/>
          <a:cs typeface="+mn-cs"/>
        </a:defRPr>
      </a:lvl4pPr>
      <a:lvl5pPr marL="2600325" indent="-1158875" algn="l" defTabSz="1300368" rtl="0" eaLnBrk="1" latinLnBrk="0" hangingPunct="1">
        <a:lnSpc>
          <a:spcPct val="120000"/>
        </a:lnSpc>
        <a:spcBef>
          <a:spcPts val="0"/>
        </a:spcBef>
        <a:buFont typeface="Arial" panose="020B0604020202020204" pitchFamily="34" charset="0"/>
        <a:buNone/>
        <a:defRPr sz="4800" kern="1200">
          <a:solidFill>
            <a:schemeClr val="tx1"/>
          </a:solidFill>
          <a:latin typeface="+mn-lt"/>
          <a:ea typeface="+mn-ea"/>
          <a:cs typeface="+mn-cs"/>
        </a:defRPr>
      </a:lvl5pPr>
      <a:lvl6pPr marL="3576013" indent="-325092" algn="l" defTabSz="1300368" rtl="0" eaLnBrk="1" latinLnBrk="0" hangingPunct="1">
        <a:lnSpc>
          <a:spcPct val="90000"/>
        </a:lnSpc>
        <a:spcBef>
          <a:spcPts val="711"/>
        </a:spcBef>
        <a:buFont typeface="Arial" panose="020B0604020202020204" pitchFamily="34" charset="0"/>
        <a:buChar char="•"/>
        <a:defRPr sz="2560" kern="1200">
          <a:solidFill>
            <a:schemeClr val="tx1"/>
          </a:solidFill>
          <a:latin typeface="+mn-lt"/>
          <a:ea typeface="+mn-ea"/>
          <a:cs typeface="+mn-cs"/>
        </a:defRPr>
      </a:lvl6pPr>
      <a:lvl7pPr marL="4226197" indent="-325092" algn="l" defTabSz="1300368" rtl="0" eaLnBrk="1" latinLnBrk="0" hangingPunct="1">
        <a:lnSpc>
          <a:spcPct val="90000"/>
        </a:lnSpc>
        <a:spcBef>
          <a:spcPts val="711"/>
        </a:spcBef>
        <a:buFont typeface="Arial" panose="020B0604020202020204" pitchFamily="34" charset="0"/>
        <a:buChar char="•"/>
        <a:defRPr sz="2560" kern="1200">
          <a:solidFill>
            <a:schemeClr val="tx1"/>
          </a:solidFill>
          <a:latin typeface="+mn-lt"/>
          <a:ea typeface="+mn-ea"/>
          <a:cs typeface="+mn-cs"/>
        </a:defRPr>
      </a:lvl7pPr>
      <a:lvl8pPr marL="4876381" indent="-325092" algn="l" defTabSz="1300368" rtl="0" eaLnBrk="1" latinLnBrk="0" hangingPunct="1">
        <a:lnSpc>
          <a:spcPct val="90000"/>
        </a:lnSpc>
        <a:spcBef>
          <a:spcPts val="711"/>
        </a:spcBef>
        <a:buFont typeface="Arial" panose="020B0604020202020204" pitchFamily="34" charset="0"/>
        <a:buChar char="•"/>
        <a:defRPr sz="2560" kern="1200">
          <a:solidFill>
            <a:schemeClr val="tx1"/>
          </a:solidFill>
          <a:latin typeface="+mn-lt"/>
          <a:ea typeface="+mn-ea"/>
          <a:cs typeface="+mn-cs"/>
        </a:defRPr>
      </a:lvl8pPr>
      <a:lvl9pPr marL="5526565" indent="-325092" algn="l" defTabSz="1300368" rtl="0" eaLnBrk="1" latinLnBrk="0" hangingPunct="1">
        <a:lnSpc>
          <a:spcPct val="90000"/>
        </a:lnSpc>
        <a:spcBef>
          <a:spcPts val="711"/>
        </a:spcBef>
        <a:buFont typeface="Arial" panose="020B0604020202020204" pitchFamily="34" charset="0"/>
        <a:buChar char="•"/>
        <a:defRPr sz="25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00368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1pPr>
      <a:lvl2pPr marL="650184" algn="l" defTabSz="1300368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2pPr>
      <a:lvl3pPr marL="1300368" algn="l" defTabSz="1300368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3pPr>
      <a:lvl4pPr marL="1950552" algn="l" defTabSz="1300368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4pPr>
      <a:lvl5pPr marL="2600736" algn="l" defTabSz="1300368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5pPr>
      <a:lvl6pPr marL="3250921" algn="l" defTabSz="1300368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6pPr>
      <a:lvl7pPr marL="3901105" algn="l" defTabSz="1300368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7pPr>
      <a:lvl8pPr marL="4551289" algn="l" defTabSz="1300368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8pPr>
      <a:lvl9pPr marL="5201473" algn="l" defTabSz="1300368" rtl="0" eaLnBrk="1" latinLnBrk="0" hangingPunct="1">
        <a:defRPr sz="25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28B7A-3168-440C-A60C-A036931164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67134" y="3289819"/>
            <a:ext cx="16023586" cy="2359800"/>
          </a:xfrm>
        </p:spPr>
        <p:txBody>
          <a:bodyPr/>
          <a:lstStyle/>
          <a:p>
            <a:r>
              <a:rPr lang="nl-BE" dirty="0" err="1"/>
              <a:t>Spss</a:t>
            </a:r>
            <a:r>
              <a:rPr lang="nl-BE" dirty="0"/>
              <a:t>-werkcollege 7 (06/12) </a:t>
            </a:r>
            <a:br>
              <a:rPr lang="nl-BE" dirty="0"/>
            </a:br>
            <a:endParaRPr lang="nl-B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FE6360-0905-4150-BEDD-4BF877AD22C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nl-BE" dirty="0"/>
              <a:t>Assistent Fauve Duprez					AJ 2024-2025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ADBEE7-7DB1-4468-A19F-EE1EC696AF8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nl-BE" dirty="0"/>
              <a:t>Toegepaste data-analyse en rapportage</a:t>
            </a:r>
          </a:p>
        </p:txBody>
      </p:sp>
    </p:spTree>
    <p:extLst>
      <p:ext uri="{BB962C8B-B14F-4D97-AF65-F5344CB8AC3E}">
        <p14:creationId xmlns:p14="http://schemas.microsoft.com/office/powerpoint/2010/main" val="41625078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28B7A-3168-440C-A60C-A036931164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2339" y="2298145"/>
            <a:ext cx="15780727" cy="2359800"/>
          </a:xfrm>
        </p:spPr>
        <p:txBody>
          <a:bodyPr/>
          <a:lstStyle/>
          <a:p>
            <a:r>
              <a:rPr lang="nl-BE" dirty="0"/>
              <a:t>H13 LINEAIRE REGRESSIEANALYSE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ADBEE7-7DB1-4468-A19F-EE1EC696AF8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nl-BE" dirty="0"/>
              <a:t>SPSS-WERKCOLLEGE 7 (06/12)</a:t>
            </a:r>
          </a:p>
        </p:txBody>
      </p:sp>
    </p:spTree>
    <p:extLst>
      <p:ext uri="{BB962C8B-B14F-4D97-AF65-F5344CB8AC3E}">
        <p14:creationId xmlns:p14="http://schemas.microsoft.com/office/powerpoint/2010/main" val="40215741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E46417C-7983-4933-A24B-130127A2F9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Inleiding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B79653B5-31CC-4B30-84DF-73319A19B7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7069" y="1816272"/>
            <a:ext cx="16858641" cy="7937327"/>
          </a:xfrm>
        </p:spPr>
        <p:txBody>
          <a:bodyPr>
            <a:normAutofit/>
          </a:bodyPr>
          <a:lstStyle/>
          <a:p>
            <a:pPr marL="86400" indent="0">
              <a:buNone/>
            </a:pPr>
            <a:r>
              <a:rPr lang="nl-BE" b="1" dirty="0"/>
              <a:t>Correlatietoetsen</a:t>
            </a:r>
          </a:p>
          <a:p>
            <a:r>
              <a:rPr lang="nl-BE" dirty="0"/>
              <a:t>Lineair verband tussen twee metrische/ordinale variabelen</a:t>
            </a:r>
          </a:p>
          <a:p>
            <a:r>
              <a:rPr lang="nl-BE" u="sng" dirty="0">
                <a:solidFill>
                  <a:srgbClr val="002060"/>
                </a:solidFill>
              </a:rPr>
              <a:t>Geen onderscheid</a:t>
            </a:r>
            <a:r>
              <a:rPr lang="nl-BE" dirty="0">
                <a:solidFill>
                  <a:srgbClr val="002060"/>
                </a:solidFill>
              </a:rPr>
              <a:t> tussen </a:t>
            </a:r>
            <a:r>
              <a:rPr lang="nl-BE" dirty="0" err="1"/>
              <a:t>onafh</a:t>
            </a:r>
            <a:r>
              <a:rPr lang="nl-BE" dirty="0"/>
              <a:t>. en </a:t>
            </a:r>
            <a:r>
              <a:rPr lang="nl-BE" dirty="0" err="1"/>
              <a:t>afh</a:t>
            </a:r>
            <a:r>
              <a:rPr lang="nl-BE" dirty="0"/>
              <a:t>. variabele</a:t>
            </a:r>
          </a:p>
          <a:p>
            <a:pPr marL="86400" indent="0">
              <a:buNone/>
            </a:pPr>
            <a:endParaRPr lang="nl-BE" b="1" dirty="0">
              <a:solidFill>
                <a:srgbClr val="002060"/>
              </a:solidFill>
            </a:endParaRPr>
          </a:p>
          <a:p>
            <a:pPr marL="86400" indent="0">
              <a:buNone/>
            </a:pPr>
            <a:endParaRPr lang="nl-BE" b="1" dirty="0"/>
          </a:p>
          <a:p>
            <a:pPr lvl="1"/>
            <a:endParaRPr lang="nl-BE" dirty="0"/>
          </a:p>
          <a:p>
            <a:pPr marL="86400" indent="0">
              <a:buNone/>
            </a:pPr>
            <a:endParaRPr lang="nl-BE" b="1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A4374D4C-6505-4CF5-A6BD-81EDD63240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184E0-0BD4-4705-A12B-9B71DDE63301}" type="slidenum">
              <a:rPr lang="en-GB" noProof="0" smtClean="0"/>
              <a:t>3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35750496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E46417C-7983-4933-A24B-130127A2F9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Inleiding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B79653B5-31CC-4B30-84DF-73319A19B7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7069" y="1816272"/>
            <a:ext cx="16858641" cy="7937327"/>
          </a:xfrm>
        </p:spPr>
        <p:txBody>
          <a:bodyPr>
            <a:normAutofit/>
          </a:bodyPr>
          <a:lstStyle/>
          <a:p>
            <a:pPr marL="86400" indent="0">
              <a:buNone/>
            </a:pPr>
            <a:r>
              <a:rPr lang="nl-BE" b="1" dirty="0"/>
              <a:t>Correlatietoetsen</a:t>
            </a:r>
          </a:p>
          <a:p>
            <a:r>
              <a:rPr lang="nl-BE" dirty="0"/>
              <a:t>Lineair verband tussen twee metrische/ordinale variabelen</a:t>
            </a:r>
          </a:p>
          <a:p>
            <a:r>
              <a:rPr lang="nl-BE" u="sng" dirty="0">
                <a:solidFill>
                  <a:srgbClr val="002060"/>
                </a:solidFill>
              </a:rPr>
              <a:t>Geen onderscheid</a:t>
            </a:r>
            <a:r>
              <a:rPr lang="nl-BE" dirty="0">
                <a:solidFill>
                  <a:srgbClr val="002060"/>
                </a:solidFill>
              </a:rPr>
              <a:t> tussen </a:t>
            </a:r>
            <a:r>
              <a:rPr lang="nl-BE" dirty="0" err="1"/>
              <a:t>onafh</a:t>
            </a:r>
            <a:r>
              <a:rPr lang="nl-BE" dirty="0"/>
              <a:t>. en </a:t>
            </a:r>
            <a:r>
              <a:rPr lang="nl-BE" dirty="0" err="1"/>
              <a:t>afh</a:t>
            </a:r>
            <a:r>
              <a:rPr lang="nl-BE" dirty="0"/>
              <a:t>. variabele</a:t>
            </a:r>
          </a:p>
          <a:p>
            <a:pPr marL="86400" indent="0">
              <a:buNone/>
            </a:pPr>
            <a:endParaRPr lang="nl-BE" b="1" dirty="0">
              <a:solidFill>
                <a:srgbClr val="002060"/>
              </a:solidFill>
            </a:endParaRPr>
          </a:p>
          <a:p>
            <a:pPr marL="86400" indent="0">
              <a:buNone/>
            </a:pPr>
            <a:r>
              <a:rPr lang="nl-BE" b="1" dirty="0">
                <a:solidFill>
                  <a:srgbClr val="002060"/>
                </a:solidFill>
              </a:rPr>
              <a:t>Lineaire regressieanalyse</a:t>
            </a:r>
          </a:p>
          <a:p>
            <a:pPr marL="86400" indent="0">
              <a:buNone/>
            </a:pPr>
            <a:r>
              <a:rPr lang="nl-BE" dirty="0">
                <a:solidFill>
                  <a:srgbClr val="002060"/>
                </a:solidFill>
              </a:rPr>
              <a:t>= stap verder dan correlatietoetsen</a:t>
            </a:r>
          </a:p>
          <a:p>
            <a:r>
              <a:rPr lang="nl-BE" b="1" dirty="0"/>
              <a:t>Wél onderscheid tussen </a:t>
            </a:r>
            <a:r>
              <a:rPr lang="nl-BE" b="1" dirty="0" err="1"/>
              <a:t>onafh</a:t>
            </a:r>
            <a:r>
              <a:rPr lang="nl-BE" b="1" dirty="0"/>
              <a:t>. en </a:t>
            </a:r>
            <a:r>
              <a:rPr lang="nl-BE" b="1" dirty="0" err="1"/>
              <a:t>afh</a:t>
            </a:r>
            <a:r>
              <a:rPr lang="nl-BE" b="1" dirty="0"/>
              <a:t>. variabele</a:t>
            </a:r>
          </a:p>
          <a:p>
            <a:pPr lvl="1"/>
            <a:r>
              <a:rPr lang="nl-BE" dirty="0"/>
              <a:t>We veronderstellen een </a:t>
            </a:r>
            <a:r>
              <a:rPr lang="nl-BE" b="1" dirty="0"/>
              <a:t>richting </a:t>
            </a:r>
            <a:r>
              <a:rPr lang="nl-BE" dirty="0"/>
              <a:t>(X </a:t>
            </a:r>
            <a:r>
              <a:rPr lang="nl-BE" dirty="0">
                <a:sym typeface="Wingdings" panose="05000000000000000000" pitchFamily="2" charset="2"/>
              </a:rPr>
              <a:t> Y)</a:t>
            </a:r>
          </a:p>
          <a:p>
            <a:pPr lvl="1"/>
            <a:r>
              <a:rPr lang="nl-BE" dirty="0">
                <a:sym typeface="Wingdings" panose="05000000000000000000" pitchFamily="2" charset="2"/>
              </a:rPr>
              <a:t>X heeft ‘een effect op’ Y</a:t>
            </a:r>
          </a:p>
          <a:p>
            <a:pPr lvl="1"/>
            <a:r>
              <a:rPr lang="nl-BE" dirty="0">
                <a:sym typeface="Wingdings" panose="05000000000000000000" pitchFamily="2" charset="2"/>
              </a:rPr>
              <a:t>Wat gebeurt met Y als X met één eenheid verandert?</a:t>
            </a:r>
          </a:p>
          <a:p>
            <a:r>
              <a:rPr lang="nl-BE" b="1" dirty="0">
                <a:sym typeface="Wingdings" panose="05000000000000000000" pitchFamily="2" charset="2"/>
              </a:rPr>
              <a:t>Bepaald kenmerk (Y) </a:t>
            </a:r>
            <a:r>
              <a:rPr lang="nl-BE" b="1" u="sng" dirty="0">
                <a:sym typeface="Wingdings" panose="05000000000000000000" pitchFamily="2" charset="2"/>
              </a:rPr>
              <a:t>voorspellen/verklaren</a:t>
            </a:r>
            <a:r>
              <a:rPr lang="nl-BE" b="1" dirty="0">
                <a:sym typeface="Wingdings" panose="05000000000000000000" pitchFamily="2" charset="2"/>
              </a:rPr>
              <a:t> a.d.h.v. X</a:t>
            </a:r>
          </a:p>
          <a:p>
            <a:pPr lvl="1"/>
            <a:r>
              <a:rPr lang="nl-BE" dirty="0">
                <a:sym typeface="Wingdings" panose="05000000000000000000" pitchFamily="2" charset="2"/>
              </a:rPr>
              <a:t>Y = uitkomstvariabele of </a:t>
            </a:r>
            <a:r>
              <a:rPr lang="nl-BE" dirty="0" err="1">
                <a:sym typeface="Wingdings" panose="05000000000000000000" pitchFamily="2" charset="2"/>
              </a:rPr>
              <a:t>regressor</a:t>
            </a:r>
            <a:endParaRPr lang="nl-BE" dirty="0">
              <a:sym typeface="Wingdings" panose="05000000000000000000" pitchFamily="2" charset="2"/>
            </a:endParaRPr>
          </a:p>
          <a:p>
            <a:pPr lvl="1"/>
            <a:r>
              <a:rPr lang="nl-BE" dirty="0">
                <a:sym typeface="Wingdings" panose="05000000000000000000" pitchFamily="2" charset="2"/>
              </a:rPr>
              <a:t>X = voorspeller of predictor</a:t>
            </a:r>
            <a:endParaRPr lang="nl-BE" dirty="0"/>
          </a:p>
          <a:p>
            <a:endParaRPr lang="nl-BE" b="1" dirty="0"/>
          </a:p>
          <a:p>
            <a:pPr lvl="1"/>
            <a:endParaRPr lang="nl-BE" dirty="0"/>
          </a:p>
          <a:p>
            <a:pPr marL="86400" indent="0">
              <a:buNone/>
            </a:pPr>
            <a:endParaRPr lang="nl-BE" b="1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A4374D4C-6505-4CF5-A6BD-81EDD63240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184E0-0BD4-4705-A12B-9B71DDE63301}" type="slidenum">
              <a:rPr lang="en-GB" noProof="0" smtClean="0"/>
              <a:t>4</a:t>
            </a:fld>
            <a:endParaRPr lang="en-GB" noProof="0" dirty="0"/>
          </a:p>
        </p:txBody>
      </p:sp>
      <p:pic>
        <p:nvPicPr>
          <p:cNvPr id="8" name="Afbeelding 7">
            <a:extLst>
              <a:ext uri="{FF2B5EF4-FFF2-40B4-BE49-F238E27FC236}">
                <a16:creationId xmlns:a16="http://schemas.microsoft.com/office/drawing/2014/main" id="{F3AAEF27-72FD-4778-BB3E-1838D7D74C6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62768" y="3814507"/>
            <a:ext cx="4122821" cy="4122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25402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8E63E2F-9678-4766-9681-C369B77D3C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Inleiding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9D681660-C845-4247-90A7-CA091A9A75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7069" y="1816273"/>
            <a:ext cx="16858641" cy="7662526"/>
          </a:xfrm>
        </p:spPr>
        <p:txBody>
          <a:bodyPr>
            <a:normAutofit/>
          </a:bodyPr>
          <a:lstStyle/>
          <a:p>
            <a:pPr marL="86400" indent="0">
              <a:buNone/>
            </a:pPr>
            <a:r>
              <a:rPr lang="nl-BE" b="1" dirty="0"/>
              <a:t>Enkelvoudige regressie</a:t>
            </a:r>
          </a:p>
          <a:p>
            <a:r>
              <a:rPr lang="nl-BE" dirty="0"/>
              <a:t>Eén uitkomstvariabele</a:t>
            </a:r>
          </a:p>
          <a:p>
            <a:r>
              <a:rPr lang="nl-BE" b="1" dirty="0"/>
              <a:t>Eén predictor</a:t>
            </a:r>
          </a:p>
          <a:p>
            <a:endParaRPr lang="nl-BE" dirty="0"/>
          </a:p>
          <a:p>
            <a:pPr lvl="1"/>
            <a:endParaRPr lang="nl-BE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5842D0B7-574A-49F6-9B15-0D588A4A71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184E0-0BD4-4705-A12B-9B71DDE63301}" type="slidenum">
              <a:rPr lang="en-GB" noProof="0" smtClean="0"/>
              <a:t>5</a:t>
            </a:fld>
            <a:endParaRPr lang="en-GB" noProof="0" dirty="0"/>
          </a:p>
        </p:txBody>
      </p:sp>
      <p:pic>
        <p:nvPicPr>
          <p:cNvPr id="8" name="Afbeelding 7">
            <a:extLst>
              <a:ext uri="{FF2B5EF4-FFF2-40B4-BE49-F238E27FC236}">
                <a16:creationId xmlns:a16="http://schemas.microsoft.com/office/drawing/2014/main" id="{D34D30D5-68C8-43A0-8F8A-4C1F7AE1AF5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4246" y="-16749"/>
            <a:ext cx="5664285" cy="56642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62500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8E63E2F-9678-4766-9681-C369B77D3C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Inleiding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9D681660-C845-4247-90A7-CA091A9A75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7069" y="1816273"/>
            <a:ext cx="16858641" cy="7662526"/>
          </a:xfrm>
        </p:spPr>
        <p:txBody>
          <a:bodyPr>
            <a:normAutofit/>
          </a:bodyPr>
          <a:lstStyle/>
          <a:p>
            <a:pPr marL="86400" indent="0">
              <a:buNone/>
            </a:pPr>
            <a:r>
              <a:rPr lang="nl-BE" b="1" dirty="0"/>
              <a:t>Enkelvoudige regressie</a:t>
            </a:r>
          </a:p>
          <a:p>
            <a:r>
              <a:rPr lang="nl-BE" dirty="0"/>
              <a:t>Eén uitkomstvariabele</a:t>
            </a:r>
          </a:p>
          <a:p>
            <a:r>
              <a:rPr lang="nl-BE" b="1" dirty="0"/>
              <a:t>Eén predictor</a:t>
            </a:r>
          </a:p>
          <a:p>
            <a:endParaRPr lang="nl-BE" dirty="0"/>
          </a:p>
          <a:p>
            <a:pPr marL="86400" indent="0">
              <a:buNone/>
            </a:pPr>
            <a:r>
              <a:rPr lang="nl-BE" b="1" dirty="0"/>
              <a:t>Meervoudige regressie</a:t>
            </a:r>
          </a:p>
          <a:p>
            <a:r>
              <a:rPr lang="nl-BE" dirty="0"/>
              <a:t>Eén uitkomstvariabele</a:t>
            </a:r>
          </a:p>
          <a:p>
            <a:r>
              <a:rPr lang="nl-BE" b="1" dirty="0"/>
              <a:t>Meerdere predictoren</a:t>
            </a:r>
          </a:p>
          <a:p>
            <a:r>
              <a:rPr lang="nl-BE" dirty="0"/>
              <a:t>Verschillende methoden:</a:t>
            </a:r>
          </a:p>
          <a:p>
            <a:pPr lvl="1"/>
            <a:r>
              <a:rPr lang="nl-BE" u="sng" dirty="0"/>
              <a:t>Hiërarchische</a:t>
            </a:r>
            <a:r>
              <a:rPr lang="nl-BE" dirty="0"/>
              <a:t> meervoudige regressie</a:t>
            </a:r>
          </a:p>
          <a:p>
            <a:pPr lvl="1"/>
            <a:r>
              <a:rPr lang="nl-BE" u="sng" dirty="0"/>
              <a:t>Stapsgewijze</a:t>
            </a:r>
            <a:r>
              <a:rPr lang="nl-BE" dirty="0"/>
              <a:t> meervoudige regressie</a:t>
            </a:r>
          </a:p>
          <a:p>
            <a:pPr marL="86400" indent="0">
              <a:buNone/>
            </a:pPr>
            <a:endParaRPr lang="nl-BE" dirty="0"/>
          </a:p>
          <a:p>
            <a:pPr marL="86400" indent="0">
              <a:buNone/>
            </a:pPr>
            <a:r>
              <a:rPr lang="nl-BE" b="1" dirty="0"/>
              <a:t>In dit werkcollege: </a:t>
            </a:r>
            <a:r>
              <a:rPr lang="nl-BE" dirty="0"/>
              <a:t>enkelvoudige en hiërarchische inoefenen</a:t>
            </a:r>
          </a:p>
          <a:p>
            <a:pPr lvl="1"/>
            <a:endParaRPr lang="nl-BE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5842D0B7-574A-49F6-9B15-0D588A4A71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184E0-0BD4-4705-A12B-9B71DDE63301}" type="slidenum">
              <a:rPr lang="en-GB" noProof="0" smtClean="0"/>
              <a:t>6</a:t>
            </a:fld>
            <a:endParaRPr lang="en-GB" noProof="0" dirty="0"/>
          </a:p>
        </p:txBody>
      </p:sp>
      <p:pic>
        <p:nvPicPr>
          <p:cNvPr id="8" name="Afbeelding 7">
            <a:extLst>
              <a:ext uri="{FF2B5EF4-FFF2-40B4-BE49-F238E27FC236}">
                <a16:creationId xmlns:a16="http://schemas.microsoft.com/office/drawing/2014/main" id="{D34D30D5-68C8-43A0-8F8A-4C1F7AE1AF5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4246" y="-16749"/>
            <a:ext cx="5664285" cy="5664285"/>
          </a:xfrm>
          <a:prstGeom prst="rect">
            <a:avLst/>
          </a:prstGeom>
        </p:spPr>
      </p:pic>
      <p:pic>
        <p:nvPicPr>
          <p:cNvPr id="10" name="Afbeelding 9">
            <a:extLst>
              <a:ext uri="{FF2B5EF4-FFF2-40B4-BE49-F238E27FC236}">
                <a16:creationId xmlns:a16="http://schemas.microsoft.com/office/drawing/2014/main" id="{94F5BDE4-ADDC-4356-8619-F6D4BF7C582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047579" y="2164416"/>
            <a:ext cx="6051884" cy="6051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92790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28B7A-3168-440C-A60C-A036931164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2339" y="2298145"/>
            <a:ext cx="15780727" cy="2359800"/>
          </a:xfrm>
        </p:spPr>
        <p:txBody>
          <a:bodyPr/>
          <a:lstStyle/>
          <a:p>
            <a:r>
              <a:rPr lang="nl-BE" dirty="0"/>
              <a:t>Opgave 1</a:t>
            </a:r>
          </a:p>
        </p:txBody>
      </p:sp>
    </p:spTree>
    <p:extLst>
      <p:ext uri="{BB962C8B-B14F-4D97-AF65-F5344CB8AC3E}">
        <p14:creationId xmlns:p14="http://schemas.microsoft.com/office/powerpoint/2010/main" val="23574069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487FA35-A2A9-47D2-B705-6EA42514C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Opgave 1: Invloed Leeftijd op Coronastress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AFA9732D-AB41-4AF6-9647-B5196F5786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7578" y="1816461"/>
            <a:ext cx="16857612" cy="7936842"/>
          </a:xfrm>
        </p:spPr>
        <p:txBody>
          <a:bodyPr>
            <a:normAutofit/>
          </a:bodyPr>
          <a:lstStyle/>
          <a:p>
            <a:pPr marL="86390" indent="0">
              <a:buNone/>
            </a:pPr>
            <a:r>
              <a:rPr lang="nl-BE" b="1" dirty="0"/>
              <a:t>Opgave 1	</a:t>
            </a:r>
          </a:p>
          <a:p>
            <a:pPr lvl="0"/>
            <a:r>
              <a:rPr lang="nl-BE" dirty="0"/>
              <a:t>Open ‘DATA_WAVE2_CenW.sav’. In welke mate wordt coronastress (W2_Corstress1 tot en met W2_Corstress4) voorspeld of verklaard door leeftijd (2021 - W2_Gebjaar)?</a:t>
            </a:r>
            <a:endParaRPr lang="nl-NL" dirty="0"/>
          </a:p>
          <a:p>
            <a:pPr marL="86400" indent="0">
              <a:buNone/>
            </a:pPr>
            <a:endParaRPr lang="nl-BE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842742EB-C86D-4FDA-9C6D-61B10DA128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184E0-0BD4-4705-A12B-9B71DDE63301}" type="slidenum">
              <a:rPr lang="en-GB" noProof="0" smtClean="0"/>
              <a:t>8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24430131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28B7A-3168-440C-A60C-A036931164E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12339" y="2298145"/>
            <a:ext cx="15780727" cy="2359800"/>
          </a:xfrm>
        </p:spPr>
        <p:txBody>
          <a:bodyPr/>
          <a:lstStyle/>
          <a:p>
            <a:r>
              <a:rPr lang="nl-BE" dirty="0"/>
              <a:t>Opgave 2</a:t>
            </a:r>
          </a:p>
        </p:txBody>
      </p:sp>
    </p:spTree>
    <p:extLst>
      <p:ext uri="{BB962C8B-B14F-4D97-AF65-F5344CB8AC3E}">
        <p14:creationId xmlns:p14="http://schemas.microsoft.com/office/powerpoint/2010/main" val="2382021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487FA35-A2A9-47D2-B705-6EA42514C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Opgave 2: Invloed versch. predictoren op Coronastress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AFA9732D-AB41-4AF6-9647-B5196F5786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7578" y="1816461"/>
            <a:ext cx="16857612" cy="7936842"/>
          </a:xfrm>
        </p:spPr>
        <p:txBody>
          <a:bodyPr>
            <a:normAutofit/>
          </a:bodyPr>
          <a:lstStyle/>
          <a:p>
            <a:pPr marL="86390" indent="0">
              <a:buNone/>
            </a:pPr>
            <a:r>
              <a:rPr lang="nl-BE" b="1" dirty="0"/>
              <a:t>Opgave 2	</a:t>
            </a:r>
          </a:p>
          <a:p>
            <a:pPr lvl="0"/>
            <a:r>
              <a:rPr lang="nl-BE" dirty="0"/>
              <a:t>Open ‘DATA_WAVE2_CenW.sav’. </a:t>
            </a:r>
          </a:p>
          <a:p>
            <a:pPr lvl="0"/>
            <a:r>
              <a:rPr lang="nl-BE" dirty="0"/>
              <a:t>Selecteer enkel de respondenten die een relatie hebben (W2_Relatiestatus). </a:t>
            </a:r>
          </a:p>
          <a:p>
            <a:pPr lvl="0"/>
            <a:r>
              <a:rPr lang="nl-BE" dirty="0"/>
              <a:t>In welke mate wordt coronastress (W2_Corstress1 tot en met W2_Corstress4) voorspeld door </a:t>
            </a:r>
            <a:r>
              <a:rPr lang="nl-BE" u="sng" dirty="0"/>
              <a:t>sociodemografische factoren</a:t>
            </a:r>
            <a:r>
              <a:rPr lang="nl-BE" dirty="0"/>
              <a:t> zoals opleidingsniveau (W2_Diploma), geslacht (W2_Geslacht), en het hebben van een gezondheidsprobleem (W2_Handicap), en door </a:t>
            </a:r>
            <a:r>
              <a:rPr lang="nl-BE" u="sng" dirty="0"/>
              <a:t>relationele factoren</a:t>
            </a:r>
            <a:r>
              <a:rPr lang="nl-BE" dirty="0"/>
              <a:t> zoals relatietevredenheid (W2_QMI1 tot en met W2_QMI5) en steun van de partner (W2_Steun_partner1 tot en met W2_Steun_partner5)? </a:t>
            </a:r>
          </a:p>
          <a:p>
            <a:pPr lvl="0"/>
            <a:r>
              <a:rPr lang="nl-BE" dirty="0"/>
              <a:t>Breng beide groepen predictoren </a:t>
            </a:r>
            <a:r>
              <a:rPr lang="nl-BE" dirty="0" err="1"/>
              <a:t>bloksgewijs</a:t>
            </a:r>
            <a:r>
              <a:rPr lang="nl-BE" dirty="0"/>
              <a:t> in, en noteer de verandering in verklaarde variantie. </a:t>
            </a:r>
            <a:endParaRPr lang="nl-NL" b="1" u="sng" dirty="0">
              <a:solidFill>
                <a:srgbClr val="002060"/>
              </a:solidFill>
            </a:endParaRPr>
          </a:p>
          <a:p>
            <a:pPr marL="86400" indent="0">
              <a:buNone/>
            </a:pPr>
            <a:endParaRPr lang="nl-BE" dirty="0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842742EB-C86D-4FDA-9C6D-61B10DA128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184E0-0BD4-4705-A12B-9B71DDE63301}" type="slidenum">
              <a:rPr lang="en-GB" noProof="0" smtClean="0"/>
              <a:t>10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15526509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8A829EE-E84C-4356-83EA-58A3EC2E1B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BE" dirty="0"/>
              <a:t>Nog meer oefeningen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88E490A1-2B9C-4218-B91B-BD1026FC6A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l-BE" dirty="0">
                <a:solidFill>
                  <a:srgbClr val="002060"/>
                </a:solidFill>
              </a:rPr>
              <a:t>Zie handboek en QR-code</a:t>
            </a:r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A3A16FA6-05F8-482B-B342-24F3B7044D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184E0-0BD4-4705-A12B-9B71DDE63301}" type="slidenum">
              <a:rPr lang="en-GB" noProof="0" smtClean="0"/>
              <a:t>11</a:t>
            </a:fld>
            <a:endParaRPr lang="en-GB" noProof="0" dirty="0"/>
          </a:p>
        </p:txBody>
      </p:sp>
    </p:spTree>
    <p:extLst>
      <p:ext uri="{BB962C8B-B14F-4D97-AF65-F5344CB8AC3E}">
        <p14:creationId xmlns:p14="http://schemas.microsoft.com/office/powerpoint/2010/main" val="103995283"/>
      </p:ext>
    </p:extLst>
  </p:cSld>
  <p:clrMapOvr>
    <a:masterClrMapping/>
  </p:clrMapOvr>
</p:sld>
</file>

<file path=ppt/theme/theme1.xml><?xml version="1.0" encoding="utf-8"?>
<a:theme xmlns:a="http://schemas.openxmlformats.org/drawingml/2006/main" name="Powerpoint_UGent_EN_PS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Universiteit Gent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31750">
          <a:solidFill>
            <a:srgbClr val="1E64C8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31750">
          <a:solidFill>
            <a:srgbClr val="1E64C8"/>
          </a:solidFill>
          <a:headEnd type="triangle" w="lg" len="lg"/>
          <a:tailEnd type="triangle" w="lg" len="lg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lnSpc>
            <a:spcPct val="120000"/>
          </a:lnSpc>
          <a:defRPr sz="250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-UK-LW_1_0_13.potx" id="{3201E771-F791-46B7-8648-80514AB81F54}" vid="{1858D3B1-E83B-4AD4-AB74-FC64152F8D7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A43D96E506A014DBE714040E5AF9AEC" ma:contentTypeVersion="14" ma:contentTypeDescription="Een nieuw document maken." ma:contentTypeScope="" ma:versionID="4db89dd7ed044dc385e9181649206e88">
  <xsd:schema xmlns:xsd="http://www.w3.org/2001/XMLSchema" xmlns:xs="http://www.w3.org/2001/XMLSchema" xmlns:p="http://schemas.microsoft.com/office/2006/metadata/properties" xmlns:ns3="8f55a228-4e6a-4e20-9588-cb37277e13ee" xmlns:ns4="6f55e950-31a6-446f-893a-ec17b70e2fc0" targetNamespace="http://schemas.microsoft.com/office/2006/metadata/properties" ma:root="true" ma:fieldsID="73c8890e8e488906fdb084e1f109c950" ns3:_="" ns4:_="">
    <xsd:import namespace="8f55a228-4e6a-4e20-9588-cb37277e13ee"/>
    <xsd:import namespace="6f55e950-31a6-446f-893a-ec17b70e2fc0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DateTaken" minOccurs="0"/>
                <xsd:element ref="ns3:MediaLengthInSeconds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ServiceOCR" minOccurs="0"/>
                <xsd:element ref="ns3:MediaServiceLocation" minOccurs="0"/>
                <xsd:element ref="ns4:SharedWithUsers" minOccurs="0"/>
                <xsd:element ref="ns4:SharedWithDetails" minOccurs="0"/>
                <xsd:element ref="ns4:SharingHintHash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f55a228-4e6a-4e20-9588-cb37277e13e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8" nillable="true" ma:displayName="Location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f55e950-31a6-446f-893a-ec17b70e2fc0" elementFormDefault="qualified">
    <xsd:import namespace="http://schemas.microsoft.com/office/2006/documentManagement/types"/>
    <xsd:import namespace="http://schemas.microsoft.com/office/infopath/2007/PartnerControls"/>
    <xsd:element name="SharedWithUsers" ma:index="19" nillable="true" ma:displayName="Gedeeld met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Gedeeld met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21" nillable="true" ma:displayName="Hint-hash delen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oudstype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8038F6D0-C956-4627-8011-D89B0CC1170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f55a228-4e6a-4e20-9588-cb37277e13ee"/>
    <ds:schemaRef ds:uri="6f55e950-31a6-446f-893a-ec17b70e2fc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32335687-23C4-4A0C-B05E-C4FB348DC452}">
  <ds:schemaRefs>
    <ds:schemaRef ds:uri="http://schemas.microsoft.com/office/2006/documentManagement/types"/>
    <ds:schemaRef ds:uri="http://purl.org/dc/elements/1.1/"/>
    <ds:schemaRef ds:uri="http://schemas.openxmlformats.org/package/2006/metadata/core-properties"/>
    <ds:schemaRef ds:uri="http://schemas.microsoft.com/office/2006/metadata/properties"/>
    <ds:schemaRef ds:uri="http://www.w3.org/XML/1998/namespace"/>
    <ds:schemaRef ds:uri="http://purl.org/dc/terms/"/>
    <ds:schemaRef ds:uri="6f55e950-31a6-446f-893a-ec17b70e2fc0"/>
    <ds:schemaRef ds:uri="http://schemas.microsoft.com/office/infopath/2007/PartnerControls"/>
    <ds:schemaRef ds:uri="8f55a228-4e6a-4e20-9588-cb37277e13e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F8AA655A-7503-4B9C-B60F-332B9CF45DDA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Powerpoint_UGent_EN_PS</Template>
  <TotalTime>17769</TotalTime>
  <Words>379</Words>
  <Application>Microsoft Office PowerPoint</Application>
  <PresentationFormat>Aangepast</PresentationFormat>
  <Paragraphs>71</Paragraphs>
  <Slides>11</Slides>
  <Notes>8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4</vt:i4>
      </vt:variant>
      <vt:variant>
        <vt:lpstr>Thema</vt:lpstr>
      </vt:variant>
      <vt:variant>
        <vt:i4>1</vt:i4>
      </vt:variant>
      <vt:variant>
        <vt:lpstr>Diatitels</vt:lpstr>
      </vt:variant>
      <vt:variant>
        <vt:i4>11</vt:i4>
      </vt:variant>
    </vt:vector>
  </HeadingPairs>
  <TitlesOfParts>
    <vt:vector size="16" baseType="lpstr">
      <vt:lpstr>Arial</vt:lpstr>
      <vt:lpstr>Calibri</vt:lpstr>
      <vt:lpstr>Verdana</vt:lpstr>
      <vt:lpstr>Wingdings</vt:lpstr>
      <vt:lpstr>Powerpoint_UGent_EN_PS</vt:lpstr>
      <vt:lpstr>Spss-werkcollege 7 (06/12)  </vt:lpstr>
      <vt:lpstr>H13 LINEAIRE REGRESSIEANALYSE</vt:lpstr>
      <vt:lpstr>Inleiding</vt:lpstr>
      <vt:lpstr>Inleiding</vt:lpstr>
      <vt:lpstr>Inleiding</vt:lpstr>
      <vt:lpstr>Inleiding</vt:lpstr>
      <vt:lpstr>Opgave 1</vt:lpstr>
      <vt:lpstr>Opgave 1: Invloed Leeftijd op Coronastress</vt:lpstr>
      <vt:lpstr>Opgave 2</vt:lpstr>
      <vt:lpstr>Opgave 2: Invloed versch. predictoren op Coronastress</vt:lpstr>
      <vt:lpstr>Nog meer oefeningen</vt:lpstr>
    </vt:vector>
  </TitlesOfParts>
  <Company>UA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Ponnet</dc:creator>
  <cp:lastModifiedBy>Fauve Duprez</cp:lastModifiedBy>
  <cp:revision>486</cp:revision>
  <cp:lastPrinted>2022-09-25T19:30:31Z</cp:lastPrinted>
  <dcterms:created xsi:type="dcterms:W3CDTF">2016-09-23T07:15:13Z</dcterms:created>
  <dcterms:modified xsi:type="dcterms:W3CDTF">2024-12-03T15:37:54Z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Licensed to">
    <vt:lpwstr>Ghent University</vt:lpwstr>
  </property>
  <property fmtid="{D5CDD505-2E9C-101B-9397-08002B2CF9AE}" pid="3" name="Version">
    <vt:lpwstr>1.0</vt:lpwstr>
  </property>
  <property fmtid="{D5CDD505-2E9C-101B-9397-08002B2CF9AE}" pid="4" name="Date">
    <vt:filetime>2016-09-20T22:00:00Z</vt:filetime>
  </property>
  <property fmtid="{D5CDD505-2E9C-101B-9397-08002B2CF9AE}" pid="5" name="Build">
    <vt:i4>13</vt:i4>
  </property>
  <property fmtid="{D5CDD505-2E9C-101B-9397-08002B2CF9AE}" pid="6" name="Cmt 1">
    <vt:lpwstr>create</vt:lpwstr>
  </property>
  <property fmtid="{D5CDD505-2E9C-101B-9397-08002B2CF9AE}" pid="7" name="Cmt 2">
    <vt:lpwstr>1st draft</vt:lpwstr>
  </property>
  <property fmtid="{D5CDD505-2E9C-101B-9397-08002B2CF9AE}" pid="8" name="Cmt 3">
    <vt:lpwstr>Corporate splitt off</vt:lpwstr>
  </property>
  <property fmtid="{D5CDD505-2E9C-101B-9397-08002B2CF9AE}" pid="9" name="Cmt 4">
    <vt:lpwstr>2nd draft</vt:lpwstr>
  </property>
  <property fmtid="{D5CDD505-2E9C-101B-9397-08002B2CF9AE}" pid="10" name="Cmt 5">
    <vt:lpwstr>set text box and shape defaults</vt:lpwstr>
  </property>
  <property fmtid="{D5CDD505-2E9C-101B-9397-08002B2CF9AE}" pid="11" name="Cmt 6">
    <vt:lpwstr>end slide text acc. to letter</vt:lpwstr>
  </property>
  <property fmtid="{D5CDD505-2E9C-101B-9397-08002B2CF9AE}" pid="12" name="Cmt 7">
    <vt:lpwstr>logo opening slide sharpened</vt:lpwstr>
  </property>
  <property fmtid="{D5CDD505-2E9C-101B-9397-08002B2CF9AE}" pid="13" name="Cmt 8-9">
    <vt:lpwstr>comments 19-9-2016</vt:lpwstr>
  </property>
  <property fmtid="{D5CDD505-2E9C-101B-9397-08002B2CF9AE}" pid="14" name="Cmt 10">
    <vt:lpwstr>social media data redesigned</vt:lpwstr>
  </property>
  <property fmtid="{D5CDD505-2E9C-101B-9397-08002B2CF9AE}" pid="15" name="Cmt 11">
    <vt:lpwstr>Title Slide renamed to TitleSlide</vt:lpwstr>
  </property>
  <property fmtid="{D5CDD505-2E9C-101B-9397-08002B2CF9AE}" pid="16" name="Cmt 12">
    <vt:lpwstr>Title and text size</vt:lpwstr>
  </property>
  <property fmtid="{D5CDD505-2E9C-101B-9397-08002B2CF9AE}" pid="17" name="Cmt 13">
    <vt:lpwstr>socmed pictos &gt; normal view</vt:lpwstr>
  </property>
  <property fmtid="{D5CDD505-2E9C-101B-9397-08002B2CF9AE}" pid="18" name="ContentTypeId">
    <vt:lpwstr>0x0101003A43D96E506A014DBE714040E5AF9AEC</vt:lpwstr>
  </property>
</Properties>
</file>