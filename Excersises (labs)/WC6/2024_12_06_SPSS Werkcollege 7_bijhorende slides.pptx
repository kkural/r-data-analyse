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9" r:id="rId5"/>
  </p:sldMasterIdLst>
  <p:notesMasterIdLst>
    <p:notesMasterId r:id="rId62"/>
  </p:notesMasterIdLst>
  <p:handoutMasterIdLst>
    <p:handoutMasterId r:id="rId63"/>
  </p:handoutMasterIdLst>
  <p:sldIdLst>
    <p:sldId id="259" r:id="rId6"/>
    <p:sldId id="1721" r:id="rId7"/>
    <p:sldId id="272" r:id="rId8"/>
    <p:sldId id="2123" r:id="rId9"/>
    <p:sldId id="1731" r:id="rId10"/>
    <p:sldId id="2124" r:id="rId11"/>
    <p:sldId id="1769" r:id="rId12"/>
    <p:sldId id="2046" r:id="rId13"/>
    <p:sldId id="2141" r:id="rId14"/>
    <p:sldId id="2140" r:id="rId15"/>
    <p:sldId id="1401" r:id="rId16"/>
    <p:sldId id="2142" r:id="rId17"/>
    <p:sldId id="2145" r:id="rId18"/>
    <p:sldId id="2129" r:id="rId19"/>
    <p:sldId id="2130" r:id="rId20"/>
    <p:sldId id="2087" r:id="rId21"/>
    <p:sldId id="2146" r:id="rId22"/>
    <p:sldId id="2147" r:id="rId23"/>
    <p:sldId id="2088" r:id="rId24"/>
    <p:sldId id="2132" r:id="rId25"/>
    <p:sldId id="2148" r:id="rId26"/>
    <p:sldId id="2090" r:id="rId27"/>
    <p:sldId id="2149" r:id="rId28"/>
    <p:sldId id="2150" r:id="rId29"/>
    <p:sldId id="2134" r:id="rId30"/>
    <p:sldId id="2135" r:id="rId31"/>
    <p:sldId id="2136" r:id="rId32"/>
    <p:sldId id="2151" r:id="rId33"/>
    <p:sldId id="2138" r:id="rId34"/>
    <p:sldId id="2030" r:id="rId35"/>
    <p:sldId id="2139" r:id="rId36"/>
    <p:sldId id="2157" r:id="rId37"/>
    <p:sldId id="2084" r:id="rId38"/>
    <p:sldId id="1953" r:id="rId39"/>
    <p:sldId id="2086" r:id="rId40"/>
    <p:sldId id="2158" r:id="rId41"/>
    <p:sldId id="2159" r:id="rId42"/>
    <p:sldId id="2173" r:id="rId43"/>
    <p:sldId id="2160" r:id="rId44"/>
    <p:sldId id="2171" r:id="rId45"/>
    <p:sldId id="2172" r:id="rId46"/>
    <p:sldId id="2096" r:id="rId47"/>
    <p:sldId id="2161" r:id="rId48"/>
    <p:sldId id="2174" r:id="rId49"/>
    <p:sldId id="2162" r:id="rId50"/>
    <p:sldId id="2098" r:id="rId51"/>
    <p:sldId id="2163" r:id="rId52"/>
    <p:sldId id="2175" r:id="rId53"/>
    <p:sldId id="2164" r:id="rId54"/>
    <p:sldId id="2165" r:id="rId55"/>
    <p:sldId id="2166" r:id="rId56"/>
    <p:sldId id="2167" r:id="rId57"/>
    <p:sldId id="2168" r:id="rId58"/>
    <p:sldId id="2169" r:id="rId59"/>
    <p:sldId id="2170" r:id="rId60"/>
    <p:sldId id="1614" r:id="rId61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72"/>
            <p14:sldId id="2123"/>
            <p14:sldId id="1731"/>
            <p14:sldId id="2124"/>
            <p14:sldId id="1769"/>
            <p14:sldId id="2046"/>
            <p14:sldId id="2141"/>
            <p14:sldId id="2140"/>
            <p14:sldId id="1401"/>
            <p14:sldId id="2142"/>
            <p14:sldId id="2145"/>
            <p14:sldId id="2129"/>
            <p14:sldId id="2130"/>
            <p14:sldId id="2087"/>
            <p14:sldId id="2146"/>
            <p14:sldId id="2147"/>
            <p14:sldId id="2088"/>
            <p14:sldId id="2132"/>
            <p14:sldId id="2148"/>
            <p14:sldId id="2090"/>
            <p14:sldId id="2149"/>
            <p14:sldId id="2150"/>
            <p14:sldId id="2134"/>
            <p14:sldId id="2135"/>
            <p14:sldId id="2136"/>
            <p14:sldId id="2151"/>
            <p14:sldId id="2138"/>
            <p14:sldId id="2030"/>
            <p14:sldId id="2139"/>
            <p14:sldId id="2157"/>
            <p14:sldId id="2084"/>
            <p14:sldId id="1953"/>
            <p14:sldId id="2086"/>
            <p14:sldId id="2158"/>
            <p14:sldId id="2159"/>
            <p14:sldId id="2173"/>
            <p14:sldId id="2160"/>
            <p14:sldId id="2171"/>
            <p14:sldId id="2172"/>
            <p14:sldId id="2096"/>
            <p14:sldId id="2161"/>
            <p14:sldId id="2174"/>
            <p14:sldId id="2162"/>
            <p14:sldId id="2098"/>
            <p14:sldId id="2163"/>
            <p14:sldId id="2175"/>
            <p14:sldId id="2164"/>
            <p14:sldId id="2165"/>
            <p14:sldId id="2166"/>
            <p14:sldId id="2167"/>
            <p14:sldId id="2168"/>
            <p14:sldId id="2169"/>
            <p14:sldId id="2170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8FBBE2"/>
    <a:srgbClr val="DC8621"/>
    <a:srgbClr val="80C0E0"/>
    <a:srgbClr val="4472C4"/>
    <a:srgbClr val="5D9CC7"/>
    <a:srgbClr val="5B9BD5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5884" autoAdjust="0"/>
  </p:normalViewPr>
  <p:slideViewPr>
    <p:cSldViewPr snapToGrid="0" showGuides="1">
      <p:cViewPr varScale="1">
        <p:scale>
          <a:sx n="55" d="100"/>
          <a:sy n="55" d="100"/>
        </p:scale>
        <p:origin x="922" y="77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A406FB99-0137-4FF8-9DA7-508C2CEB1075}"/>
    <pc:docChg chg="custSel addSld delSld modSld modSection">
      <pc:chgData name="Fauve Duprez" userId="59fdc1fb-507d-4cdb-a31c-e3fd651e0acf" providerId="ADAL" clId="{A406FB99-0137-4FF8-9DA7-508C2CEB1075}" dt="2024-12-06T09:17:23.575" v="71" actId="47"/>
      <pc:docMkLst>
        <pc:docMk/>
      </pc:docMkLst>
      <pc:sldChg chg="modSp mod modCm">
        <pc:chgData name="Fauve Duprez" userId="59fdc1fb-507d-4cdb-a31c-e3fd651e0acf" providerId="ADAL" clId="{A406FB99-0137-4FF8-9DA7-508C2CEB1075}" dt="2024-12-05T09:54:13.242" v="12" actId="20577"/>
        <pc:sldMkLst>
          <pc:docMk/>
          <pc:sldMk cId="4162507869" sldId="259"/>
        </pc:sldMkLst>
        <pc:spChg chg="mod">
          <ac:chgData name="Fauve Duprez" userId="59fdc1fb-507d-4cdb-a31c-e3fd651e0acf" providerId="ADAL" clId="{A406FB99-0137-4FF8-9DA7-508C2CEB1075}" dt="2024-12-05T09:47:07.045" v="1" actId="20577"/>
          <ac:spMkLst>
            <pc:docMk/>
            <pc:sldMk cId="4162507869" sldId="259"/>
            <ac:spMk id="2" creationId="{1D528B7A-3168-440C-A60C-A036931164EC}"/>
          </ac:spMkLst>
        </pc:spChg>
        <pc:spChg chg="mod">
          <ac:chgData name="Fauve Duprez" userId="59fdc1fb-507d-4cdb-a31c-e3fd651e0acf" providerId="ADAL" clId="{A406FB99-0137-4FF8-9DA7-508C2CEB1075}" dt="2024-12-05T09:54:13.242" v="12" actId="20577"/>
          <ac:spMkLst>
            <pc:docMk/>
            <pc:sldMk cId="4162507869" sldId="259"/>
            <ac:spMk id="3" creationId="{70FE6360-0905-4150-BEDD-4BF877AD22C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auve Duprez" userId="59fdc1fb-507d-4cdb-a31c-e3fd651e0acf" providerId="ADAL" clId="{A406FB99-0137-4FF8-9DA7-508C2CEB1075}" dt="2024-12-05T09:47:07.045" v="1" actId="20577"/>
              <pc2:cmMkLst xmlns:pc2="http://schemas.microsoft.com/office/powerpoint/2019/9/main/command">
                <pc:docMk/>
                <pc:sldMk cId="4162507869" sldId="259"/>
                <pc2:cmMk id="{108E7687-4729-4A31-9AA2-649B3D7C952F}"/>
              </pc2:cmMkLst>
            </pc226:cmChg>
          </p:ext>
        </pc:extLst>
      </pc:sldChg>
      <pc:sldChg chg="delSp mod">
        <pc:chgData name="Fauve Duprez" userId="59fdc1fb-507d-4cdb-a31c-e3fd651e0acf" providerId="ADAL" clId="{A406FB99-0137-4FF8-9DA7-508C2CEB1075}" dt="2024-12-05T09:48:01.110" v="9" actId="478"/>
        <pc:sldMkLst>
          <pc:docMk/>
          <pc:sldMk cId="103995283" sldId="1614"/>
        </pc:sldMkLst>
        <pc:spChg chg="del">
          <ac:chgData name="Fauve Duprez" userId="59fdc1fb-507d-4cdb-a31c-e3fd651e0acf" providerId="ADAL" clId="{A406FB99-0137-4FF8-9DA7-508C2CEB1075}" dt="2024-12-05T09:48:01.110" v="9" actId="478"/>
          <ac:spMkLst>
            <pc:docMk/>
            <pc:sldMk cId="103995283" sldId="1614"/>
            <ac:spMk id="5" creationId="{C3F45861-86AC-4251-8F68-78CC9A0DF34D}"/>
          </ac:spMkLst>
        </pc:spChg>
      </pc:sldChg>
      <pc:sldChg chg="delSp mod">
        <pc:chgData name="Fauve Duprez" userId="59fdc1fb-507d-4cdb-a31c-e3fd651e0acf" providerId="ADAL" clId="{A406FB99-0137-4FF8-9DA7-508C2CEB1075}" dt="2024-12-05T09:47:50.840" v="7" actId="478"/>
        <pc:sldMkLst>
          <pc:docMk/>
          <pc:sldMk cId="3950135110" sldId="2086"/>
        </pc:sldMkLst>
        <pc:spChg chg="del">
          <ac:chgData name="Fauve Duprez" userId="59fdc1fb-507d-4cdb-a31c-e3fd651e0acf" providerId="ADAL" clId="{A406FB99-0137-4FF8-9DA7-508C2CEB1075}" dt="2024-12-05T09:47:50.840" v="7" actId="478"/>
          <ac:spMkLst>
            <pc:docMk/>
            <pc:sldMk cId="3950135110" sldId="2086"/>
            <ac:spMk id="7" creationId="{91A179EB-14B4-4616-A3C2-51B0188B9352}"/>
          </ac:spMkLst>
        </pc:spChg>
      </pc:sldChg>
      <pc:sldChg chg="delSp mod">
        <pc:chgData name="Fauve Duprez" userId="59fdc1fb-507d-4cdb-a31c-e3fd651e0acf" providerId="ADAL" clId="{A406FB99-0137-4FF8-9DA7-508C2CEB1075}" dt="2024-12-05T09:47:41.075" v="4" actId="478"/>
        <pc:sldMkLst>
          <pc:docMk/>
          <pc:sldMk cId="572463564" sldId="2090"/>
        </pc:sldMkLst>
        <pc:spChg chg="del">
          <ac:chgData name="Fauve Duprez" userId="59fdc1fb-507d-4cdb-a31c-e3fd651e0acf" providerId="ADAL" clId="{A406FB99-0137-4FF8-9DA7-508C2CEB1075}" dt="2024-12-05T09:47:41.075" v="4" actId="478"/>
          <ac:spMkLst>
            <pc:docMk/>
            <pc:sldMk cId="572463564" sldId="2090"/>
            <ac:spMk id="5" creationId="{E87B96AF-57DF-4EE3-B4EE-758FF1EAC89C}"/>
          </ac:spMkLst>
        </pc:spChg>
      </pc:sldChg>
      <pc:sldChg chg="delSp mod">
        <pc:chgData name="Fauve Duprez" userId="59fdc1fb-507d-4cdb-a31c-e3fd651e0acf" providerId="ADAL" clId="{A406FB99-0137-4FF8-9DA7-508C2CEB1075}" dt="2024-12-05T09:47:26.982" v="3" actId="478"/>
        <pc:sldMkLst>
          <pc:docMk/>
          <pc:sldMk cId="304343549" sldId="2129"/>
        </pc:sldMkLst>
        <pc:spChg chg="del">
          <ac:chgData name="Fauve Duprez" userId="59fdc1fb-507d-4cdb-a31c-e3fd651e0acf" providerId="ADAL" clId="{A406FB99-0137-4FF8-9DA7-508C2CEB1075}" dt="2024-12-05T09:47:26.982" v="3" actId="478"/>
          <ac:spMkLst>
            <pc:docMk/>
            <pc:sldMk cId="304343549" sldId="2129"/>
            <ac:spMk id="7" creationId="{91A179EB-14B4-4616-A3C2-51B0188B9352}"/>
          </ac:spMkLst>
        </pc:spChg>
      </pc:sldChg>
      <pc:sldChg chg="delSp mod">
        <pc:chgData name="Fauve Duprez" userId="59fdc1fb-507d-4cdb-a31c-e3fd651e0acf" providerId="ADAL" clId="{A406FB99-0137-4FF8-9DA7-508C2CEB1075}" dt="2024-12-05T09:47:23.964" v="2" actId="478"/>
        <pc:sldMkLst>
          <pc:docMk/>
          <pc:sldMk cId="2913319146" sldId="2145"/>
        </pc:sldMkLst>
        <pc:spChg chg="del">
          <ac:chgData name="Fauve Duprez" userId="59fdc1fb-507d-4cdb-a31c-e3fd651e0acf" providerId="ADAL" clId="{A406FB99-0137-4FF8-9DA7-508C2CEB1075}" dt="2024-12-05T09:47:23.964" v="2" actId="478"/>
          <ac:spMkLst>
            <pc:docMk/>
            <pc:sldMk cId="2913319146" sldId="2145"/>
            <ac:spMk id="7" creationId="{91A179EB-14B4-4616-A3C2-51B0188B9352}"/>
          </ac:spMkLst>
        </pc:spChg>
      </pc:sldChg>
      <pc:sldChg chg="modNotesTx">
        <pc:chgData name="Fauve Duprez" userId="59fdc1fb-507d-4cdb-a31c-e3fd651e0acf" providerId="ADAL" clId="{A406FB99-0137-4FF8-9DA7-508C2CEB1075}" dt="2024-12-05T12:21:38.934" v="69" actId="20577"/>
        <pc:sldMkLst>
          <pc:docMk/>
          <pc:sldMk cId="1717378163" sldId="2148"/>
        </pc:sldMkLst>
      </pc:sldChg>
      <pc:sldChg chg="delSp mod">
        <pc:chgData name="Fauve Duprez" userId="59fdc1fb-507d-4cdb-a31c-e3fd651e0acf" providerId="ADAL" clId="{A406FB99-0137-4FF8-9DA7-508C2CEB1075}" dt="2024-12-05T09:47:42.801" v="5" actId="478"/>
        <pc:sldMkLst>
          <pc:docMk/>
          <pc:sldMk cId="2076605842" sldId="2149"/>
        </pc:sldMkLst>
        <pc:spChg chg="del">
          <ac:chgData name="Fauve Duprez" userId="59fdc1fb-507d-4cdb-a31c-e3fd651e0acf" providerId="ADAL" clId="{A406FB99-0137-4FF8-9DA7-508C2CEB1075}" dt="2024-12-05T09:47:42.801" v="5" actId="478"/>
          <ac:spMkLst>
            <pc:docMk/>
            <pc:sldMk cId="2076605842" sldId="2149"/>
            <ac:spMk id="5" creationId="{E87B96AF-57DF-4EE3-B4EE-758FF1EAC89C}"/>
          </ac:spMkLst>
        </pc:spChg>
      </pc:sldChg>
      <pc:sldChg chg="delSp mod">
        <pc:chgData name="Fauve Duprez" userId="59fdc1fb-507d-4cdb-a31c-e3fd651e0acf" providerId="ADAL" clId="{A406FB99-0137-4FF8-9DA7-508C2CEB1075}" dt="2024-12-05T09:47:44.268" v="6" actId="478"/>
        <pc:sldMkLst>
          <pc:docMk/>
          <pc:sldMk cId="2722467051" sldId="2150"/>
        </pc:sldMkLst>
        <pc:spChg chg="del">
          <ac:chgData name="Fauve Duprez" userId="59fdc1fb-507d-4cdb-a31c-e3fd651e0acf" providerId="ADAL" clId="{A406FB99-0137-4FF8-9DA7-508C2CEB1075}" dt="2024-12-05T09:47:44.268" v="6" actId="478"/>
          <ac:spMkLst>
            <pc:docMk/>
            <pc:sldMk cId="2722467051" sldId="2150"/>
            <ac:spMk id="5" creationId="{E87B96AF-57DF-4EE3-B4EE-758FF1EAC89C}"/>
          </ac:spMkLst>
        </pc:spChg>
      </pc:sldChg>
      <pc:sldChg chg="delSp mod">
        <pc:chgData name="Fauve Duprez" userId="59fdc1fb-507d-4cdb-a31c-e3fd651e0acf" providerId="ADAL" clId="{A406FB99-0137-4FF8-9DA7-508C2CEB1075}" dt="2024-12-05T09:47:52.196" v="8" actId="478"/>
        <pc:sldMkLst>
          <pc:docMk/>
          <pc:sldMk cId="1987587668" sldId="2158"/>
        </pc:sldMkLst>
        <pc:spChg chg="del">
          <ac:chgData name="Fauve Duprez" userId="59fdc1fb-507d-4cdb-a31c-e3fd651e0acf" providerId="ADAL" clId="{A406FB99-0137-4FF8-9DA7-508C2CEB1075}" dt="2024-12-05T09:47:52.196" v="8" actId="478"/>
          <ac:spMkLst>
            <pc:docMk/>
            <pc:sldMk cId="1987587668" sldId="2158"/>
            <ac:spMk id="7" creationId="{91A179EB-14B4-4616-A3C2-51B0188B9352}"/>
          </ac:spMkLst>
        </pc:spChg>
      </pc:sldChg>
      <pc:sldChg chg="new del">
        <pc:chgData name="Fauve Duprez" userId="59fdc1fb-507d-4cdb-a31c-e3fd651e0acf" providerId="ADAL" clId="{A406FB99-0137-4FF8-9DA7-508C2CEB1075}" dt="2024-12-06T09:17:23.575" v="71" actId="47"/>
        <pc:sldMkLst>
          <pc:docMk/>
          <pc:sldMk cId="399880070" sldId="2176"/>
        </pc:sldMkLst>
      </pc:sldChg>
    </pc:docChg>
  </pc:docChgLst>
  <pc:docChgLst>
    <pc:chgData name="Thijs Hauspie" userId="c5aa01d0-0751-4207-a587-d7124c844d8f" providerId="ADAL" clId="{FA30E140-ACD3-4544-AFDF-F9F85702CE8A}"/>
    <pc:docChg chg="undo redo custSel addSld delSld modSld sldOrd delMainMaster modSection">
      <pc:chgData name="Thijs Hauspie" userId="c5aa01d0-0751-4207-a587-d7124c844d8f" providerId="ADAL" clId="{FA30E140-ACD3-4544-AFDF-F9F85702CE8A}" dt="2023-12-06T15:59:43.663" v="1698" actId="113"/>
      <pc:docMkLst>
        <pc:docMk/>
      </pc:docMkLst>
      <pc:sldChg chg="modSp mod">
        <pc:chgData name="Thijs Hauspie" userId="c5aa01d0-0751-4207-a587-d7124c844d8f" providerId="ADAL" clId="{FA30E140-ACD3-4544-AFDF-F9F85702CE8A}" dt="2023-12-06T12:51:55.675" v="45" actId="20577"/>
        <pc:sldMkLst>
          <pc:docMk/>
          <pc:sldMk cId="4162507869" sldId="259"/>
        </pc:sldMkLst>
        <pc:spChg chg="mod">
          <ac:chgData name="Thijs Hauspie" userId="c5aa01d0-0751-4207-a587-d7124c844d8f" providerId="ADAL" clId="{FA30E140-ACD3-4544-AFDF-F9F85702CE8A}" dt="2023-12-06T12:51:55.675" v="45" actId="20577"/>
          <ac:spMkLst>
            <pc:docMk/>
            <pc:sldMk cId="4162507869" sldId="259"/>
            <ac:spMk id="2" creationId="{1D528B7A-3168-440C-A60C-A036931164EC}"/>
          </ac:spMkLst>
        </pc:spChg>
      </pc:sldChg>
      <pc:sldChg chg="delSp modSp add mod modAnim">
        <pc:chgData name="Thijs Hauspie" userId="c5aa01d0-0751-4207-a587-d7124c844d8f" providerId="ADAL" clId="{FA30E140-ACD3-4544-AFDF-F9F85702CE8A}" dt="2023-12-06T13:15:57.524" v="54" actId="5793"/>
        <pc:sldMkLst>
          <pc:docMk/>
          <pc:sldMk cId="3575049609" sldId="272"/>
        </pc:sldMkLst>
        <pc:spChg chg="mod">
          <ac:chgData name="Thijs Hauspie" userId="c5aa01d0-0751-4207-a587-d7124c844d8f" providerId="ADAL" clId="{FA30E140-ACD3-4544-AFDF-F9F85702CE8A}" dt="2023-12-06T13:15:57.524" v="54" actId="5793"/>
          <ac:spMkLst>
            <pc:docMk/>
            <pc:sldMk cId="3575049609" sldId="272"/>
            <ac:spMk id="3" creationId="{B79653B5-31CC-4B30-84DF-73319A19B7F6}"/>
          </ac:spMkLst>
        </pc:spChg>
        <pc:picChg chg="del">
          <ac:chgData name="Thijs Hauspie" userId="c5aa01d0-0751-4207-a587-d7124c844d8f" providerId="ADAL" clId="{FA30E140-ACD3-4544-AFDF-F9F85702CE8A}" dt="2023-12-06T13:15:55.318" v="52" actId="478"/>
          <ac:picMkLst>
            <pc:docMk/>
            <pc:sldMk cId="3575049609" sldId="272"/>
            <ac:picMk id="8" creationId="{F3AAEF27-72FD-4778-BB3E-1838D7D74C69}"/>
          </ac:picMkLst>
        </pc:picChg>
      </pc:sldChg>
      <pc:sldChg chg="delSp mod delAnim">
        <pc:chgData name="Thijs Hauspie" userId="c5aa01d0-0751-4207-a587-d7124c844d8f" providerId="ADAL" clId="{FA30E140-ACD3-4544-AFDF-F9F85702CE8A}" dt="2023-12-06T14:06:43.734" v="509" actId="478"/>
        <pc:sldMkLst>
          <pc:docMk/>
          <pc:sldMk cId="178933035" sldId="1401"/>
        </pc:sldMkLst>
        <pc:spChg chg="del">
          <ac:chgData name="Thijs Hauspie" userId="c5aa01d0-0751-4207-a587-d7124c844d8f" providerId="ADAL" clId="{FA30E140-ACD3-4544-AFDF-F9F85702CE8A}" dt="2023-12-06T14:06:43.734" v="509" actId="478"/>
          <ac:spMkLst>
            <pc:docMk/>
            <pc:sldMk cId="178933035" sldId="1401"/>
            <ac:spMk id="127" creationId="{A60089BD-7999-4CAB-9801-44DBBCFFD570}"/>
          </ac:spMkLst>
        </pc:spChg>
      </pc:sldChg>
      <pc:sldChg chg="add del">
        <pc:chgData name="Thijs Hauspie" userId="c5aa01d0-0751-4207-a587-d7124c844d8f" providerId="ADAL" clId="{FA30E140-ACD3-4544-AFDF-F9F85702CE8A}" dt="2023-12-06T15:58:35.566" v="1519" actId="47"/>
        <pc:sldMkLst>
          <pc:docMk/>
          <pc:sldMk cId="103995283" sldId="1614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87977084" sldId="1666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3670847624" sldId="1668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4018008952" sldId="1680"/>
        </pc:sldMkLst>
      </pc:sldChg>
      <pc:sldChg chg="modSp mod">
        <pc:chgData name="Thijs Hauspie" userId="c5aa01d0-0751-4207-a587-d7124c844d8f" providerId="ADAL" clId="{FA30E140-ACD3-4544-AFDF-F9F85702CE8A}" dt="2023-12-06T12:52:01.503" v="47" actId="20577"/>
        <pc:sldMkLst>
          <pc:docMk/>
          <pc:sldMk cId="4021574165" sldId="1721"/>
        </pc:sldMkLst>
        <pc:spChg chg="mod">
          <ac:chgData name="Thijs Hauspie" userId="c5aa01d0-0751-4207-a587-d7124c844d8f" providerId="ADAL" clId="{FA30E140-ACD3-4544-AFDF-F9F85702CE8A}" dt="2023-12-06T09:46:06.223" v="37" actId="20577"/>
          <ac:spMkLst>
            <pc:docMk/>
            <pc:sldMk cId="4021574165" sldId="1721"/>
            <ac:spMk id="2" creationId="{1D528B7A-3168-440C-A60C-A036931164EC}"/>
          </ac:spMkLst>
        </pc:spChg>
        <pc:spChg chg="mod">
          <ac:chgData name="Thijs Hauspie" userId="c5aa01d0-0751-4207-a587-d7124c844d8f" providerId="ADAL" clId="{FA30E140-ACD3-4544-AFDF-F9F85702CE8A}" dt="2023-12-06T12:52:01.503" v="47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delSp modSp add mod modAnim">
        <pc:chgData name="Thijs Hauspie" userId="c5aa01d0-0751-4207-a587-d7124c844d8f" providerId="ADAL" clId="{FA30E140-ACD3-4544-AFDF-F9F85702CE8A}" dt="2023-12-06T13:17:42.660" v="57" actId="478"/>
        <pc:sldMkLst>
          <pc:docMk/>
          <pc:sldMk cId="1366250084" sldId="1731"/>
        </pc:sldMkLst>
        <pc:spChg chg="mod">
          <ac:chgData name="Thijs Hauspie" userId="c5aa01d0-0751-4207-a587-d7124c844d8f" providerId="ADAL" clId="{FA30E140-ACD3-4544-AFDF-F9F85702CE8A}" dt="2023-12-06T13:17:41.784" v="56" actId="20577"/>
          <ac:spMkLst>
            <pc:docMk/>
            <pc:sldMk cId="1366250084" sldId="1731"/>
            <ac:spMk id="3" creationId="{9D681660-C845-4247-90A7-CA091A9A7597}"/>
          </ac:spMkLst>
        </pc:spChg>
        <pc:picChg chg="del">
          <ac:chgData name="Thijs Hauspie" userId="c5aa01d0-0751-4207-a587-d7124c844d8f" providerId="ADAL" clId="{FA30E140-ACD3-4544-AFDF-F9F85702CE8A}" dt="2023-12-06T13:17:42.660" v="57" actId="478"/>
          <ac:picMkLst>
            <pc:docMk/>
            <pc:sldMk cId="1366250084" sldId="1731"/>
            <ac:picMk id="10" creationId="{94F5BDE4-ADDC-4356-8619-F6D4BF7C582A}"/>
          </ac:picMkLst>
        </pc:picChg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912549233" sldId="1736"/>
        </pc:sldMkLst>
      </pc:sldChg>
      <pc:sldChg chg="modSp mod">
        <pc:chgData name="Thijs Hauspie" userId="c5aa01d0-0751-4207-a587-d7124c844d8f" providerId="ADAL" clId="{FA30E140-ACD3-4544-AFDF-F9F85702CE8A}" dt="2023-12-06T13:15:25.697" v="48" actId="313"/>
        <pc:sldMkLst>
          <pc:docMk/>
          <pc:sldMk cId="2357406962" sldId="1769"/>
        </pc:sldMkLst>
        <pc:spChg chg="mod">
          <ac:chgData name="Thijs Hauspie" userId="c5aa01d0-0751-4207-a587-d7124c844d8f" providerId="ADAL" clId="{FA30E140-ACD3-4544-AFDF-F9F85702CE8A}" dt="2023-12-06T13:15:25.697" v="48" actId="313"/>
          <ac:spMkLst>
            <pc:docMk/>
            <pc:sldMk cId="2357406962" sldId="1769"/>
            <ac:spMk id="4" creationId="{AFADBEE7-7DB1-4468-A19F-EE1EC696AF82}"/>
          </ac:spMkLst>
        </pc:spChg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4123590398" sldId="1912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3913591251" sldId="1913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773584779" sldId="1914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3061508551" sldId="1920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157777055" sldId="1929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553935732" sldId="1948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905289055" sldId="1950"/>
        </pc:sldMkLst>
      </pc:sldChg>
      <pc:sldChg chg="del">
        <pc:chgData name="Thijs Hauspie" userId="c5aa01d0-0751-4207-a587-d7124c844d8f" providerId="ADAL" clId="{FA30E140-ACD3-4544-AFDF-F9F85702CE8A}" dt="2023-12-06T14:07:43.340" v="515" actId="47"/>
        <pc:sldMkLst>
          <pc:docMk/>
          <pc:sldMk cId="2679817779" sldId="1953"/>
        </pc:sldMkLst>
      </pc:sldChg>
      <pc:sldChg chg="del">
        <pc:chgData name="Thijs Hauspie" userId="c5aa01d0-0751-4207-a587-d7124c844d8f" providerId="ADAL" clId="{FA30E140-ACD3-4544-AFDF-F9F85702CE8A}" dt="2023-12-06T15:08:59.028" v="1334" actId="47"/>
        <pc:sldMkLst>
          <pc:docMk/>
          <pc:sldMk cId="3966654825" sldId="1970"/>
        </pc:sldMkLst>
      </pc:sldChg>
      <pc:sldChg chg="del">
        <pc:chgData name="Thijs Hauspie" userId="c5aa01d0-0751-4207-a587-d7124c844d8f" providerId="ADAL" clId="{FA30E140-ACD3-4544-AFDF-F9F85702CE8A}" dt="2023-12-06T14:07:06.488" v="510" actId="47"/>
        <pc:sldMkLst>
          <pc:docMk/>
          <pc:sldMk cId="778702691" sldId="2001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2601070043" sldId="2010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943161816" sldId="2012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990170823" sldId="2013"/>
        </pc:sldMkLst>
      </pc:sldChg>
      <pc:sldChg chg="del">
        <pc:chgData name="Thijs Hauspie" userId="c5aa01d0-0751-4207-a587-d7124c844d8f" providerId="ADAL" clId="{FA30E140-ACD3-4544-AFDF-F9F85702CE8A}" dt="2023-12-06T09:46:46.604" v="41" actId="47"/>
        <pc:sldMkLst>
          <pc:docMk/>
          <pc:sldMk cId="521577009" sldId="2027"/>
        </pc:sldMkLst>
      </pc:sldChg>
      <pc:sldChg chg="del">
        <pc:chgData name="Thijs Hauspie" userId="c5aa01d0-0751-4207-a587-d7124c844d8f" providerId="ADAL" clId="{FA30E140-ACD3-4544-AFDF-F9F85702CE8A}" dt="2023-12-06T09:46:42.223" v="39" actId="47"/>
        <pc:sldMkLst>
          <pc:docMk/>
          <pc:sldMk cId="1487761844" sldId="2028"/>
        </pc:sldMkLst>
      </pc:sldChg>
      <pc:sldChg chg="del">
        <pc:chgData name="Thijs Hauspie" userId="c5aa01d0-0751-4207-a587-d7124c844d8f" providerId="ADAL" clId="{FA30E140-ACD3-4544-AFDF-F9F85702CE8A}" dt="2023-12-06T09:46:42.804" v="40" actId="47"/>
        <pc:sldMkLst>
          <pc:docMk/>
          <pc:sldMk cId="3864275196" sldId="2029"/>
        </pc:sldMkLst>
      </pc:sldChg>
      <pc:sldChg chg="modSp mod">
        <pc:chgData name="Thijs Hauspie" userId="c5aa01d0-0751-4207-a587-d7124c844d8f" providerId="ADAL" clId="{FA30E140-ACD3-4544-AFDF-F9F85702CE8A}" dt="2023-12-06T13:15:28.026" v="49" actId="313"/>
        <pc:sldMkLst>
          <pc:docMk/>
          <pc:sldMk cId="238202101" sldId="2030"/>
        </pc:sldMkLst>
        <pc:spChg chg="mod">
          <ac:chgData name="Thijs Hauspie" userId="c5aa01d0-0751-4207-a587-d7124c844d8f" providerId="ADAL" clId="{FA30E140-ACD3-4544-AFDF-F9F85702CE8A}" dt="2023-12-06T13:15:28.026" v="49" actId="313"/>
          <ac:spMkLst>
            <pc:docMk/>
            <pc:sldMk cId="238202101" sldId="2030"/>
            <ac:spMk id="4" creationId="{AFADBEE7-7DB1-4468-A19F-EE1EC696AF82}"/>
          </ac:spMkLst>
        </pc:spChg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4056725238" sldId="2031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353981909" sldId="2032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2794043961" sldId="2033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3498546545" sldId="2034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749518840" sldId="2035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3888982129" sldId="2036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793039552" sldId="2037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122194538" sldId="2038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219920642" sldId="2039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4241904707" sldId="2041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1479908840" sldId="2042"/>
        </pc:sldMkLst>
      </pc:sldChg>
      <pc:sldChg chg="del">
        <pc:chgData name="Thijs Hauspie" userId="c5aa01d0-0751-4207-a587-d7124c844d8f" providerId="ADAL" clId="{FA30E140-ACD3-4544-AFDF-F9F85702CE8A}" dt="2023-12-06T15:15:33.295" v="1373" actId="47"/>
        <pc:sldMkLst>
          <pc:docMk/>
          <pc:sldMk cId="992091532" sldId="2043"/>
        </pc:sldMkLst>
      </pc:sldChg>
      <pc:sldChg chg="modSp del mod">
        <pc:chgData name="Thijs Hauspie" userId="c5aa01d0-0751-4207-a587-d7124c844d8f" providerId="ADAL" clId="{FA30E140-ACD3-4544-AFDF-F9F85702CE8A}" dt="2023-12-06T13:39:13.932" v="335" actId="47"/>
        <pc:sldMkLst>
          <pc:docMk/>
          <pc:sldMk cId="277808791" sldId="2044"/>
        </pc:sldMkLst>
        <pc:spChg chg="mod">
          <ac:chgData name="Thijs Hauspie" userId="c5aa01d0-0751-4207-a587-d7124c844d8f" providerId="ADAL" clId="{FA30E140-ACD3-4544-AFDF-F9F85702CE8A}" dt="2023-12-06T13:25:02.802" v="224" actId="20577"/>
          <ac:spMkLst>
            <pc:docMk/>
            <pc:sldMk cId="277808791" sldId="2044"/>
            <ac:spMk id="2" creationId="{2487FA35-A2A9-47D2-B705-6EA42514C1AE}"/>
          </ac:spMkLst>
        </pc:spChg>
        <pc:spChg chg="mod">
          <ac:chgData name="Thijs Hauspie" userId="c5aa01d0-0751-4207-a587-d7124c844d8f" providerId="ADAL" clId="{FA30E140-ACD3-4544-AFDF-F9F85702CE8A}" dt="2023-12-06T13:34:54.705" v="295" actId="20577"/>
          <ac:spMkLst>
            <pc:docMk/>
            <pc:sldMk cId="277808791" sldId="2044"/>
            <ac:spMk id="3" creationId="{AFA9732D-AB41-4AF6-9647-B5196F5786EE}"/>
          </ac:spMkLst>
        </pc:spChg>
      </pc:sldChg>
      <pc:sldChg chg="del">
        <pc:chgData name="Thijs Hauspie" userId="c5aa01d0-0751-4207-a587-d7124c844d8f" providerId="ADAL" clId="{FA30E140-ACD3-4544-AFDF-F9F85702CE8A}" dt="2023-12-06T14:07:07.282" v="511" actId="47"/>
        <pc:sldMkLst>
          <pc:docMk/>
          <pc:sldMk cId="85943350" sldId="2045"/>
        </pc:sldMkLst>
      </pc:sldChg>
      <pc:sldChg chg="modSp mod">
        <pc:chgData name="Thijs Hauspie" userId="c5aa01d0-0751-4207-a587-d7124c844d8f" providerId="ADAL" clId="{FA30E140-ACD3-4544-AFDF-F9F85702CE8A}" dt="2023-12-06T14:04:47.643" v="467" actId="20577"/>
        <pc:sldMkLst>
          <pc:docMk/>
          <pc:sldMk cId="2443013166" sldId="2046"/>
        </pc:sldMkLst>
        <pc:spChg chg="mod">
          <ac:chgData name="Thijs Hauspie" userId="c5aa01d0-0751-4207-a587-d7124c844d8f" providerId="ADAL" clId="{FA30E140-ACD3-4544-AFDF-F9F85702CE8A}" dt="2023-12-06T14:02:38.570" v="418" actId="20577"/>
          <ac:spMkLst>
            <pc:docMk/>
            <pc:sldMk cId="2443013166" sldId="2046"/>
            <ac:spMk id="2" creationId="{2487FA35-A2A9-47D2-B705-6EA42514C1AE}"/>
          </ac:spMkLst>
        </pc:spChg>
        <pc:spChg chg="mod">
          <ac:chgData name="Thijs Hauspie" userId="c5aa01d0-0751-4207-a587-d7124c844d8f" providerId="ADAL" clId="{FA30E140-ACD3-4544-AFDF-F9F85702CE8A}" dt="2023-12-06T14:04:47.643" v="467" actId="20577"/>
          <ac:spMkLst>
            <pc:docMk/>
            <pc:sldMk cId="2443013166" sldId="2046"/>
            <ac:spMk id="3" creationId="{AFA9732D-AB41-4AF6-9647-B5196F5786EE}"/>
          </ac:spMkLst>
        </pc:spChg>
      </pc:sldChg>
      <pc:sldChg chg="del">
        <pc:chgData name="Thijs Hauspie" userId="c5aa01d0-0751-4207-a587-d7124c844d8f" providerId="ADAL" clId="{FA30E140-ACD3-4544-AFDF-F9F85702CE8A}" dt="2023-12-06T13:39:15.095" v="336" actId="47"/>
        <pc:sldMkLst>
          <pc:docMk/>
          <pc:sldMk cId="1423928108" sldId="2047"/>
        </pc:sldMkLst>
      </pc:sldChg>
      <pc:sldChg chg="del">
        <pc:chgData name="Thijs Hauspie" userId="c5aa01d0-0751-4207-a587-d7124c844d8f" providerId="ADAL" clId="{FA30E140-ACD3-4544-AFDF-F9F85702CE8A}" dt="2023-12-06T15:08:56.813" v="1324" actId="47"/>
        <pc:sldMkLst>
          <pc:docMk/>
          <pc:sldMk cId="2635594164" sldId="2048"/>
        </pc:sldMkLst>
      </pc:sldChg>
      <pc:sldChg chg="del">
        <pc:chgData name="Thijs Hauspie" userId="c5aa01d0-0751-4207-a587-d7124c844d8f" providerId="ADAL" clId="{FA30E140-ACD3-4544-AFDF-F9F85702CE8A}" dt="2023-12-06T15:08:57.238" v="1325" actId="47"/>
        <pc:sldMkLst>
          <pc:docMk/>
          <pc:sldMk cId="3133762187" sldId="2049"/>
        </pc:sldMkLst>
      </pc:sldChg>
      <pc:sldChg chg="del">
        <pc:chgData name="Thijs Hauspie" userId="c5aa01d0-0751-4207-a587-d7124c844d8f" providerId="ADAL" clId="{FA30E140-ACD3-4544-AFDF-F9F85702CE8A}" dt="2023-12-06T15:08:57.637" v="1327" actId="47"/>
        <pc:sldMkLst>
          <pc:docMk/>
          <pc:sldMk cId="3797842869" sldId="2051"/>
        </pc:sldMkLst>
      </pc:sldChg>
      <pc:sldChg chg="del">
        <pc:chgData name="Thijs Hauspie" userId="c5aa01d0-0751-4207-a587-d7124c844d8f" providerId="ADAL" clId="{FA30E140-ACD3-4544-AFDF-F9F85702CE8A}" dt="2023-12-06T15:08:57.825" v="1328" actId="47"/>
        <pc:sldMkLst>
          <pc:docMk/>
          <pc:sldMk cId="804149711" sldId="2053"/>
        </pc:sldMkLst>
      </pc:sldChg>
      <pc:sldChg chg="del">
        <pc:chgData name="Thijs Hauspie" userId="c5aa01d0-0751-4207-a587-d7124c844d8f" providerId="ADAL" clId="{FA30E140-ACD3-4544-AFDF-F9F85702CE8A}" dt="2023-12-06T15:08:58.183" v="1330" actId="47"/>
        <pc:sldMkLst>
          <pc:docMk/>
          <pc:sldMk cId="3488777933" sldId="2059"/>
        </pc:sldMkLst>
      </pc:sldChg>
      <pc:sldChg chg="del">
        <pc:chgData name="Thijs Hauspie" userId="c5aa01d0-0751-4207-a587-d7124c844d8f" providerId="ADAL" clId="{FA30E140-ACD3-4544-AFDF-F9F85702CE8A}" dt="2023-12-06T15:08:58.364" v="1331" actId="47"/>
        <pc:sldMkLst>
          <pc:docMk/>
          <pc:sldMk cId="932671256" sldId="2060"/>
        </pc:sldMkLst>
      </pc:sldChg>
      <pc:sldChg chg="del">
        <pc:chgData name="Thijs Hauspie" userId="c5aa01d0-0751-4207-a587-d7124c844d8f" providerId="ADAL" clId="{FA30E140-ACD3-4544-AFDF-F9F85702CE8A}" dt="2023-12-06T15:08:58.576" v="1332" actId="47"/>
        <pc:sldMkLst>
          <pc:docMk/>
          <pc:sldMk cId="12897156" sldId="2061"/>
        </pc:sldMkLst>
      </pc:sldChg>
      <pc:sldChg chg="del">
        <pc:chgData name="Thijs Hauspie" userId="c5aa01d0-0751-4207-a587-d7124c844d8f" providerId="ADAL" clId="{FA30E140-ACD3-4544-AFDF-F9F85702CE8A}" dt="2023-12-06T15:08:58.900" v="1333" actId="47"/>
        <pc:sldMkLst>
          <pc:docMk/>
          <pc:sldMk cId="762118791" sldId="2062"/>
        </pc:sldMkLst>
      </pc:sldChg>
      <pc:sldChg chg="del">
        <pc:chgData name="Thijs Hauspie" userId="c5aa01d0-0751-4207-a587-d7124c844d8f" providerId="ADAL" clId="{FA30E140-ACD3-4544-AFDF-F9F85702CE8A}" dt="2023-12-06T15:08:59.263" v="1335" actId="47"/>
        <pc:sldMkLst>
          <pc:docMk/>
          <pc:sldMk cId="3046180038" sldId="2065"/>
        </pc:sldMkLst>
      </pc:sldChg>
      <pc:sldChg chg="del">
        <pc:chgData name="Thijs Hauspie" userId="c5aa01d0-0751-4207-a587-d7124c844d8f" providerId="ADAL" clId="{FA30E140-ACD3-4544-AFDF-F9F85702CE8A}" dt="2023-12-06T15:08:59.475" v="1336" actId="47"/>
        <pc:sldMkLst>
          <pc:docMk/>
          <pc:sldMk cId="231776674" sldId="2066"/>
        </pc:sldMkLst>
      </pc:sldChg>
      <pc:sldChg chg="modSp del mod">
        <pc:chgData name="Thijs Hauspie" userId="c5aa01d0-0751-4207-a587-d7124c844d8f" providerId="ADAL" clId="{FA30E140-ACD3-4544-AFDF-F9F85702CE8A}" dt="2023-12-06T15:15:12.436" v="1372" actId="47"/>
        <pc:sldMkLst>
          <pc:docMk/>
          <pc:sldMk cId="3377217503" sldId="2067"/>
        </pc:sldMkLst>
        <pc:spChg chg="mod">
          <ac:chgData name="Thijs Hauspie" userId="c5aa01d0-0751-4207-a587-d7124c844d8f" providerId="ADAL" clId="{FA30E140-ACD3-4544-AFDF-F9F85702CE8A}" dt="2023-12-06T13:15:30.456" v="50" actId="313"/>
          <ac:spMkLst>
            <pc:docMk/>
            <pc:sldMk cId="3377217503" sldId="2067"/>
            <ac:spMk id="4" creationId="{AFADBEE7-7DB1-4468-A19F-EE1EC696AF82}"/>
          </ac:spMkLst>
        </pc:spChg>
      </pc:sldChg>
      <pc:sldChg chg="del">
        <pc:chgData name="Thijs Hauspie" userId="c5aa01d0-0751-4207-a587-d7124c844d8f" providerId="ADAL" clId="{FA30E140-ACD3-4544-AFDF-F9F85702CE8A}" dt="2023-12-06T15:08:57.430" v="1326" actId="47"/>
        <pc:sldMkLst>
          <pc:docMk/>
          <pc:sldMk cId="4106062167" sldId="2068"/>
        </pc:sldMkLst>
      </pc:sldChg>
      <pc:sldChg chg="del">
        <pc:chgData name="Thijs Hauspie" userId="c5aa01d0-0751-4207-a587-d7124c844d8f" providerId="ADAL" clId="{FA30E140-ACD3-4544-AFDF-F9F85702CE8A}" dt="2023-12-06T15:08:58.005" v="1329" actId="47"/>
        <pc:sldMkLst>
          <pc:docMk/>
          <pc:sldMk cId="2003147335" sldId="2069"/>
        </pc:sldMkLst>
      </pc:sldChg>
      <pc:sldChg chg="del">
        <pc:chgData name="Thijs Hauspie" userId="c5aa01d0-0751-4207-a587-d7124c844d8f" providerId="ADAL" clId="{FA30E140-ACD3-4544-AFDF-F9F85702CE8A}" dt="2023-12-06T15:09:01.902" v="1337" actId="47"/>
        <pc:sldMkLst>
          <pc:docMk/>
          <pc:sldMk cId="3914026202" sldId="2070"/>
        </pc:sldMkLst>
      </pc:sldChg>
      <pc:sldChg chg="del">
        <pc:chgData name="Thijs Hauspie" userId="c5aa01d0-0751-4207-a587-d7124c844d8f" providerId="ADAL" clId="{FA30E140-ACD3-4544-AFDF-F9F85702CE8A}" dt="2023-12-06T15:09:02.639" v="1338" actId="47"/>
        <pc:sldMkLst>
          <pc:docMk/>
          <pc:sldMk cId="2038671819" sldId="2071"/>
        </pc:sldMkLst>
      </pc:sldChg>
      <pc:sldChg chg="del">
        <pc:chgData name="Thijs Hauspie" userId="c5aa01d0-0751-4207-a587-d7124c844d8f" providerId="ADAL" clId="{FA30E140-ACD3-4544-AFDF-F9F85702CE8A}" dt="2023-12-06T15:09:03.064" v="1340" actId="47"/>
        <pc:sldMkLst>
          <pc:docMk/>
          <pc:sldMk cId="3481569661" sldId="2072"/>
        </pc:sldMkLst>
      </pc:sldChg>
      <pc:sldChg chg="del">
        <pc:chgData name="Thijs Hauspie" userId="c5aa01d0-0751-4207-a587-d7124c844d8f" providerId="ADAL" clId="{FA30E140-ACD3-4544-AFDF-F9F85702CE8A}" dt="2023-12-06T15:09:03.220" v="1341" actId="47"/>
        <pc:sldMkLst>
          <pc:docMk/>
          <pc:sldMk cId="2348625057" sldId="2073"/>
        </pc:sldMkLst>
      </pc:sldChg>
      <pc:sldChg chg="del">
        <pc:chgData name="Thijs Hauspie" userId="c5aa01d0-0751-4207-a587-d7124c844d8f" providerId="ADAL" clId="{FA30E140-ACD3-4544-AFDF-F9F85702CE8A}" dt="2023-12-06T15:09:03.521" v="1342" actId="47"/>
        <pc:sldMkLst>
          <pc:docMk/>
          <pc:sldMk cId="1692719486" sldId="2074"/>
        </pc:sldMkLst>
      </pc:sldChg>
      <pc:sldChg chg="del">
        <pc:chgData name="Thijs Hauspie" userId="c5aa01d0-0751-4207-a587-d7124c844d8f" providerId="ADAL" clId="{FA30E140-ACD3-4544-AFDF-F9F85702CE8A}" dt="2023-12-06T15:09:04.604" v="1346" actId="47"/>
        <pc:sldMkLst>
          <pc:docMk/>
          <pc:sldMk cId="1771947816" sldId="2076"/>
        </pc:sldMkLst>
      </pc:sldChg>
      <pc:sldChg chg="del">
        <pc:chgData name="Thijs Hauspie" userId="c5aa01d0-0751-4207-a587-d7124c844d8f" providerId="ADAL" clId="{FA30E140-ACD3-4544-AFDF-F9F85702CE8A}" dt="2023-12-06T15:09:04.912" v="1347" actId="47"/>
        <pc:sldMkLst>
          <pc:docMk/>
          <pc:sldMk cId="3663528800" sldId="2077"/>
        </pc:sldMkLst>
      </pc:sldChg>
      <pc:sldChg chg="del">
        <pc:chgData name="Thijs Hauspie" userId="c5aa01d0-0751-4207-a587-d7124c844d8f" providerId="ADAL" clId="{FA30E140-ACD3-4544-AFDF-F9F85702CE8A}" dt="2023-12-06T15:09:05.216" v="1348" actId="47"/>
        <pc:sldMkLst>
          <pc:docMk/>
          <pc:sldMk cId="449993345" sldId="2078"/>
        </pc:sldMkLst>
      </pc:sldChg>
      <pc:sldChg chg="del">
        <pc:chgData name="Thijs Hauspie" userId="c5aa01d0-0751-4207-a587-d7124c844d8f" providerId="ADAL" clId="{FA30E140-ACD3-4544-AFDF-F9F85702CE8A}" dt="2023-12-06T15:09:05.643" v="1349" actId="47"/>
        <pc:sldMkLst>
          <pc:docMk/>
          <pc:sldMk cId="4069568477" sldId="2079"/>
        </pc:sldMkLst>
      </pc:sldChg>
      <pc:sldChg chg="del">
        <pc:chgData name="Thijs Hauspie" userId="c5aa01d0-0751-4207-a587-d7124c844d8f" providerId="ADAL" clId="{FA30E140-ACD3-4544-AFDF-F9F85702CE8A}" dt="2023-12-06T15:09:05.942" v="1350" actId="47"/>
        <pc:sldMkLst>
          <pc:docMk/>
          <pc:sldMk cId="2463860811" sldId="2080"/>
        </pc:sldMkLst>
      </pc:sldChg>
      <pc:sldChg chg="del">
        <pc:chgData name="Thijs Hauspie" userId="c5aa01d0-0751-4207-a587-d7124c844d8f" providerId="ADAL" clId="{FA30E140-ACD3-4544-AFDF-F9F85702CE8A}" dt="2023-12-06T15:09:06.494" v="1351" actId="47"/>
        <pc:sldMkLst>
          <pc:docMk/>
          <pc:sldMk cId="3113964941" sldId="2081"/>
        </pc:sldMkLst>
      </pc:sldChg>
      <pc:sldChg chg="del">
        <pc:chgData name="Thijs Hauspie" userId="c5aa01d0-0751-4207-a587-d7124c844d8f" providerId="ADAL" clId="{FA30E140-ACD3-4544-AFDF-F9F85702CE8A}" dt="2023-12-06T15:09:06.940" v="1352" actId="47"/>
        <pc:sldMkLst>
          <pc:docMk/>
          <pc:sldMk cId="4072340759" sldId="2082"/>
        </pc:sldMkLst>
      </pc:sldChg>
      <pc:sldChg chg="del">
        <pc:chgData name="Thijs Hauspie" userId="c5aa01d0-0751-4207-a587-d7124c844d8f" providerId="ADAL" clId="{FA30E140-ACD3-4544-AFDF-F9F85702CE8A}" dt="2023-12-06T15:09:02.836" v="1339" actId="47"/>
        <pc:sldMkLst>
          <pc:docMk/>
          <pc:sldMk cId="198593571" sldId="2083"/>
        </pc:sldMkLst>
      </pc:sldChg>
      <pc:sldChg chg="del">
        <pc:chgData name="Thijs Hauspie" userId="c5aa01d0-0751-4207-a587-d7124c844d8f" providerId="ADAL" clId="{FA30E140-ACD3-4544-AFDF-F9F85702CE8A}" dt="2023-12-06T15:09:03.711" v="1343" actId="47"/>
        <pc:sldMkLst>
          <pc:docMk/>
          <pc:sldMk cId="848894518" sldId="2084"/>
        </pc:sldMkLst>
      </pc:sldChg>
      <pc:sldChg chg="modSp mod">
        <pc:chgData name="Thijs Hauspie" userId="c5aa01d0-0751-4207-a587-d7124c844d8f" providerId="ADAL" clId="{FA30E140-ACD3-4544-AFDF-F9F85702CE8A}" dt="2023-12-06T15:17:13.204" v="1392" actId="207"/>
        <pc:sldMkLst>
          <pc:docMk/>
          <pc:sldMk cId="2340782405" sldId="2084"/>
        </pc:sldMkLst>
        <pc:spChg chg="mod">
          <ac:chgData name="Thijs Hauspie" userId="c5aa01d0-0751-4207-a587-d7124c844d8f" providerId="ADAL" clId="{FA30E140-ACD3-4544-AFDF-F9F85702CE8A}" dt="2023-12-06T15:16:47.577" v="1375" actId="313"/>
          <ac:spMkLst>
            <pc:docMk/>
            <pc:sldMk cId="2340782405" sldId="2084"/>
            <ac:spMk id="2" creationId="{FDFD84EA-65E5-4D3B-A97D-D5BFCA711816}"/>
          </ac:spMkLst>
        </pc:spChg>
        <pc:spChg chg="mod">
          <ac:chgData name="Thijs Hauspie" userId="c5aa01d0-0751-4207-a587-d7124c844d8f" providerId="ADAL" clId="{FA30E140-ACD3-4544-AFDF-F9F85702CE8A}" dt="2023-12-06T15:17:13.204" v="1392" actId="207"/>
          <ac:spMkLst>
            <pc:docMk/>
            <pc:sldMk cId="2340782405" sldId="2084"/>
            <ac:spMk id="3" creationId="{3BE7A5A1-E7E7-43C6-9C7C-991AA9241244}"/>
          </ac:spMkLst>
        </pc:spChg>
      </pc:sldChg>
      <pc:sldChg chg="del">
        <pc:chgData name="Thijs Hauspie" userId="c5aa01d0-0751-4207-a587-d7124c844d8f" providerId="ADAL" clId="{FA30E140-ACD3-4544-AFDF-F9F85702CE8A}" dt="2023-12-06T15:09:03.781" v="1344" actId="47"/>
        <pc:sldMkLst>
          <pc:docMk/>
          <pc:sldMk cId="1406383348" sldId="2085"/>
        </pc:sldMkLst>
      </pc:sldChg>
      <pc:sldChg chg="del">
        <pc:chgData name="Thijs Hauspie" userId="c5aa01d0-0751-4207-a587-d7124c844d8f" providerId="ADAL" clId="{FA30E140-ACD3-4544-AFDF-F9F85702CE8A}" dt="2023-12-06T15:09:03.886" v="1345" actId="47"/>
        <pc:sldMkLst>
          <pc:docMk/>
          <pc:sldMk cId="1806544558" sldId="2086"/>
        </pc:sldMkLst>
      </pc:sldChg>
      <pc:sldChg chg="modSp mod">
        <pc:chgData name="Thijs Hauspie" userId="c5aa01d0-0751-4207-a587-d7124c844d8f" providerId="ADAL" clId="{FA30E140-ACD3-4544-AFDF-F9F85702CE8A}" dt="2023-12-06T15:20:00.576" v="1393" actId="207"/>
        <pc:sldMkLst>
          <pc:docMk/>
          <pc:sldMk cId="3950135110" sldId="2086"/>
        </pc:sldMkLst>
        <pc:spChg chg="mod">
          <ac:chgData name="Thijs Hauspie" userId="c5aa01d0-0751-4207-a587-d7124c844d8f" providerId="ADAL" clId="{FA30E140-ACD3-4544-AFDF-F9F85702CE8A}" dt="2023-12-06T15:16:48.127" v="1376" actId="313"/>
          <ac:spMkLst>
            <pc:docMk/>
            <pc:sldMk cId="3950135110" sldId="2086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20:00.576" v="1393" actId="207"/>
          <ac:spMkLst>
            <pc:docMk/>
            <pc:sldMk cId="3950135110" sldId="2086"/>
            <ac:spMk id="6" creationId="{D218D92A-74AD-49F8-A8A9-AD801B689B50}"/>
          </ac:spMkLst>
        </pc:spChg>
      </pc:sldChg>
      <pc:sldChg chg="delSp modSp mod">
        <pc:chgData name="Thijs Hauspie" userId="c5aa01d0-0751-4207-a587-d7124c844d8f" providerId="ADAL" clId="{FA30E140-ACD3-4544-AFDF-F9F85702CE8A}" dt="2023-12-06T14:18:14.348" v="609" actId="15"/>
        <pc:sldMkLst>
          <pc:docMk/>
          <pc:sldMk cId="993843098" sldId="2087"/>
        </pc:sldMkLst>
        <pc:spChg chg="mod">
          <ac:chgData name="Thijs Hauspie" userId="c5aa01d0-0751-4207-a587-d7124c844d8f" providerId="ADAL" clId="{FA30E140-ACD3-4544-AFDF-F9F85702CE8A}" dt="2023-12-06T14:13:55.343" v="577"/>
          <ac:spMkLst>
            <pc:docMk/>
            <pc:sldMk cId="993843098" sldId="2087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18:14.348" v="609" actId="15"/>
          <ac:spMkLst>
            <pc:docMk/>
            <pc:sldMk cId="993843098" sldId="2087"/>
            <ac:spMk id="6" creationId="{D218D92A-74AD-49F8-A8A9-AD801B689B50}"/>
          </ac:spMkLst>
        </pc:spChg>
        <pc:spChg chg="del">
          <ac:chgData name="Thijs Hauspie" userId="c5aa01d0-0751-4207-a587-d7124c844d8f" providerId="ADAL" clId="{FA30E140-ACD3-4544-AFDF-F9F85702CE8A}" dt="2023-12-06T14:16:17.244" v="600" actId="478"/>
          <ac:spMkLst>
            <pc:docMk/>
            <pc:sldMk cId="993843098" sldId="2087"/>
            <ac:spMk id="8" creationId="{658FA9A8-6F63-45DC-8A27-39318B3C96D8}"/>
          </ac:spMkLst>
        </pc:spChg>
        <pc:spChg chg="del">
          <ac:chgData name="Thijs Hauspie" userId="c5aa01d0-0751-4207-a587-d7124c844d8f" providerId="ADAL" clId="{FA30E140-ACD3-4544-AFDF-F9F85702CE8A}" dt="2023-12-06T14:16:19.011" v="601" actId="478"/>
          <ac:spMkLst>
            <pc:docMk/>
            <pc:sldMk cId="993843098" sldId="2087"/>
            <ac:spMk id="9" creationId="{228CC360-1270-4B62-A413-C45E3666CCDB}"/>
          </ac:spMkLst>
        </pc:spChg>
      </pc:sldChg>
      <pc:sldChg chg="modSp mod">
        <pc:chgData name="Thijs Hauspie" userId="c5aa01d0-0751-4207-a587-d7124c844d8f" providerId="ADAL" clId="{FA30E140-ACD3-4544-AFDF-F9F85702CE8A}" dt="2023-12-06T14:19:14.093" v="647" actId="20577"/>
        <pc:sldMkLst>
          <pc:docMk/>
          <pc:sldMk cId="925495172" sldId="2088"/>
        </pc:sldMkLst>
        <pc:spChg chg="mod">
          <ac:chgData name="Thijs Hauspie" userId="c5aa01d0-0751-4207-a587-d7124c844d8f" providerId="ADAL" clId="{FA30E140-ACD3-4544-AFDF-F9F85702CE8A}" dt="2023-12-06T14:14:15.879" v="580" actId="313"/>
          <ac:spMkLst>
            <pc:docMk/>
            <pc:sldMk cId="925495172" sldId="2088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19:14.093" v="647" actId="20577"/>
          <ac:spMkLst>
            <pc:docMk/>
            <pc:sldMk cId="925495172" sldId="2088"/>
            <ac:spMk id="6" creationId="{D218D92A-74AD-49F8-A8A9-AD801B689B50}"/>
          </ac:spMkLst>
        </pc:spChg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570228691" sldId="2089"/>
        </pc:sldMkLst>
      </pc:sldChg>
      <pc:sldChg chg="addSp delSp modSp mod">
        <pc:chgData name="Thijs Hauspie" userId="c5aa01d0-0751-4207-a587-d7124c844d8f" providerId="ADAL" clId="{FA30E140-ACD3-4544-AFDF-F9F85702CE8A}" dt="2023-12-06T14:31:18.027" v="689" actId="1036"/>
        <pc:sldMkLst>
          <pc:docMk/>
          <pc:sldMk cId="572463564" sldId="2090"/>
        </pc:sldMkLst>
        <pc:spChg chg="mod">
          <ac:chgData name="Thijs Hauspie" userId="c5aa01d0-0751-4207-a587-d7124c844d8f" providerId="ADAL" clId="{FA30E140-ACD3-4544-AFDF-F9F85702CE8A}" dt="2023-12-06T14:29:16.346" v="668" actId="20577"/>
          <ac:spMkLst>
            <pc:docMk/>
            <pc:sldMk cId="572463564" sldId="2090"/>
            <ac:spMk id="3" creationId="{EE767BAC-C18B-4A8E-ABA6-91C1CA36EE8A}"/>
          </ac:spMkLst>
        </pc:spChg>
        <pc:spChg chg="mod">
          <ac:chgData name="Thijs Hauspie" userId="c5aa01d0-0751-4207-a587-d7124c844d8f" providerId="ADAL" clId="{FA30E140-ACD3-4544-AFDF-F9F85702CE8A}" dt="2023-12-06T14:14:17.227" v="583" actId="313"/>
          <ac:spMkLst>
            <pc:docMk/>
            <pc:sldMk cId="572463564" sldId="2090"/>
            <ac:spMk id="6" creationId="{F48A9A61-D513-40F1-9CFF-B7A61764ECFA}"/>
          </ac:spMkLst>
        </pc:spChg>
        <pc:spChg chg="del">
          <ac:chgData name="Thijs Hauspie" userId="c5aa01d0-0751-4207-a587-d7124c844d8f" providerId="ADAL" clId="{FA30E140-ACD3-4544-AFDF-F9F85702CE8A}" dt="2023-12-06T14:29:18.932" v="669" actId="478"/>
          <ac:spMkLst>
            <pc:docMk/>
            <pc:sldMk cId="572463564" sldId="2090"/>
            <ac:spMk id="10" creationId="{75C07E96-B24A-4C2B-BBF1-29066679009D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12" creationId="{192046D2-69F7-8719-E3B3-B11A71D79548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13" creationId="{041B114F-29B7-4327-5B01-0FD22B6BF1FA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15" creationId="{4C046ED0-CB7C-1482-077A-F18E30DB2DA2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16" creationId="{25D70B46-19C8-F559-636D-01D723E5E5E1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19" creationId="{E8C89D41-40F7-D96E-06EB-8152ABD2E9D3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0" creationId="{4C060501-B0A8-5417-7FA0-74B6EA3C19E4}"/>
          </ac:spMkLst>
        </pc:spChg>
        <pc:spChg chg="add 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1" creationId="{F653B034-F3B9-EC19-37DB-A7CA16D09591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3" creationId="{CC670166-F754-F403-CE75-8598BD809439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4" creationId="{6B556A1C-B2E0-07A4-FF47-584F0B57F4B3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6" creationId="{0F0A8D60-E596-1860-B182-2623CFA84F43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7" creationId="{6D1AC938-BB55-5DB0-14C7-552E6C00D75C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29" creationId="{95E6925F-8EC0-9A17-98C0-B60A850A44A5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30" creationId="{330238DD-EC90-F3D8-F71E-6B0D4D2F548A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33" creationId="{C3F36484-F82E-FA31-3E55-1F06D7282A4E}"/>
          </ac:spMkLst>
        </pc:spChg>
        <pc:spChg chg="mod">
          <ac:chgData name="Thijs Hauspie" userId="c5aa01d0-0751-4207-a587-d7124c844d8f" providerId="ADAL" clId="{FA30E140-ACD3-4544-AFDF-F9F85702CE8A}" dt="2023-12-06T14:29:27.727" v="672"/>
          <ac:spMkLst>
            <pc:docMk/>
            <pc:sldMk cId="572463564" sldId="2090"/>
            <ac:spMk id="34" creationId="{C52D1215-A82B-7E2E-2937-70904866AB81}"/>
          </ac:spMkLst>
        </pc:s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11" creationId="{C4D4731F-7EC5-DDE0-07B0-CD2D8D5204E3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14" creationId="{5C395FFA-D924-54B8-88C9-EC00AB336550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18" creationId="{9D6E4B59-ED69-22F9-153F-7DC6315681E4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22" creationId="{1955D3EF-17F8-3CD6-18CA-03278C28717E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25" creationId="{99A43F5C-F90B-6315-5178-DCB99A72958A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28" creationId="{F3ED596B-7EC9-86B7-53F9-A2345EBAAF9C}"/>
          </ac:grpSpMkLst>
        </pc:grpChg>
        <pc:grpChg chg="add mod">
          <ac:chgData name="Thijs Hauspie" userId="c5aa01d0-0751-4207-a587-d7124c844d8f" providerId="ADAL" clId="{FA30E140-ACD3-4544-AFDF-F9F85702CE8A}" dt="2023-12-06T14:29:27.727" v="672"/>
          <ac:grpSpMkLst>
            <pc:docMk/>
            <pc:sldMk cId="572463564" sldId="2090"/>
            <ac:grpSpMk id="32" creationId="{DAA83226-9780-1E62-5BC5-A04123F6CAD2}"/>
          </ac:grpSpMkLst>
        </pc:grpChg>
        <pc:picChg chg="add mod ord">
          <ac:chgData name="Thijs Hauspie" userId="c5aa01d0-0751-4207-a587-d7124c844d8f" providerId="ADAL" clId="{FA30E140-ACD3-4544-AFDF-F9F85702CE8A}" dt="2023-12-06T14:31:18.027" v="689" actId="1036"/>
          <ac:picMkLst>
            <pc:docMk/>
            <pc:sldMk cId="572463564" sldId="2090"/>
            <ac:picMk id="2" creationId="{ED8C737B-36C0-18E5-DA3C-5950F01DD6B1}"/>
          </ac:picMkLst>
        </pc:picChg>
        <pc:picChg chg="add mod">
          <ac:chgData name="Thijs Hauspie" userId="c5aa01d0-0751-4207-a587-d7124c844d8f" providerId="ADAL" clId="{FA30E140-ACD3-4544-AFDF-F9F85702CE8A}" dt="2023-12-06T14:29:27.727" v="672"/>
          <ac:picMkLst>
            <pc:docMk/>
            <pc:sldMk cId="572463564" sldId="2090"/>
            <ac:picMk id="7" creationId="{017E638E-CFA3-523D-D294-ED8FF874CA1A}"/>
          </ac:picMkLst>
        </pc:picChg>
        <pc:picChg chg="del">
          <ac:chgData name="Thijs Hauspie" userId="c5aa01d0-0751-4207-a587-d7124c844d8f" providerId="ADAL" clId="{FA30E140-ACD3-4544-AFDF-F9F85702CE8A}" dt="2023-12-06T14:29:19.659" v="670" actId="478"/>
          <ac:picMkLst>
            <pc:docMk/>
            <pc:sldMk cId="572463564" sldId="2090"/>
            <ac:picMk id="8" creationId="{72061CAB-3200-4B6D-895C-0141780AB446}"/>
          </ac:picMkLst>
        </pc:picChg>
        <pc:picChg chg="del">
          <ac:chgData name="Thijs Hauspie" userId="c5aa01d0-0751-4207-a587-d7124c844d8f" providerId="ADAL" clId="{FA30E140-ACD3-4544-AFDF-F9F85702CE8A}" dt="2023-12-06T14:29:20.088" v="671" actId="478"/>
          <ac:picMkLst>
            <pc:docMk/>
            <pc:sldMk cId="572463564" sldId="2090"/>
            <ac:picMk id="9" creationId="{60D1DE97-A37D-4BAB-8893-B5676D62C5A6}"/>
          </ac:picMkLst>
        </pc:picChg>
        <pc:picChg chg="add mod ord">
          <ac:chgData name="Thijs Hauspie" userId="c5aa01d0-0751-4207-a587-d7124c844d8f" providerId="ADAL" clId="{FA30E140-ACD3-4544-AFDF-F9F85702CE8A}" dt="2023-12-06T14:29:39.339" v="674" actId="167"/>
          <ac:picMkLst>
            <pc:docMk/>
            <pc:sldMk cId="572463564" sldId="2090"/>
            <ac:picMk id="35" creationId="{55B92957-9820-C09E-E435-B25E7B3482C8}"/>
          </ac:picMkLst>
        </pc:picChg>
        <pc:cxnChg chg="add mod">
          <ac:chgData name="Thijs Hauspie" userId="c5aa01d0-0751-4207-a587-d7124c844d8f" providerId="ADAL" clId="{FA30E140-ACD3-4544-AFDF-F9F85702CE8A}" dt="2023-12-06T14:29:27.727" v="672"/>
          <ac:cxnSpMkLst>
            <pc:docMk/>
            <pc:sldMk cId="572463564" sldId="2090"/>
            <ac:cxnSpMk id="17" creationId="{BC040223-673B-6DB1-36E9-9EAC9253C85A}"/>
          </ac:cxnSpMkLst>
        </pc:cxnChg>
        <pc:cxnChg chg="add mod">
          <ac:chgData name="Thijs Hauspie" userId="c5aa01d0-0751-4207-a587-d7124c844d8f" providerId="ADAL" clId="{FA30E140-ACD3-4544-AFDF-F9F85702CE8A}" dt="2023-12-06T14:29:27.727" v="672"/>
          <ac:cxnSpMkLst>
            <pc:docMk/>
            <pc:sldMk cId="572463564" sldId="2090"/>
            <ac:cxnSpMk id="31" creationId="{0A994A10-95B6-DC76-FC0D-3C5377B2729C}"/>
          </ac:cxnSpMkLst>
        </pc:cxnChg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161705986" sldId="2092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189862602" sldId="2094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480759879" sldId="2095"/>
        </pc:sldMkLst>
      </pc:sldChg>
      <pc:sldChg chg="modSp del mod modNotesTx">
        <pc:chgData name="Thijs Hauspie" userId="c5aa01d0-0751-4207-a587-d7124c844d8f" providerId="ADAL" clId="{FA30E140-ACD3-4544-AFDF-F9F85702CE8A}" dt="2023-12-06T15:29:46.495" v="1423" actId="20577"/>
        <pc:sldMkLst>
          <pc:docMk/>
          <pc:sldMk cId="687853204" sldId="2096"/>
        </pc:sldMkLst>
        <pc:spChg chg="mod">
          <ac:chgData name="Thijs Hauspie" userId="c5aa01d0-0751-4207-a587-d7124c844d8f" providerId="ADAL" clId="{FA30E140-ACD3-4544-AFDF-F9F85702CE8A}" dt="2023-12-06T15:16:49.709" v="1380" actId="313"/>
          <ac:spMkLst>
            <pc:docMk/>
            <pc:sldMk cId="687853204" sldId="2096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25:25.316" v="1422" actId="207"/>
          <ac:spMkLst>
            <pc:docMk/>
            <pc:sldMk cId="687853204" sldId="2096"/>
            <ac:spMk id="6" creationId="{D218D92A-74AD-49F8-A8A9-AD801B689B50}"/>
          </ac:spMkLst>
        </pc:spChg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505707930" sldId="2097"/>
        </pc:sldMkLst>
      </pc:sldChg>
      <pc:sldChg chg="modSp del mod">
        <pc:chgData name="Thijs Hauspie" userId="c5aa01d0-0751-4207-a587-d7124c844d8f" providerId="ADAL" clId="{FA30E140-ACD3-4544-AFDF-F9F85702CE8A}" dt="2023-12-06T15:16:51.049" v="1383" actId="313"/>
        <pc:sldMkLst>
          <pc:docMk/>
          <pc:sldMk cId="1975297004" sldId="2098"/>
        </pc:sldMkLst>
        <pc:spChg chg="mod">
          <ac:chgData name="Thijs Hauspie" userId="c5aa01d0-0751-4207-a587-d7124c844d8f" providerId="ADAL" clId="{FA30E140-ACD3-4544-AFDF-F9F85702CE8A}" dt="2023-12-06T15:16:51.049" v="1383" actId="313"/>
          <ac:spMkLst>
            <pc:docMk/>
            <pc:sldMk cId="1975297004" sldId="2098"/>
            <ac:spMk id="5" creationId="{3A004925-A370-44E2-A732-52A6295CBDEB}"/>
          </ac:spMkLst>
        </pc:spChg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059903898" sldId="2099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557829280" sldId="2100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183057823" sldId="2101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402246794" sldId="2102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179046416" sldId="2103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151426404" sldId="2104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983074212" sldId="2105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541422629" sldId="2106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98987579" sldId="2108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771763127" sldId="2110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527448114" sldId="2112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384114157" sldId="2113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29236034" sldId="2115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38418379" sldId="2116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303368641" sldId="2117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2830790975" sldId="2118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71035075" sldId="2119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3621719763" sldId="2120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575660556" sldId="2121"/>
        </pc:sldMkLst>
      </pc:sldChg>
      <pc:sldChg chg="del">
        <pc:chgData name="Thijs Hauspie" userId="c5aa01d0-0751-4207-a587-d7124c844d8f" providerId="ADAL" clId="{FA30E140-ACD3-4544-AFDF-F9F85702CE8A}" dt="2023-12-06T15:15:12.436" v="1372" actId="47"/>
        <pc:sldMkLst>
          <pc:docMk/>
          <pc:sldMk cId="1269675570" sldId="2122"/>
        </pc:sldMkLst>
      </pc:sldChg>
      <pc:sldChg chg="add">
        <pc:chgData name="Thijs Hauspie" userId="c5aa01d0-0751-4207-a587-d7124c844d8f" providerId="ADAL" clId="{FA30E140-ACD3-4544-AFDF-F9F85702CE8A}" dt="2023-12-06T13:15:50.812" v="51" actId="2890"/>
        <pc:sldMkLst>
          <pc:docMk/>
          <pc:sldMk cId="3952540250" sldId="2123"/>
        </pc:sldMkLst>
      </pc:sldChg>
      <pc:sldChg chg="modSp add modAnim">
        <pc:chgData name="Thijs Hauspie" userId="c5aa01d0-0751-4207-a587-d7124c844d8f" providerId="ADAL" clId="{FA30E140-ACD3-4544-AFDF-F9F85702CE8A}" dt="2023-12-06T13:18:33.244" v="128" actId="20577"/>
        <pc:sldMkLst>
          <pc:docMk/>
          <pc:sldMk cId="2069279064" sldId="2124"/>
        </pc:sldMkLst>
        <pc:spChg chg="mod">
          <ac:chgData name="Thijs Hauspie" userId="c5aa01d0-0751-4207-a587-d7124c844d8f" providerId="ADAL" clId="{FA30E140-ACD3-4544-AFDF-F9F85702CE8A}" dt="2023-12-06T13:18:33.244" v="128" actId="20577"/>
          <ac:spMkLst>
            <pc:docMk/>
            <pc:sldMk cId="2069279064" sldId="2124"/>
            <ac:spMk id="3" creationId="{9D681660-C845-4247-90A7-CA091A9A7597}"/>
          </ac:spMkLst>
        </pc:spChg>
      </pc:sldChg>
      <pc:sldChg chg="modSp del mod">
        <pc:chgData name="Thijs Hauspie" userId="c5aa01d0-0751-4207-a587-d7124c844d8f" providerId="ADAL" clId="{FA30E140-ACD3-4544-AFDF-F9F85702CE8A}" dt="2023-12-06T14:07:14.051" v="512" actId="47"/>
        <pc:sldMkLst>
          <pc:docMk/>
          <pc:sldMk cId="3833466644" sldId="2125"/>
        </pc:sldMkLst>
        <pc:spChg chg="mod">
          <ac:chgData name="Thijs Hauspie" userId="c5aa01d0-0751-4207-a587-d7124c844d8f" providerId="ADAL" clId="{FA30E140-ACD3-4544-AFDF-F9F85702CE8A}" dt="2023-12-06T13:19:36.381" v="136" actId="20577"/>
          <ac:spMkLst>
            <pc:docMk/>
            <pc:sldMk cId="3833466644" sldId="2125"/>
            <ac:spMk id="2" creationId="{AE46417C-7983-4933-A24B-130127A2F9C5}"/>
          </ac:spMkLst>
        </pc:spChg>
      </pc:sldChg>
      <pc:sldChg chg="del">
        <pc:chgData name="Thijs Hauspie" userId="c5aa01d0-0751-4207-a587-d7124c844d8f" providerId="ADAL" clId="{FA30E140-ACD3-4544-AFDF-F9F85702CE8A}" dt="2023-12-06T14:07:36.518" v="513" actId="47"/>
        <pc:sldMkLst>
          <pc:docMk/>
          <pc:sldMk cId="2626057428" sldId="2126"/>
        </pc:sldMkLst>
      </pc:sldChg>
      <pc:sldChg chg="del">
        <pc:chgData name="Thijs Hauspie" userId="c5aa01d0-0751-4207-a587-d7124c844d8f" providerId="ADAL" clId="{FA30E140-ACD3-4544-AFDF-F9F85702CE8A}" dt="2023-12-06T14:07:42.762" v="514" actId="47"/>
        <pc:sldMkLst>
          <pc:docMk/>
          <pc:sldMk cId="2340782405" sldId="2127"/>
        </pc:sldMkLst>
      </pc:sldChg>
      <pc:sldChg chg="del">
        <pc:chgData name="Thijs Hauspie" userId="c5aa01d0-0751-4207-a587-d7124c844d8f" providerId="ADAL" clId="{FA30E140-ACD3-4544-AFDF-F9F85702CE8A}" dt="2023-12-06T14:07:51.637" v="516" actId="47"/>
        <pc:sldMkLst>
          <pc:docMk/>
          <pc:sldMk cId="3950135110" sldId="2128"/>
        </pc:sldMkLst>
      </pc:sldChg>
      <pc:sldChg chg="addSp delSp modSp mod">
        <pc:chgData name="Thijs Hauspie" userId="c5aa01d0-0751-4207-a587-d7124c844d8f" providerId="ADAL" clId="{FA30E140-ACD3-4544-AFDF-F9F85702CE8A}" dt="2023-12-06T14:12:09.116" v="556" actId="1076"/>
        <pc:sldMkLst>
          <pc:docMk/>
          <pc:sldMk cId="304343549" sldId="2129"/>
        </pc:sldMkLst>
        <pc:spChg chg="mod">
          <ac:chgData name="Thijs Hauspie" userId="c5aa01d0-0751-4207-a587-d7124c844d8f" providerId="ADAL" clId="{FA30E140-ACD3-4544-AFDF-F9F85702CE8A}" dt="2023-12-06T14:07:59.576" v="518"/>
          <ac:spMkLst>
            <pc:docMk/>
            <pc:sldMk cId="304343549" sldId="2129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10:49.540" v="540" actId="207"/>
          <ac:spMkLst>
            <pc:docMk/>
            <pc:sldMk cId="304343549" sldId="2129"/>
            <ac:spMk id="6" creationId="{D218D92A-74AD-49F8-A8A9-AD801B689B50}"/>
          </ac:spMkLst>
        </pc:spChg>
        <pc:picChg chg="add mod modCrop">
          <ac:chgData name="Thijs Hauspie" userId="c5aa01d0-0751-4207-a587-d7124c844d8f" providerId="ADAL" clId="{FA30E140-ACD3-4544-AFDF-F9F85702CE8A}" dt="2023-12-06T14:11:32.656" v="548" actId="14100"/>
          <ac:picMkLst>
            <pc:docMk/>
            <pc:sldMk cId="304343549" sldId="2129"/>
            <ac:picMk id="9" creationId="{A0855ED3-D520-C059-EBEA-C1D5B3444ACF}"/>
          </ac:picMkLst>
        </pc:picChg>
        <pc:picChg chg="add mod">
          <ac:chgData name="Thijs Hauspie" userId="c5aa01d0-0751-4207-a587-d7124c844d8f" providerId="ADAL" clId="{FA30E140-ACD3-4544-AFDF-F9F85702CE8A}" dt="2023-12-06T14:11:43.255" v="550" actId="1076"/>
          <ac:picMkLst>
            <pc:docMk/>
            <pc:sldMk cId="304343549" sldId="2129"/>
            <ac:picMk id="12" creationId="{2CEF5076-8341-32A8-43E5-520D678016BF}"/>
          </ac:picMkLst>
        </pc:picChg>
        <pc:picChg chg="add mod">
          <ac:chgData name="Thijs Hauspie" userId="c5aa01d0-0751-4207-a587-d7124c844d8f" providerId="ADAL" clId="{FA30E140-ACD3-4544-AFDF-F9F85702CE8A}" dt="2023-12-06T14:11:49.393" v="552" actId="1076"/>
          <ac:picMkLst>
            <pc:docMk/>
            <pc:sldMk cId="304343549" sldId="2129"/>
            <ac:picMk id="14" creationId="{C3C1E501-577D-203A-1958-B06626955431}"/>
          </ac:picMkLst>
        </pc:picChg>
        <pc:picChg chg="add mod">
          <ac:chgData name="Thijs Hauspie" userId="c5aa01d0-0751-4207-a587-d7124c844d8f" providerId="ADAL" clId="{FA30E140-ACD3-4544-AFDF-F9F85702CE8A}" dt="2023-12-06T14:11:57.773" v="554" actId="1076"/>
          <ac:picMkLst>
            <pc:docMk/>
            <pc:sldMk cId="304343549" sldId="2129"/>
            <ac:picMk id="16" creationId="{60B68D02-63B0-BEE5-997F-FA8BD6F6984D}"/>
          </ac:picMkLst>
        </pc:picChg>
        <pc:picChg chg="add mod">
          <ac:chgData name="Thijs Hauspie" userId="c5aa01d0-0751-4207-a587-d7124c844d8f" providerId="ADAL" clId="{FA30E140-ACD3-4544-AFDF-F9F85702CE8A}" dt="2023-12-06T14:12:09.116" v="556" actId="1076"/>
          <ac:picMkLst>
            <pc:docMk/>
            <pc:sldMk cId="304343549" sldId="2129"/>
            <ac:picMk id="18" creationId="{5549DAFC-437D-64DC-2E9F-6042EEA60D3A}"/>
          </ac:picMkLst>
        </pc:picChg>
        <pc:picChg chg="del">
          <ac:chgData name="Thijs Hauspie" userId="c5aa01d0-0751-4207-a587-d7124c844d8f" providerId="ADAL" clId="{FA30E140-ACD3-4544-AFDF-F9F85702CE8A}" dt="2023-12-06T14:08:09.337" v="524" actId="478"/>
          <ac:picMkLst>
            <pc:docMk/>
            <pc:sldMk cId="304343549" sldId="2129"/>
            <ac:picMk id="1025" creationId="{1A27FC47-19CD-451A-BA8F-54F0E69BC618}"/>
          </ac:picMkLst>
        </pc:picChg>
        <pc:picChg chg="del">
          <ac:chgData name="Thijs Hauspie" userId="c5aa01d0-0751-4207-a587-d7124c844d8f" providerId="ADAL" clId="{FA30E140-ACD3-4544-AFDF-F9F85702CE8A}" dt="2023-12-06T14:08:08.168" v="521" actId="478"/>
          <ac:picMkLst>
            <pc:docMk/>
            <pc:sldMk cId="304343549" sldId="2129"/>
            <ac:picMk id="1026" creationId="{61479602-61F2-451C-852F-2D6E60093798}"/>
          </ac:picMkLst>
        </pc:picChg>
        <pc:picChg chg="del">
          <ac:chgData name="Thijs Hauspie" userId="c5aa01d0-0751-4207-a587-d7124c844d8f" providerId="ADAL" clId="{FA30E140-ACD3-4544-AFDF-F9F85702CE8A}" dt="2023-12-06T14:08:08.544" v="522" actId="478"/>
          <ac:picMkLst>
            <pc:docMk/>
            <pc:sldMk cId="304343549" sldId="2129"/>
            <ac:picMk id="1027" creationId="{72B817DC-F3FD-4D86-802A-0BABACB74D30}"/>
          </ac:picMkLst>
        </pc:picChg>
        <pc:picChg chg="del">
          <ac:chgData name="Thijs Hauspie" userId="c5aa01d0-0751-4207-a587-d7124c844d8f" providerId="ADAL" clId="{FA30E140-ACD3-4544-AFDF-F9F85702CE8A}" dt="2023-12-06T14:08:08.984" v="523" actId="478"/>
          <ac:picMkLst>
            <pc:docMk/>
            <pc:sldMk cId="304343549" sldId="2129"/>
            <ac:picMk id="1028" creationId="{B9AB3153-D7EC-4401-A564-D7A3764D1614}"/>
          </ac:picMkLst>
        </pc:picChg>
        <pc:picChg chg="del">
          <ac:chgData name="Thijs Hauspie" userId="c5aa01d0-0751-4207-a587-d7124c844d8f" providerId="ADAL" clId="{FA30E140-ACD3-4544-AFDF-F9F85702CE8A}" dt="2023-12-06T14:08:07.600" v="520" actId="478"/>
          <ac:picMkLst>
            <pc:docMk/>
            <pc:sldMk cId="304343549" sldId="2129"/>
            <ac:picMk id="1029" creationId="{B16AD4FC-3A66-4F96-9451-A87506C500BA}"/>
          </ac:picMkLst>
        </pc:picChg>
        <pc:picChg chg="del">
          <ac:chgData name="Thijs Hauspie" userId="c5aa01d0-0751-4207-a587-d7124c844d8f" providerId="ADAL" clId="{FA30E140-ACD3-4544-AFDF-F9F85702CE8A}" dt="2023-12-06T14:08:06.962" v="519" actId="478"/>
          <ac:picMkLst>
            <pc:docMk/>
            <pc:sldMk cId="304343549" sldId="2129"/>
            <ac:picMk id="1030" creationId="{B65444D0-BF55-44A7-BDD9-EBAFF54646AD}"/>
          </ac:picMkLst>
        </pc:picChg>
      </pc:sldChg>
      <pc:sldChg chg="addSp modSp mod">
        <pc:chgData name="Thijs Hauspie" userId="c5aa01d0-0751-4207-a587-d7124c844d8f" providerId="ADAL" clId="{FA30E140-ACD3-4544-AFDF-F9F85702CE8A}" dt="2023-12-06T14:13:18.718" v="574" actId="14100"/>
        <pc:sldMkLst>
          <pc:docMk/>
          <pc:sldMk cId="3651366068" sldId="2130"/>
        </pc:sldMkLst>
        <pc:spChg chg="mod">
          <ac:chgData name="Thijs Hauspie" userId="c5aa01d0-0751-4207-a587-d7124c844d8f" providerId="ADAL" clId="{FA30E140-ACD3-4544-AFDF-F9F85702CE8A}" dt="2023-12-06T14:12:38.625" v="567"/>
          <ac:spMkLst>
            <pc:docMk/>
            <pc:sldMk cId="3651366068" sldId="2130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12:57.115" v="571" actId="5793"/>
          <ac:spMkLst>
            <pc:docMk/>
            <pc:sldMk cId="3651366068" sldId="2130"/>
            <ac:spMk id="6" creationId="{D218D92A-74AD-49F8-A8A9-AD801B689B50}"/>
          </ac:spMkLst>
        </pc:spChg>
        <pc:picChg chg="add mod">
          <ac:chgData name="Thijs Hauspie" userId="c5aa01d0-0751-4207-a587-d7124c844d8f" providerId="ADAL" clId="{FA30E140-ACD3-4544-AFDF-F9F85702CE8A}" dt="2023-12-06T14:13:18.718" v="574" actId="14100"/>
          <ac:picMkLst>
            <pc:docMk/>
            <pc:sldMk cId="3651366068" sldId="2130"/>
            <ac:picMk id="3" creationId="{DF9F3633-5715-7FE4-D993-C89EA0DE32CB}"/>
          </ac:picMkLst>
        </pc:picChg>
      </pc:sldChg>
      <pc:sldChg chg="modSp del mod">
        <pc:chgData name="Thijs Hauspie" userId="c5aa01d0-0751-4207-a587-d7124c844d8f" providerId="ADAL" clId="{FA30E140-ACD3-4544-AFDF-F9F85702CE8A}" dt="2023-12-06T14:16:56.158" v="604" actId="47"/>
        <pc:sldMkLst>
          <pc:docMk/>
          <pc:sldMk cId="349930250" sldId="2131"/>
        </pc:sldMkLst>
        <pc:spChg chg="mod">
          <ac:chgData name="Thijs Hauspie" userId="c5aa01d0-0751-4207-a587-d7124c844d8f" providerId="ADAL" clId="{FA30E140-ACD3-4544-AFDF-F9F85702CE8A}" dt="2023-12-06T14:14:15.398" v="579" actId="313"/>
          <ac:spMkLst>
            <pc:docMk/>
            <pc:sldMk cId="349930250" sldId="2131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4:23:25.890" v="662" actId="20577"/>
        <pc:sldMkLst>
          <pc:docMk/>
          <pc:sldMk cId="126390271" sldId="2132"/>
        </pc:sldMkLst>
        <pc:spChg chg="mod">
          <ac:chgData name="Thijs Hauspie" userId="c5aa01d0-0751-4207-a587-d7124c844d8f" providerId="ADAL" clId="{FA30E140-ACD3-4544-AFDF-F9F85702CE8A}" dt="2023-12-06T14:14:16.785" v="582" actId="313"/>
          <ac:spMkLst>
            <pc:docMk/>
            <pc:sldMk cId="126390271" sldId="2132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23:25.890" v="662" actId="20577"/>
          <ac:spMkLst>
            <pc:docMk/>
            <pc:sldMk cId="126390271" sldId="2132"/>
            <ac:spMk id="6" creationId="{D218D92A-74AD-49F8-A8A9-AD801B689B50}"/>
          </ac:spMkLst>
        </pc:spChg>
      </pc:sldChg>
      <pc:sldChg chg="modSp del mod">
        <pc:chgData name="Thijs Hauspie" userId="c5aa01d0-0751-4207-a587-d7124c844d8f" providerId="ADAL" clId="{FA30E140-ACD3-4544-AFDF-F9F85702CE8A}" dt="2023-12-06T14:35:47.097" v="741" actId="47"/>
        <pc:sldMkLst>
          <pc:docMk/>
          <pc:sldMk cId="3324639386" sldId="2133"/>
        </pc:sldMkLst>
        <pc:spChg chg="mod">
          <ac:chgData name="Thijs Hauspie" userId="c5aa01d0-0751-4207-a587-d7124c844d8f" providerId="ADAL" clId="{FA30E140-ACD3-4544-AFDF-F9F85702CE8A}" dt="2023-12-06T14:14:17.695" v="584" actId="313"/>
          <ac:spMkLst>
            <pc:docMk/>
            <pc:sldMk cId="3324639386" sldId="2133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4:36:34.923" v="775" actId="20577"/>
        <pc:sldMkLst>
          <pc:docMk/>
          <pc:sldMk cId="149432781" sldId="2134"/>
        </pc:sldMkLst>
        <pc:spChg chg="mod">
          <ac:chgData name="Thijs Hauspie" userId="c5aa01d0-0751-4207-a587-d7124c844d8f" providerId="ADAL" clId="{FA30E140-ACD3-4544-AFDF-F9F85702CE8A}" dt="2023-12-06T14:14:18.145" v="585" actId="313"/>
          <ac:spMkLst>
            <pc:docMk/>
            <pc:sldMk cId="149432781" sldId="2134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36:34.923" v="775" actId="20577"/>
          <ac:spMkLst>
            <pc:docMk/>
            <pc:sldMk cId="149432781" sldId="2134"/>
            <ac:spMk id="6" creationId="{D218D92A-74AD-49F8-A8A9-AD801B689B50}"/>
          </ac:spMkLst>
        </pc:spChg>
        <pc:picChg chg="mod">
          <ac:chgData name="Thijs Hauspie" userId="c5aa01d0-0751-4207-a587-d7124c844d8f" providerId="ADAL" clId="{FA30E140-ACD3-4544-AFDF-F9F85702CE8A}" dt="2023-12-06T14:36:09.999" v="742" actId="14826"/>
          <ac:picMkLst>
            <pc:docMk/>
            <pc:sldMk cId="149432781" sldId="2134"/>
            <ac:picMk id="9" creationId="{F4723E82-C124-4C9E-9F2D-8D3338DAEDB1}"/>
          </ac:picMkLst>
        </pc:picChg>
      </pc:sldChg>
      <pc:sldChg chg="modSp mod">
        <pc:chgData name="Thijs Hauspie" userId="c5aa01d0-0751-4207-a587-d7124c844d8f" providerId="ADAL" clId="{FA30E140-ACD3-4544-AFDF-F9F85702CE8A}" dt="2023-12-06T14:46:05.148" v="853" actId="20577"/>
        <pc:sldMkLst>
          <pc:docMk/>
          <pc:sldMk cId="116408831" sldId="2135"/>
        </pc:sldMkLst>
        <pc:spChg chg="mod">
          <ac:chgData name="Thijs Hauspie" userId="c5aa01d0-0751-4207-a587-d7124c844d8f" providerId="ADAL" clId="{FA30E140-ACD3-4544-AFDF-F9F85702CE8A}" dt="2023-12-06T14:14:18.648" v="586" actId="313"/>
          <ac:spMkLst>
            <pc:docMk/>
            <pc:sldMk cId="116408831" sldId="2135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46:05.148" v="853" actId="20577"/>
          <ac:spMkLst>
            <pc:docMk/>
            <pc:sldMk cId="116408831" sldId="2135"/>
            <ac:spMk id="6" creationId="{D218D92A-74AD-49F8-A8A9-AD801B689B50}"/>
          </ac:spMkLst>
        </pc:spChg>
        <pc:picChg chg="mod">
          <ac:chgData name="Thijs Hauspie" userId="c5aa01d0-0751-4207-a587-d7124c844d8f" providerId="ADAL" clId="{FA30E140-ACD3-4544-AFDF-F9F85702CE8A}" dt="2023-12-06T14:45:47.163" v="806" actId="1038"/>
          <ac:picMkLst>
            <pc:docMk/>
            <pc:sldMk cId="116408831" sldId="2135"/>
            <ac:picMk id="2" creationId="{A09169B8-4A97-4D31-8A5F-A0A52E190339}"/>
          </ac:picMkLst>
        </pc:picChg>
        <pc:picChg chg="mod">
          <ac:chgData name="Thijs Hauspie" userId="c5aa01d0-0751-4207-a587-d7124c844d8f" providerId="ADAL" clId="{FA30E140-ACD3-4544-AFDF-F9F85702CE8A}" dt="2023-12-06T14:36:50.724" v="776" actId="14826"/>
          <ac:picMkLst>
            <pc:docMk/>
            <pc:sldMk cId="116408831" sldId="2135"/>
            <ac:picMk id="8" creationId="{A341574A-6C5A-4B67-B819-FA3B6EC00CD3}"/>
          </ac:picMkLst>
        </pc:picChg>
      </pc:sldChg>
      <pc:sldChg chg="addSp delSp modSp mod">
        <pc:chgData name="Thijs Hauspie" userId="c5aa01d0-0751-4207-a587-d7124c844d8f" providerId="ADAL" clId="{FA30E140-ACD3-4544-AFDF-F9F85702CE8A}" dt="2023-12-06T14:48:26.108" v="958" actId="478"/>
        <pc:sldMkLst>
          <pc:docMk/>
          <pc:sldMk cId="88070375" sldId="2136"/>
        </pc:sldMkLst>
        <pc:spChg chg="del">
          <ac:chgData name="Thijs Hauspie" userId="c5aa01d0-0751-4207-a587-d7124c844d8f" providerId="ADAL" clId="{FA30E140-ACD3-4544-AFDF-F9F85702CE8A}" dt="2023-12-06T14:48:12.331" v="948" actId="478"/>
          <ac:spMkLst>
            <pc:docMk/>
            <pc:sldMk cId="88070375" sldId="2136"/>
            <ac:spMk id="4" creationId="{2F9288A7-469F-4DD3-8B58-9C8D6CC703FC}"/>
          </ac:spMkLst>
        </pc:spChg>
        <pc:spChg chg="mod">
          <ac:chgData name="Thijs Hauspie" userId="c5aa01d0-0751-4207-a587-d7124c844d8f" providerId="ADAL" clId="{FA30E140-ACD3-4544-AFDF-F9F85702CE8A}" dt="2023-12-06T14:14:19.166" v="587" actId="313"/>
          <ac:spMkLst>
            <pc:docMk/>
            <pc:sldMk cId="88070375" sldId="2136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4:48:22.044" v="955" actId="20577"/>
          <ac:spMkLst>
            <pc:docMk/>
            <pc:sldMk cId="88070375" sldId="2136"/>
            <ac:spMk id="6" creationId="{D218D92A-74AD-49F8-A8A9-AD801B689B50}"/>
          </ac:spMkLst>
        </pc:spChg>
        <pc:spChg chg="del">
          <ac:chgData name="Thijs Hauspie" userId="c5aa01d0-0751-4207-a587-d7124c844d8f" providerId="ADAL" clId="{FA30E140-ACD3-4544-AFDF-F9F85702CE8A}" dt="2023-12-06T14:48:09.962" v="947" actId="478"/>
          <ac:spMkLst>
            <pc:docMk/>
            <pc:sldMk cId="88070375" sldId="2136"/>
            <ac:spMk id="12" creationId="{C2DE0714-7B5F-4088-A6F4-2B30FB542CB6}"/>
          </ac:spMkLst>
        </pc:spChg>
        <pc:spChg chg="del">
          <ac:chgData name="Thijs Hauspie" userId="c5aa01d0-0751-4207-a587-d7124c844d8f" providerId="ADAL" clId="{FA30E140-ACD3-4544-AFDF-F9F85702CE8A}" dt="2023-12-06T14:47:36.795" v="876" actId="478"/>
          <ac:spMkLst>
            <pc:docMk/>
            <pc:sldMk cId="88070375" sldId="2136"/>
            <ac:spMk id="13" creationId="{A93C0A90-13A2-4C82-82AD-19C4EED8E013}"/>
          </ac:spMkLst>
        </pc:spChg>
        <pc:spChg chg="del">
          <ac:chgData name="Thijs Hauspie" userId="c5aa01d0-0751-4207-a587-d7124c844d8f" providerId="ADAL" clId="{FA30E140-ACD3-4544-AFDF-F9F85702CE8A}" dt="2023-12-06T14:47:11.387" v="867" actId="478"/>
          <ac:spMkLst>
            <pc:docMk/>
            <pc:sldMk cId="88070375" sldId="2136"/>
            <ac:spMk id="14" creationId="{3546F7B3-4E83-41B2-B232-6C0B1898586A}"/>
          </ac:spMkLst>
        </pc:spChg>
        <pc:spChg chg="del">
          <ac:chgData name="Thijs Hauspie" userId="c5aa01d0-0751-4207-a587-d7124c844d8f" providerId="ADAL" clId="{FA30E140-ACD3-4544-AFDF-F9F85702CE8A}" dt="2023-12-06T14:46:55.067" v="861" actId="478"/>
          <ac:spMkLst>
            <pc:docMk/>
            <pc:sldMk cId="88070375" sldId="2136"/>
            <ac:spMk id="15" creationId="{B593FB13-6063-4B28-BDB2-D0B1BEF87ACC}"/>
          </ac:spMkLst>
        </pc:spChg>
        <pc:spChg chg="del">
          <ac:chgData name="Thijs Hauspie" userId="c5aa01d0-0751-4207-a587-d7124c844d8f" providerId="ADAL" clId="{FA30E140-ACD3-4544-AFDF-F9F85702CE8A}" dt="2023-12-06T14:48:24.578" v="957" actId="478"/>
          <ac:spMkLst>
            <pc:docMk/>
            <pc:sldMk cId="88070375" sldId="2136"/>
            <ac:spMk id="16" creationId="{80F10AE7-F7FD-48E0-AEE0-36600AB2A4C2}"/>
          </ac:spMkLst>
        </pc:spChg>
        <pc:spChg chg="mod">
          <ac:chgData name="Thijs Hauspie" userId="c5aa01d0-0751-4207-a587-d7124c844d8f" providerId="ADAL" clId="{FA30E140-ACD3-4544-AFDF-F9F85702CE8A}" dt="2023-12-06T14:47:07.705" v="866" actId="14100"/>
          <ac:spMkLst>
            <pc:docMk/>
            <pc:sldMk cId="88070375" sldId="2136"/>
            <ac:spMk id="17" creationId="{31BDFC41-4B06-4BDC-8768-07C28C787A80}"/>
          </ac:spMkLst>
        </pc:spChg>
        <pc:spChg chg="del">
          <ac:chgData name="Thijs Hauspie" userId="c5aa01d0-0751-4207-a587-d7124c844d8f" providerId="ADAL" clId="{FA30E140-ACD3-4544-AFDF-F9F85702CE8A}" dt="2023-12-06T14:48:26.108" v="958" actId="478"/>
          <ac:spMkLst>
            <pc:docMk/>
            <pc:sldMk cId="88070375" sldId="2136"/>
            <ac:spMk id="18" creationId="{BA049A42-672C-4E8C-B673-8953CD4497D8}"/>
          </ac:spMkLst>
        </pc:spChg>
        <pc:spChg chg="del">
          <ac:chgData name="Thijs Hauspie" userId="c5aa01d0-0751-4207-a587-d7124c844d8f" providerId="ADAL" clId="{FA30E140-ACD3-4544-AFDF-F9F85702CE8A}" dt="2023-12-06T14:48:24.578" v="957" actId="478"/>
          <ac:spMkLst>
            <pc:docMk/>
            <pc:sldMk cId="88070375" sldId="2136"/>
            <ac:spMk id="19" creationId="{9D2F9D4F-96C2-4E00-ABE4-BC3690A136D6}"/>
          </ac:spMkLst>
        </pc:spChg>
        <pc:spChg chg="del">
          <ac:chgData name="Thijs Hauspie" userId="c5aa01d0-0751-4207-a587-d7124c844d8f" providerId="ADAL" clId="{FA30E140-ACD3-4544-AFDF-F9F85702CE8A}" dt="2023-12-06T14:48:24.578" v="957" actId="478"/>
          <ac:spMkLst>
            <pc:docMk/>
            <pc:sldMk cId="88070375" sldId="2136"/>
            <ac:spMk id="20" creationId="{500BC074-F7D6-4B74-AEF5-4CC69B8BF948}"/>
          </ac:spMkLst>
        </pc:spChg>
        <pc:picChg chg="del">
          <ac:chgData name="Thijs Hauspie" userId="c5aa01d0-0751-4207-a587-d7124c844d8f" providerId="ADAL" clId="{FA30E140-ACD3-4544-AFDF-F9F85702CE8A}" dt="2023-12-06T14:46:36.053" v="854" actId="478"/>
          <ac:picMkLst>
            <pc:docMk/>
            <pc:sldMk cId="88070375" sldId="2136"/>
            <ac:picMk id="2" creationId="{B2670EF0-E27B-4701-8B8C-CBF24F9CF4C7}"/>
          </ac:picMkLst>
        </pc:picChg>
        <pc:picChg chg="del">
          <ac:chgData name="Thijs Hauspie" userId="c5aa01d0-0751-4207-a587-d7124c844d8f" providerId="ADAL" clId="{FA30E140-ACD3-4544-AFDF-F9F85702CE8A}" dt="2023-12-06T14:48:22.739" v="956" actId="478"/>
          <ac:picMkLst>
            <pc:docMk/>
            <pc:sldMk cId="88070375" sldId="2136"/>
            <ac:picMk id="3" creationId="{0B547067-892B-4C02-A622-278C1A1AD80A}"/>
          </ac:picMkLst>
        </pc:picChg>
        <pc:picChg chg="add mod ord">
          <ac:chgData name="Thijs Hauspie" userId="c5aa01d0-0751-4207-a587-d7124c844d8f" providerId="ADAL" clId="{FA30E140-ACD3-4544-AFDF-F9F85702CE8A}" dt="2023-12-06T14:47:03.704" v="865" actId="1076"/>
          <ac:picMkLst>
            <pc:docMk/>
            <pc:sldMk cId="88070375" sldId="2136"/>
            <ac:picMk id="8" creationId="{8EA4FBE6-2708-AFC4-5D37-3D0A419783A2}"/>
          </ac:picMkLst>
        </pc:picChg>
      </pc:sldChg>
      <pc:sldChg chg="modSp del mod">
        <pc:chgData name="Thijs Hauspie" userId="c5aa01d0-0751-4207-a587-d7124c844d8f" providerId="ADAL" clId="{FA30E140-ACD3-4544-AFDF-F9F85702CE8A}" dt="2023-12-06T14:54:49.493" v="1085" actId="47"/>
        <pc:sldMkLst>
          <pc:docMk/>
          <pc:sldMk cId="805149699" sldId="2137"/>
        </pc:sldMkLst>
        <pc:spChg chg="mod">
          <ac:chgData name="Thijs Hauspie" userId="c5aa01d0-0751-4207-a587-d7124c844d8f" providerId="ADAL" clId="{FA30E140-ACD3-4544-AFDF-F9F85702CE8A}" dt="2023-12-06T14:14:19.724" v="588" actId="313"/>
          <ac:spMkLst>
            <pc:docMk/>
            <pc:sldMk cId="805149699" sldId="2137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5:08:13.489" v="1323" actId="313"/>
        <pc:sldMkLst>
          <pc:docMk/>
          <pc:sldMk cId="1752180811" sldId="2138"/>
        </pc:sldMkLst>
        <pc:spChg chg="mod">
          <ac:chgData name="Thijs Hauspie" userId="c5aa01d0-0751-4207-a587-d7124c844d8f" providerId="ADAL" clId="{FA30E140-ACD3-4544-AFDF-F9F85702CE8A}" dt="2023-12-06T14:14:20.197" v="589" actId="313"/>
          <ac:spMkLst>
            <pc:docMk/>
            <pc:sldMk cId="1752180811" sldId="2138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08:13.489" v="1323" actId="313"/>
          <ac:spMkLst>
            <pc:docMk/>
            <pc:sldMk cId="1752180811" sldId="2138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FA30E140-ACD3-4544-AFDF-F9F85702CE8A}" dt="2023-12-06T13:32:24.738" v="276" actId="20577"/>
        <pc:sldMkLst>
          <pc:docMk/>
          <pc:sldMk cId="1552650904" sldId="2139"/>
        </pc:sldMkLst>
        <pc:spChg chg="mod">
          <ac:chgData name="Thijs Hauspie" userId="c5aa01d0-0751-4207-a587-d7124c844d8f" providerId="ADAL" clId="{FA30E140-ACD3-4544-AFDF-F9F85702CE8A}" dt="2023-12-06T13:32:24.738" v="276" actId="20577"/>
          <ac:spMkLst>
            <pc:docMk/>
            <pc:sldMk cId="1552650904" sldId="2139"/>
            <ac:spMk id="2" creationId="{2487FA35-A2A9-47D2-B705-6EA42514C1AE}"/>
          </ac:spMkLst>
        </pc:spChg>
        <pc:spChg chg="mod">
          <ac:chgData name="Thijs Hauspie" userId="c5aa01d0-0751-4207-a587-d7124c844d8f" providerId="ADAL" clId="{FA30E140-ACD3-4544-AFDF-F9F85702CE8A}" dt="2023-12-06T13:32:22.753" v="274" actId="20577"/>
          <ac:spMkLst>
            <pc:docMk/>
            <pc:sldMk cId="1552650904" sldId="2139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FA30E140-ACD3-4544-AFDF-F9F85702CE8A}" dt="2023-12-06T14:05:46.689" v="507" actId="20577"/>
        <pc:sldMkLst>
          <pc:docMk/>
          <pc:sldMk cId="1080027548" sldId="2140"/>
        </pc:sldMkLst>
        <pc:spChg chg="mod">
          <ac:chgData name="Thijs Hauspie" userId="c5aa01d0-0751-4207-a587-d7124c844d8f" providerId="ADAL" clId="{FA30E140-ACD3-4544-AFDF-F9F85702CE8A}" dt="2023-12-06T14:05:07.371" v="484" actId="20577"/>
          <ac:spMkLst>
            <pc:docMk/>
            <pc:sldMk cId="1080027548" sldId="2140"/>
            <ac:spMk id="2" creationId="{2487FA35-A2A9-47D2-B705-6EA42514C1AE}"/>
          </ac:spMkLst>
        </pc:spChg>
        <pc:spChg chg="mod">
          <ac:chgData name="Thijs Hauspie" userId="c5aa01d0-0751-4207-a587-d7124c844d8f" providerId="ADAL" clId="{FA30E140-ACD3-4544-AFDF-F9F85702CE8A}" dt="2023-12-06T14:05:46.689" v="507" actId="20577"/>
          <ac:spMkLst>
            <pc:docMk/>
            <pc:sldMk cId="1080027548" sldId="2140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FA30E140-ACD3-4544-AFDF-F9F85702CE8A}" dt="2023-12-06T14:05:03.174" v="476" actId="20577"/>
        <pc:sldMkLst>
          <pc:docMk/>
          <pc:sldMk cId="2166898783" sldId="2141"/>
        </pc:sldMkLst>
        <pc:spChg chg="mod">
          <ac:chgData name="Thijs Hauspie" userId="c5aa01d0-0751-4207-a587-d7124c844d8f" providerId="ADAL" clId="{FA30E140-ACD3-4544-AFDF-F9F85702CE8A}" dt="2023-12-06T14:05:03.174" v="476" actId="20577"/>
          <ac:spMkLst>
            <pc:docMk/>
            <pc:sldMk cId="2166898783" sldId="2141"/>
            <ac:spMk id="2" creationId="{2487FA35-A2A9-47D2-B705-6EA42514C1AE}"/>
          </ac:spMkLst>
        </pc:spChg>
        <pc:spChg chg="mod">
          <ac:chgData name="Thijs Hauspie" userId="c5aa01d0-0751-4207-a587-d7124c844d8f" providerId="ADAL" clId="{FA30E140-ACD3-4544-AFDF-F9F85702CE8A}" dt="2023-12-06T14:04:57.597" v="468"/>
          <ac:spMkLst>
            <pc:docMk/>
            <pc:sldMk cId="2166898783" sldId="2141"/>
            <ac:spMk id="3" creationId="{AFA9732D-AB41-4AF6-9647-B5196F5786EE}"/>
          </ac:spMkLst>
        </pc:spChg>
      </pc:sldChg>
      <pc:sldChg chg="add">
        <pc:chgData name="Thijs Hauspie" userId="c5aa01d0-0751-4207-a587-d7124c844d8f" providerId="ADAL" clId="{FA30E140-ACD3-4544-AFDF-F9F85702CE8A}" dt="2023-12-06T14:06:37.548" v="508" actId="2890"/>
        <pc:sldMkLst>
          <pc:docMk/>
          <pc:sldMk cId="1032574365" sldId="2142"/>
        </pc:sldMkLst>
      </pc:sldChg>
      <pc:sldChg chg="add del">
        <pc:chgData name="Thijs Hauspie" userId="c5aa01d0-0751-4207-a587-d7124c844d8f" providerId="ADAL" clId="{FA30E140-ACD3-4544-AFDF-F9F85702CE8A}" dt="2023-12-06T14:10:57.838" v="542" actId="47"/>
        <pc:sldMkLst>
          <pc:docMk/>
          <pc:sldMk cId="1503020723" sldId="2143"/>
        </pc:sldMkLst>
      </pc:sldChg>
      <pc:sldChg chg="add del">
        <pc:chgData name="Thijs Hauspie" userId="c5aa01d0-0751-4207-a587-d7124c844d8f" providerId="ADAL" clId="{FA30E140-ACD3-4544-AFDF-F9F85702CE8A}" dt="2023-12-06T14:10:52.715" v="541" actId="47"/>
        <pc:sldMkLst>
          <pc:docMk/>
          <pc:sldMk cId="178156402" sldId="2144"/>
        </pc:sldMkLst>
      </pc:sldChg>
      <pc:sldChg chg="modSp add mod ord">
        <pc:chgData name="Thijs Hauspie" userId="c5aa01d0-0751-4207-a587-d7124c844d8f" providerId="ADAL" clId="{FA30E140-ACD3-4544-AFDF-F9F85702CE8A}" dt="2023-12-06T14:10:44.793" v="539"/>
        <pc:sldMkLst>
          <pc:docMk/>
          <pc:sldMk cId="2913319146" sldId="2145"/>
        </pc:sldMkLst>
        <pc:spChg chg="mod">
          <ac:chgData name="Thijs Hauspie" userId="c5aa01d0-0751-4207-a587-d7124c844d8f" providerId="ADAL" clId="{FA30E140-ACD3-4544-AFDF-F9F85702CE8A}" dt="2023-12-06T14:10:39.806" v="537" actId="207"/>
          <ac:spMkLst>
            <pc:docMk/>
            <pc:sldMk cId="2913319146" sldId="2145"/>
            <ac:spMk id="6" creationId="{D218D92A-74AD-49F8-A8A9-AD801B689B50}"/>
          </ac:spMkLst>
        </pc:spChg>
      </pc:sldChg>
      <pc:sldChg chg="add">
        <pc:chgData name="Thijs Hauspie" userId="c5aa01d0-0751-4207-a587-d7124c844d8f" providerId="ADAL" clId="{FA30E140-ACD3-4544-AFDF-F9F85702CE8A}" dt="2023-12-06T14:15:53.634" v="592" actId="2890"/>
        <pc:sldMkLst>
          <pc:docMk/>
          <pc:sldMk cId="3064666063" sldId="2146"/>
        </pc:sldMkLst>
      </pc:sldChg>
      <pc:sldChg chg="modSp add mod ord">
        <pc:chgData name="Thijs Hauspie" userId="c5aa01d0-0751-4207-a587-d7124c844d8f" providerId="ADAL" clId="{FA30E140-ACD3-4544-AFDF-F9F85702CE8A}" dt="2023-12-06T14:18:56.221" v="614"/>
        <pc:sldMkLst>
          <pc:docMk/>
          <pc:sldMk cId="2305498834" sldId="2147"/>
        </pc:sldMkLst>
        <pc:spChg chg="mod">
          <ac:chgData name="Thijs Hauspie" userId="c5aa01d0-0751-4207-a587-d7124c844d8f" providerId="ADAL" clId="{FA30E140-ACD3-4544-AFDF-F9F85702CE8A}" dt="2023-12-06T14:18:51.702" v="612" actId="20577"/>
          <ac:spMkLst>
            <pc:docMk/>
            <pc:sldMk cId="2305498834" sldId="2147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FA30E140-ACD3-4544-AFDF-F9F85702CE8A}" dt="2023-12-06T14:25:38.841" v="666"/>
        <pc:sldMkLst>
          <pc:docMk/>
          <pc:sldMk cId="1717378163" sldId="2148"/>
        </pc:sldMkLst>
        <pc:spChg chg="mod">
          <ac:chgData name="Thijs Hauspie" userId="c5aa01d0-0751-4207-a587-d7124c844d8f" providerId="ADAL" clId="{FA30E140-ACD3-4544-AFDF-F9F85702CE8A}" dt="2023-12-06T14:25:38.841" v="666"/>
          <ac:spMkLst>
            <pc:docMk/>
            <pc:sldMk cId="1717378163" sldId="2148"/>
            <ac:spMk id="6" creationId="{D218D92A-74AD-49F8-A8A9-AD801B689B50}"/>
          </ac:spMkLst>
        </pc:spChg>
      </pc:sldChg>
      <pc:sldChg chg="addSp delSp modSp add mod delAnim modAnim">
        <pc:chgData name="Thijs Hauspie" userId="c5aa01d0-0751-4207-a587-d7124c844d8f" providerId="ADAL" clId="{FA30E140-ACD3-4544-AFDF-F9F85702CE8A}" dt="2023-12-06T14:32:25.131" v="701" actId="14826"/>
        <pc:sldMkLst>
          <pc:docMk/>
          <pc:sldMk cId="2076605842" sldId="2149"/>
        </pc:sldMkLst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36" creationId="{454E5796-B81C-1061-F493-35EA7FA99AD9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37" creationId="{32DE1CE4-7D6E-079A-0B6F-CB8CBD522A9A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39" creationId="{0A100AB8-6E2B-4BE9-4BF3-7249895A1BCA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40" creationId="{11FFDD58-8640-E977-FC3E-99C233F0DB46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42" creationId="{128AF44E-5FBD-5331-FBE5-9B1721DFDDD8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43" creationId="{9DA93B27-CD69-D87F-0FDC-0FADAA8A6573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47" creationId="{8D962D37-CAA2-177E-E875-7CD5D9F348FC}"/>
          </ac:spMkLst>
        </pc:spChg>
        <pc:spChg chg="mod">
          <ac:chgData name="Thijs Hauspie" userId="c5aa01d0-0751-4207-a587-d7124c844d8f" providerId="ADAL" clId="{FA30E140-ACD3-4544-AFDF-F9F85702CE8A}" dt="2023-12-06T14:31:59.942" v="697"/>
          <ac:spMkLst>
            <pc:docMk/>
            <pc:sldMk cId="2076605842" sldId="2149"/>
            <ac:spMk id="48" creationId="{41414C81-1925-EDE6-71DA-B8FAF427D033}"/>
          </ac:spMkLst>
        </pc:spChg>
        <pc:spChg chg="add del mod">
          <ac:chgData name="Thijs Hauspie" userId="c5aa01d0-0751-4207-a587-d7124c844d8f" providerId="ADAL" clId="{FA30E140-ACD3-4544-AFDF-F9F85702CE8A}" dt="2023-12-06T14:32:05.444" v="699" actId="478"/>
          <ac:spMkLst>
            <pc:docMk/>
            <pc:sldMk cId="2076605842" sldId="2149"/>
            <ac:spMk id="49" creationId="{A7D3F9E9-6C94-DFC3-BCE1-92A3CBD9CCAE}"/>
          </ac:spMkLst>
        </pc:spChg>
        <pc:spChg chg="add del mod">
          <ac:chgData name="Thijs Hauspie" userId="c5aa01d0-0751-4207-a587-d7124c844d8f" providerId="ADAL" clId="{FA30E140-ACD3-4544-AFDF-F9F85702CE8A}" dt="2023-12-06T14:32:04.160" v="698" actId="478"/>
          <ac:spMkLst>
            <pc:docMk/>
            <pc:sldMk cId="2076605842" sldId="2149"/>
            <ac:spMk id="50" creationId="{EA3DD6D8-940E-F41F-88FE-743DFBD9213D}"/>
          </ac:spMkLst>
        </pc:spChg>
        <pc:spChg chg="add del mod">
          <ac:chgData name="Thijs Hauspie" userId="c5aa01d0-0751-4207-a587-d7124c844d8f" providerId="ADAL" clId="{FA30E140-ACD3-4544-AFDF-F9F85702CE8A}" dt="2023-12-06T14:32:06.651" v="700" actId="478"/>
          <ac:spMkLst>
            <pc:docMk/>
            <pc:sldMk cId="2076605842" sldId="2149"/>
            <ac:spMk id="51" creationId="{EEB3F42A-58F6-0104-7204-6D8AC9797991}"/>
          </ac:spMkLst>
        </pc:spChg>
        <pc:grpChg chg="add mod">
          <ac:chgData name="Thijs Hauspie" userId="c5aa01d0-0751-4207-a587-d7124c844d8f" providerId="ADAL" clId="{FA30E140-ACD3-4544-AFDF-F9F85702CE8A}" dt="2023-12-06T14:31:59.942" v="697"/>
          <ac:grpSpMkLst>
            <pc:docMk/>
            <pc:sldMk cId="2076605842" sldId="2149"/>
            <ac:grpSpMk id="10" creationId="{2A0671A9-F73C-3EC5-F60D-4287C69921A4}"/>
          </ac:grpSpMkLst>
        </pc:grpChg>
        <pc:grpChg chg="del">
          <ac:chgData name="Thijs Hauspie" userId="c5aa01d0-0751-4207-a587-d7124c844d8f" providerId="ADAL" clId="{FA30E140-ACD3-4544-AFDF-F9F85702CE8A}" dt="2023-12-06T14:31:46.713" v="692" actId="478"/>
          <ac:grpSpMkLst>
            <pc:docMk/>
            <pc:sldMk cId="2076605842" sldId="2149"/>
            <ac:grpSpMk id="11" creationId="{C4D4731F-7EC5-DDE0-07B0-CD2D8D5204E3}"/>
          </ac:grpSpMkLst>
        </pc:grpChg>
        <pc:grpChg chg="del">
          <ac:chgData name="Thijs Hauspie" userId="c5aa01d0-0751-4207-a587-d7124c844d8f" providerId="ADAL" clId="{FA30E140-ACD3-4544-AFDF-F9F85702CE8A}" dt="2023-12-06T14:31:48.091" v="693" actId="478"/>
          <ac:grpSpMkLst>
            <pc:docMk/>
            <pc:sldMk cId="2076605842" sldId="2149"/>
            <ac:grpSpMk id="14" creationId="{5C395FFA-D924-54B8-88C9-EC00AB336550}"/>
          </ac:grpSpMkLst>
        </pc:grpChg>
        <pc:grpChg chg="del">
          <ac:chgData name="Thijs Hauspie" userId="c5aa01d0-0751-4207-a587-d7124c844d8f" providerId="ADAL" clId="{FA30E140-ACD3-4544-AFDF-F9F85702CE8A}" dt="2023-12-06T14:31:48.091" v="693" actId="478"/>
          <ac:grpSpMkLst>
            <pc:docMk/>
            <pc:sldMk cId="2076605842" sldId="2149"/>
            <ac:grpSpMk id="18" creationId="{9D6E4B59-ED69-22F9-153F-7DC6315681E4}"/>
          </ac:grpSpMkLst>
        </pc:grpChg>
        <pc:grpChg chg="del">
          <ac:chgData name="Thijs Hauspie" userId="c5aa01d0-0751-4207-a587-d7124c844d8f" providerId="ADAL" clId="{FA30E140-ACD3-4544-AFDF-F9F85702CE8A}" dt="2023-12-06T14:31:50.324" v="696" actId="478"/>
          <ac:grpSpMkLst>
            <pc:docMk/>
            <pc:sldMk cId="2076605842" sldId="2149"/>
            <ac:grpSpMk id="22" creationId="{1955D3EF-17F8-3CD6-18CA-03278C28717E}"/>
          </ac:grpSpMkLst>
        </pc:grpChg>
        <pc:grpChg chg="del">
          <ac:chgData name="Thijs Hauspie" userId="c5aa01d0-0751-4207-a587-d7124c844d8f" providerId="ADAL" clId="{FA30E140-ACD3-4544-AFDF-F9F85702CE8A}" dt="2023-12-06T14:31:50.324" v="696" actId="478"/>
          <ac:grpSpMkLst>
            <pc:docMk/>
            <pc:sldMk cId="2076605842" sldId="2149"/>
            <ac:grpSpMk id="25" creationId="{99A43F5C-F90B-6315-5178-DCB99A72958A}"/>
          </ac:grpSpMkLst>
        </pc:grpChg>
        <pc:grpChg chg="del">
          <ac:chgData name="Thijs Hauspie" userId="c5aa01d0-0751-4207-a587-d7124c844d8f" providerId="ADAL" clId="{FA30E140-ACD3-4544-AFDF-F9F85702CE8A}" dt="2023-12-06T14:31:48.091" v="693" actId="478"/>
          <ac:grpSpMkLst>
            <pc:docMk/>
            <pc:sldMk cId="2076605842" sldId="2149"/>
            <ac:grpSpMk id="28" creationId="{F3ED596B-7EC9-86B7-53F9-A2345EBAAF9C}"/>
          </ac:grpSpMkLst>
        </pc:grpChg>
        <pc:grpChg chg="del">
          <ac:chgData name="Thijs Hauspie" userId="c5aa01d0-0751-4207-a587-d7124c844d8f" providerId="ADAL" clId="{FA30E140-ACD3-4544-AFDF-F9F85702CE8A}" dt="2023-12-06T14:31:50.324" v="696" actId="478"/>
          <ac:grpSpMkLst>
            <pc:docMk/>
            <pc:sldMk cId="2076605842" sldId="2149"/>
            <ac:grpSpMk id="32" creationId="{DAA83226-9780-1E62-5BC5-A04123F6CAD2}"/>
          </ac:grpSpMkLst>
        </pc:grpChg>
        <pc:grpChg chg="add mod">
          <ac:chgData name="Thijs Hauspie" userId="c5aa01d0-0751-4207-a587-d7124c844d8f" providerId="ADAL" clId="{FA30E140-ACD3-4544-AFDF-F9F85702CE8A}" dt="2023-12-06T14:31:59.942" v="697"/>
          <ac:grpSpMkLst>
            <pc:docMk/>
            <pc:sldMk cId="2076605842" sldId="2149"/>
            <ac:grpSpMk id="38" creationId="{B6C75DE2-9D44-9F7D-D213-F8E9411B0DFD}"/>
          </ac:grpSpMkLst>
        </pc:grpChg>
        <pc:grpChg chg="add mod">
          <ac:chgData name="Thijs Hauspie" userId="c5aa01d0-0751-4207-a587-d7124c844d8f" providerId="ADAL" clId="{FA30E140-ACD3-4544-AFDF-F9F85702CE8A}" dt="2023-12-06T14:31:59.942" v="697"/>
          <ac:grpSpMkLst>
            <pc:docMk/>
            <pc:sldMk cId="2076605842" sldId="2149"/>
            <ac:grpSpMk id="41" creationId="{1117FD3A-3EBD-28F7-3BFF-DEE16367B112}"/>
          </ac:grpSpMkLst>
        </pc:grpChg>
        <pc:grpChg chg="add mod">
          <ac:chgData name="Thijs Hauspie" userId="c5aa01d0-0751-4207-a587-d7124c844d8f" providerId="ADAL" clId="{FA30E140-ACD3-4544-AFDF-F9F85702CE8A}" dt="2023-12-06T14:31:59.942" v="697"/>
          <ac:grpSpMkLst>
            <pc:docMk/>
            <pc:sldMk cId="2076605842" sldId="2149"/>
            <ac:grpSpMk id="46" creationId="{EFA4BE77-EA8D-822C-E87F-2BE02E937DEF}"/>
          </ac:grpSpMkLst>
        </pc:grpChg>
        <pc:picChg chg="del">
          <ac:chgData name="Thijs Hauspie" userId="c5aa01d0-0751-4207-a587-d7124c844d8f" providerId="ADAL" clId="{FA30E140-ACD3-4544-AFDF-F9F85702CE8A}" dt="2023-12-06T14:31:49.315" v="695" actId="478"/>
          <ac:picMkLst>
            <pc:docMk/>
            <pc:sldMk cId="2076605842" sldId="2149"/>
            <ac:picMk id="2" creationId="{ED8C737B-36C0-18E5-DA3C-5950F01DD6B1}"/>
          </ac:picMkLst>
        </pc:picChg>
        <pc:picChg chg="del">
          <ac:chgData name="Thijs Hauspie" userId="c5aa01d0-0751-4207-a587-d7124c844d8f" providerId="ADAL" clId="{FA30E140-ACD3-4544-AFDF-F9F85702CE8A}" dt="2023-12-06T14:31:44.483" v="691" actId="478"/>
          <ac:picMkLst>
            <pc:docMk/>
            <pc:sldMk cId="2076605842" sldId="2149"/>
            <ac:picMk id="7" creationId="{017E638E-CFA3-523D-D294-ED8FF874CA1A}"/>
          </ac:picMkLst>
        </pc:picChg>
        <pc:picChg chg="add mod">
          <ac:chgData name="Thijs Hauspie" userId="c5aa01d0-0751-4207-a587-d7124c844d8f" providerId="ADAL" clId="{FA30E140-ACD3-4544-AFDF-F9F85702CE8A}" dt="2023-12-06T14:31:59.942" v="697"/>
          <ac:picMkLst>
            <pc:docMk/>
            <pc:sldMk cId="2076605842" sldId="2149"/>
            <ac:picMk id="8" creationId="{E448489F-D17B-8F5C-D88E-95418D6EAE0F}"/>
          </ac:picMkLst>
        </pc:picChg>
        <pc:picChg chg="add mod">
          <ac:chgData name="Thijs Hauspie" userId="c5aa01d0-0751-4207-a587-d7124c844d8f" providerId="ADAL" clId="{FA30E140-ACD3-4544-AFDF-F9F85702CE8A}" dt="2023-12-06T14:32:25.131" v="701" actId="14826"/>
          <ac:picMkLst>
            <pc:docMk/>
            <pc:sldMk cId="2076605842" sldId="2149"/>
            <ac:picMk id="9" creationId="{DC7167B1-C57B-94BF-7EA0-7CFC23A765E8}"/>
          </ac:picMkLst>
        </pc:picChg>
        <pc:picChg chg="del">
          <ac:chgData name="Thijs Hauspie" userId="c5aa01d0-0751-4207-a587-d7124c844d8f" providerId="ADAL" clId="{FA30E140-ACD3-4544-AFDF-F9F85702CE8A}" dt="2023-12-06T14:31:48.836" v="694" actId="478"/>
          <ac:picMkLst>
            <pc:docMk/>
            <pc:sldMk cId="2076605842" sldId="2149"/>
            <ac:picMk id="35" creationId="{55B92957-9820-C09E-E435-B25E7B3482C8}"/>
          </ac:picMkLst>
        </pc:picChg>
        <pc:cxnChg chg="del">
          <ac:chgData name="Thijs Hauspie" userId="c5aa01d0-0751-4207-a587-d7124c844d8f" providerId="ADAL" clId="{FA30E140-ACD3-4544-AFDF-F9F85702CE8A}" dt="2023-12-06T14:31:48.091" v="693" actId="478"/>
          <ac:cxnSpMkLst>
            <pc:docMk/>
            <pc:sldMk cId="2076605842" sldId="2149"/>
            <ac:cxnSpMk id="17" creationId="{BC040223-673B-6DB1-36E9-9EAC9253C85A}"/>
          </ac:cxnSpMkLst>
        </pc:cxnChg>
        <pc:cxnChg chg="del">
          <ac:chgData name="Thijs Hauspie" userId="c5aa01d0-0751-4207-a587-d7124c844d8f" providerId="ADAL" clId="{FA30E140-ACD3-4544-AFDF-F9F85702CE8A}" dt="2023-12-06T14:31:48.091" v="693" actId="478"/>
          <ac:cxnSpMkLst>
            <pc:docMk/>
            <pc:sldMk cId="2076605842" sldId="2149"/>
            <ac:cxnSpMk id="31" creationId="{0A994A10-95B6-DC76-FC0D-3C5377B2729C}"/>
          </ac:cxnSpMkLst>
        </pc:cxnChg>
        <pc:cxnChg chg="add mod">
          <ac:chgData name="Thijs Hauspie" userId="c5aa01d0-0751-4207-a587-d7124c844d8f" providerId="ADAL" clId="{FA30E140-ACD3-4544-AFDF-F9F85702CE8A}" dt="2023-12-06T14:31:59.942" v="697"/>
          <ac:cxnSpMkLst>
            <pc:docMk/>
            <pc:sldMk cId="2076605842" sldId="2149"/>
            <ac:cxnSpMk id="44" creationId="{BC470AC8-BB2B-1FCE-89C5-6118403E8443}"/>
          </ac:cxnSpMkLst>
        </pc:cxnChg>
        <pc:cxnChg chg="add mod">
          <ac:chgData name="Thijs Hauspie" userId="c5aa01d0-0751-4207-a587-d7124c844d8f" providerId="ADAL" clId="{FA30E140-ACD3-4544-AFDF-F9F85702CE8A}" dt="2023-12-06T14:31:59.942" v="697"/>
          <ac:cxnSpMkLst>
            <pc:docMk/>
            <pc:sldMk cId="2076605842" sldId="2149"/>
            <ac:cxnSpMk id="45" creationId="{11E88147-D09D-3F5D-0946-C35DB7F5AD9C}"/>
          </ac:cxnSpMkLst>
        </pc:cxnChg>
      </pc:sldChg>
      <pc:sldChg chg="addSp delSp modSp add mod">
        <pc:chgData name="Thijs Hauspie" userId="c5aa01d0-0751-4207-a587-d7124c844d8f" providerId="ADAL" clId="{FA30E140-ACD3-4544-AFDF-F9F85702CE8A}" dt="2023-12-06T14:34:28.799" v="740" actId="1076"/>
        <pc:sldMkLst>
          <pc:docMk/>
          <pc:sldMk cId="2722467051" sldId="2150"/>
        </pc:sldMkLst>
        <pc:spChg chg="mod">
          <ac:chgData name="Thijs Hauspie" userId="c5aa01d0-0751-4207-a587-d7124c844d8f" providerId="ADAL" clId="{FA30E140-ACD3-4544-AFDF-F9F85702CE8A}" dt="2023-12-06T14:33:58.035" v="730" actId="20577"/>
          <ac:spMkLst>
            <pc:docMk/>
            <pc:sldMk cId="2722467051" sldId="2150"/>
            <ac:spMk id="3" creationId="{EE767BAC-C18B-4A8E-ABA6-91C1CA36EE8A}"/>
          </ac:spMkLst>
        </pc:spChg>
        <pc:spChg chg="add del">
          <ac:chgData name="Thijs Hauspie" userId="c5aa01d0-0751-4207-a587-d7124c844d8f" providerId="ADAL" clId="{FA30E140-ACD3-4544-AFDF-F9F85702CE8A}" dt="2023-12-06T14:34:12.634" v="733" actId="478"/>
          <ac:spMkLst>
            <pc:docMk/>
            <pc:sldMk cId="2722467051" sldId="2150"/>
            <ac:spMk id="12" creationId="{3DDF890C-7CCD-3F10-6273-B6B1F28BBA01}"/>
          </ac:spMkLst>
        </pc:spChg>
        <pc:grpChg chg="del">
          <ac:chgData name="Thijs Hauspie" userId="c5aa01d0-0751-4207-a587-d7124c844d8f" providerId="ADAL" clId="{FA30E140-ACD3-4544-AFDF-F9F85702CE8A}" dt="2023-12-06T14:32:45.979" v="704" actId="478"/>
          <ac:grpSpMkLst>
            <pc:docMk/>
            <pc:sldMk cId="2722467051" sldId="2150"/>
            <ac:grpSpMk id="10" creationId="{2A0671A9-F73C-3EC5-F60D-4287C69921A4}"/>
          </ac:grpSpMkLst>
        </pc:grpChg>
        <pc:grpChg chg="del">
          <ac:chgData name="Thijs Hauspie" userId="c5aa01d0-0751-4207-a587-d7124c844d8f" providerId="ADAL" clId="{FA30E140-ACD3-4544-AFDF-F9F85702CE8A}" dt="2023-12-06T14:32:47.897" v="706" actId="478"/>
          <ac:grpSpMkLst>
            <pc:docMk/>
            <pc:sldMk cId="2722467051" sldId="2150"/>
            <ac:grpSpMk id="38" creationId="{B6C75DE2-9D44-9F7D-D213-F8E9411B0DFD}"/>
          </ac:grpSpMkLst>
        </pc:grpChg>
        <pc:grpChg chg="del">
          <ac:chgData name="Thijs Hauspie" userId="c5aa01d0-0751-4207-a587-d7124c844d8f" providerId="ADAL" clId="{FA30E140-ACD3-4544-AFDF-F9F85702CE8A}" dt="2023-12-06T14:32:45.979" v="704" actId="478"/>
          <ac:grpSpMkLst>
            <pc:docMk/>
            <pc:sldMk cId="2722467051" sldId="2150"/>
            <ac:grpSpMk id="41" creationId="{1117FD3A-3EBD-28F7-3BFF-DEE16367B112}"/>
          </ac:grpSpMkLst>
        </pc:grpChg>
        <pc:grpChg chg="del">
          <ac:chgData name="Thijs Hauspie" userId="c5aa01d0-0751-4207-a587-d7124c844d8f" providerId="ADAL" clId="{FA30E140-ACD3-4544-AFDF-F9F85702CE8A}" dt="2023-12-06T14:32:45.979" v="704" actId="478"/>
          <ac:grpSpMkLst>
            <pc:docMk/>
            <pc:sldMk cId="2722467051" sldId="2150"/>
            <ac:grpSpMk id="46" creationId="{EFA4BE77-EA8D-822C-E87F-2BE02E937DEF}"/>
          </ac:grpSpMkLst>
        </pc:grpChg>
        <pc:picChg chg="add mod">
          <ac:chgData name="Thijs Hauspie" userId="c5aa01d0-0751-4207-a587-d7124c844d8f" providerId="ADAL" clId="{FA30E140-ACD3-4544-AFDF-F9F85702CE8A}" dt="2023-12-06T14:34:00.757" v="731" actId="1076"/>
          <ac:picMkLst>
            <pc:docMk/>
            <pc:sldMk cId="2722467051" sldId="2150"/>
            <ac:picMk id="7" creationId="{DB0FA787-EAD5-DCE1-AD42-D893BF354889}"/>
          </ac:picMkLst>
        </pc:picChg>
        <pc:picChg chg="del">
          <ac:chgData name="Thijs Hauspie" userId="c5aa01d0-0751-4207-a587-d7124c844d8f" providerId="ADAL" clId="{FA30E140-ACD3-4544-AFDF-F9F85702CE8A}" dt="2023-12-06T14:32:46.490" v="705" actId="478"/>
          <ac:picMkLst>
            <pc:docMk/>
            <pc:sldMk cId="2722467051" sldId="2150"/>
            <ac:picMk id="8" creationId="{E448489F-D17B-8F5C-D88E-95418D6EAE0F}"/>
          </ac:picMkLst>
        </pc:picChg>
        <pc:picChg chg="del">
          <ac:chgData name="Thijs Hauspie" userId="c5aa01d0-0751-4207-a587-d7124c844d8f" providerId="ADAL" clId="{FA30E140-ACD3-4544-AFDF-F9F85702CE8A}" dt="2023-12-06T14:32:44.994" v="703" actId="478"/>
          <ac:picMkLst>
            <pc:docMk/>
            <pc:sldMk cId="2722467051" sldId="2150"/>
            <ac:picMk id="9" creationId="{DC7167B1-C57B-94BF-7EA0-7CFC23A765E8}"/>
          </ac:picMkLst>
        </pc:picChg>
        <pc:picChg chg="add mod">
          <ac:chgData name="Thijs Hauspie" userId="c5aa01d0-0751-4207-a587-d7124c844d8f" providerId="ADAL" clId="{FA30E140-ACD3-4544-AFDF-F9F85702CE8A}" dt="2023-12-06T14:34:16.883" v="736" actId="1076"/>
          <ac:picMkLst>
            <pc:docMk/>
            <pc:sldMk cId="2722467051" sldId="2150"/>
            <ac:picMk id="14" creationId="{4AA161CF-9B30-BC76-020F-9985A5F23130}"/>
          </ac:picMkLst>
        </pc:picChg>
        <pc:picChg chg="add mod">
          <ac:chgData name="Thijs Hauspie" userId="c5aa01d0-0751-4207-a587-d7124c844d8f" providerId="ADAL" clId="{FA30E140-ACD3-4544-AFDF-F9F85702CE8A}" dt="2023-12-06T14:34:28.799" v="740" actId="1076"/>
          <ac:picMkLst>
            <pc:docMk/>
            <pc:sldMk cId="2722467051" sldId="2150"/>
            <ac:picMk id="16" creationId="{C650EA6E-BC95-D85F-5AE6-3EB00E3431DF}"/>
          </ac:picMkLst>
        </pc:picChg>
        <pc:cxnChg chg="del">
          <ac:chgData name="Thijs Hauspie" userId="c5aa01d0-0751-4207-a587-d7124c844d8f" providerId="ADAL" clId="{FA30E140-ACD3-4544-AFDF-F9F85702CE8A}" dt="2023-12-06T14:32:47.897" v="706" actId="478"/>
          <ac:cxnSpMkLst>
            <pc:docMk/>
            <pc:sldMk cId="2722467051" sldId="2150"/>
            <ac:cxnSpMk id="44" creationId="{BC470AC8-BB2B-1FCE-89C5-6118403E8443}"/>
          </ac:cxnSpMkLst>
        </pc:cxnChg>
        <pc:cxnChg chg="del">
          <ac:chgData name="Thijs Hauspie" userId="c5aa01d0-0751-4207-a587-d7124c844d8f" providerId="ADAL" clId="{FA30E140-ACD3-4544-AFDF-F9F85702CE8A}" dt="2023-12-06T14:32:47.897" v="706" actId="478"/>
          <ac:cxnSpMkLst>
            <pc:docMk/>
            <pc:sldMk cId="2722467051" sldId="2150"/>
            <ac:cxnSpMk id="45" creationId="{11E88147-D09D-3F5D-0946-C35DB7F5AD9C}"/>
          </ac:cxnSpMkLst>
        </pc:cxnChg>
      </pc:sldChg>
      <pc:sldChg chg="addSp delSp modSp add mod">
        <pc:chgData name="Thijs Hauspie" userId="c5aa01d0-0751-4207-a587-d7124c844d8f" providerId="ADAL" clId="{FA30E140-ACD3-4544-AFDF-F9F85702CE8A}" dt="2023-12-06T14:54:38.532" v="1084" actId="1076"/>
        <pc:sldMkLst>
          <pc:docMk/>
          <pc:sldMk cId="1926202259" sldId="2151"/>
        </pc:sldMkLst>
        <pc:spChg chg="mod">
          <ac:chgData name="Thijs Hauspie" userId="c5aa01d0-0751-4207-a587-d7124c844d8f" providerId="ADAL" clId="{FA30E140-ACD3-4544-AFDF-F9F85702CE8A}" dt="2023-12-06T14:54:31.680" v="1083" actId="115"/>
          <ac:spMkLst>
            <pc:docMk/>
            <pc:sldMk cId="1926202259" sldId="2151"/>
            <ac:spMk id="6" creationId="{D218D92A-74AD-49F8-A8A9-AD801B689B50}"/>
          </ac:spMkLst>
        </pc:spChg>
        <pc:spChg chg="add mod">
          <ac:chgData name="Thijs Hauspie" userId="c5aa01d0-0751-4207-a587-d7124c844d8f" providerId="ADAL" clId="{FA30E140-ACD3-4544-AFDF-F9F85702CE8A}" dt="2023-12-06T14:54:38.532" v="1084" actId="1076"/>
          <ac:spMkLst>
            <pc:docMk/>
            <pc:sldMk cId="1926202259" sldId="2151"/>
            <ac:spMk id="10" creationId="{26C54CF3-E8B6-8334-5A04-73326EA9E06B}"/>
          </ac:spMkLst>
        </pc:spChg>
        <pc:spChg chg="mod">
          <ac:chgData name="Thijs Hauspie" userId="c5aa01d0-0751-4207-a587-d7124c844d8f" providerId="ADAL" clId="{FA30E140-ACD3-4544-AFDF-F9F85702CE8A}" dt="2023-12-06T14:49:39.678" v="976" actId="14100"/>
          <ac:spMkLst>
            <pc:docMk/>
            <pc:sldMk cId="1926202259" sldId="2151"/>
            <ac:spMk id="16" creationId="{80F10AE7-F7FD-48E0-AEE0-36600AB2A4C2}"/>
          </ac:spMkLst>
        </pc:spChg>
        <pc:spChg chg="del">
          <ac:chgData name="Thijs Hauspie" userId="c5aa01d0-0751-4207-a587-d7124c844d8f" providerId="ADAL" clId="{FA30E140-ACD3-4544-AFDF-F9F85702CE8A}" dt="2023-12-06T14:49:02.579" v="962" actId="478"/>
          <ac:spMkLst>
            <pc:docMk/>
            <pc:sldMk cId="1926202259" sldId="2151"/>
            <ac:spMk id="18" creationId="{BA049A42-672C-4E8C-B673-8953CD4497D8}"/>
          </ac:spMkLst>
        </pc:spChg>
        <pc:spChg chg="del">
          <ac:chgData name="Thijs Hauspie" userId="c5aa01d0-0751-4207-a587-d7124c844d8f" providerId="ADAL" clId="{FA30E140-ACD3-4544-AFDF-F9F85702CE8A}" dt="2023-12-06T14:49:04.739" v="963" actId="478"/>
          <ac:spMkLst>
            <pc:docMk/>
            <pc:sldMk cId="1926202259" sldId="2151"/>
            <ac:spMk id="19" creationId="{9D2F9D4F-96C2-4E00-ABE4-BC3690A136D6}"/>
          </ac:spMkLst>
        </pc:spChg>
        <pc:spChg chg="mod">
          <ac:chgData name="Thijs Hauspie" userId="c5aa01d0-0751-4207-a587-d7124c844d8f" providerId="ADAL" clId="{FA30E140-ACD3-4544-AFDF-F9F85702CE8A}" dt="2023-12-06T14:54:38.532" v="1084" actId="1076"/>
          <ac:spMkLst>
            <pc:docMk/>
            <pc:sldMk cId="1926202259" sldId="2151"/>
            <ac:spMk id="20" creationId="{500BC074-F7D6-4B74-AEF5-4CC69B8BF948}"/>
          </ac:spMkLst>
        </pc:spChg>
        <pc:picChg chg="del">
          <ac:chgData name="Thijs Hauspie" userId="c5aa01d0-0751-4207-a587-d7124c844d8f" providerId="ADAL" clId="{FA30E140-ACD3-4544-AFDF-F9F85702CE8A}" dt="2023-12-06T14:49:00.627" v="961" actId="478"/>
          <ac:picMkLst>
            <pc:docMk/>
            <pc:sldMk cId="1926202259" sldId="2151"/>
            <ac:picMk id="3" creationId="{0B547067-892B-4C02-A622-278C1A1AD80A}"/>
          </ac:picMkLst>
        </pc:picChg>
        <pc:picChg chg="add mod ord">
          <ac:chgData name="Thijs Hauspie" userId="c5aa01d0-0751-4207-a587-d7124c844d8f" providerId="ADAL" clId="{FA30E140-ACD3-4544-AFDF-F9F85702CE8A}" dt="2023-12-06T14:49:33.609" v="974" actId="167"/>
          <ac:picMkLst>
            <pc:docMk/>
            <pc:sldMk cId="1926202259" sldId="2151"/>
            <ac:picMk id="4" creationId="{A674CC58-77BB-6AEC-EE7C-B5B6232D2442}"/>
          </ac:picMkLst>
        </pc:picChg>
        <pc:picChg chg="add mod ord">
          <ac:chgData name="Thijs Hauspie" userId="c5aa01d0-0751-4207-a587-d7124c844d8f" providerId="ADAL" clId="{FA30E140-ACD3-4544-AFDF-F9F85702CE8A}" dt="2023-12-06T14:54:38.532" v="1084" actId="1076"/>
          <ac:picMkLst>
            <pc:docMk/>
            <pc:sldMk cId="1926202259" sldId="2151"/>
            <ac:picMk id="9" creationId="{8A4C2D32-DE19-7946-0853-958D6739C225}"/>
          </ac:picMkLst>
        </pc:picChg>
      </pc:sldChg>
      <pc:sldChg chg="add del">
        <pc:chgData name="Thijs Hauspie" userId="c5aa01d0-0751-4207-a587-d7124c844d8f" providerId="ADAL" clId="{FA30E140-ACD3-4544-AFDF-F9F85702CE8A}" dt="2023-12-06T15:58:32.051" v="1515" actId="47"/>
        <pc:sldMkLst>
          <pc:docMk/>
          <pc:sldMk cId="1200051759" sldId="2152"/>
        </pc:sldMkLst>
      </pc:sldChg>
      <pc:sldChg chg="add del">
        <pc:chgData name="Thijs Hauspie" userId="c5aa01d0-0751-4207-a587-d7124c844d8f" providerId="ADAL" clId="{FA30E140-ACD3-4544-AFDF-F9F85702CE8A}" dt="2023-12-06T14:54:23.458" v="1081" actId="47"/>
        <pc:sldMkLst>
          <pc:docMk/>
          <pc:sldMk cId="2354106307" sldId="2152"/>
        </pc:sldMkLst>
      </pc:sldChg>
      <pc:sldChg chg="add del">
        <pc:chgData name="Thijs Hauspie" userId="c5aa01d0-0751-4207-a587-d7124c844d8f" providerId="ADAL" clId="{FA30E140-ACD3-4544-AFDF-F9F85702CE8A}" dt="2023-12-06T15:58:32.434" v="1516" actId="47"/>
        <pc:sldMkLst>
          <pc:docMk/>
          <pc:sldMk cId="3859065113" sldId="2153"/>
        </pc:sldMkLst>
      </pc:sldChg>
      <pc:sldChg chg="add del">
        <pc:chgData name="Thijs Hauspie" userId="c5aa01d0-0751-4207-a587-d7124c844d8f" providerId="ADAL" clId="{FA30E140-ACD3-4544-AFDF-F9F85702CE8A}" dt="2023-12-06T15:58:32.834" v="1517" actId="47"/>
        <pc:sldMkLst>
          <pc:docMk/>
          <pc:sldMk cId="2898931215" sldId="2154"/>
        </pc:sldMkLst>
      </pc:sldChg>
      <pc:sldChg chg="add del">
        <pc:chgData name="Thijs Hauspie" userId="c5aa01d0-0751-4207-a587-d7124c844d8f" providerId="ADAL" clId="{FA30E140-ACD3-4544-AFDF-F9F85702CE8A}" dt="2023-12-06T15:13:31.512" v="1364" actId="47"/>
        <pc:sldMkLst>
          <pc:docMk/>
          <pc:sldMk cId="935739210" sldId="2155"/>
        </pc:sldMkLst>
      </pc:sldChg>
      <pc:sldChg chg="modSp add del mod ord">
        <pc:chgData name="Thijs Hauspie" userId="c5aa01d0-0751-4207-a587-d7124c844d8f" providerId="ADAL" clId="{FA30E140-ACD3-4544-AFDF-F9F85702CE8A}" dt="2023-12-06T15:16:33.300" v="1374" actId="47"/>
        <pc:sldMkLst>
          <pc:docMk/>
          <pc:sldMk cId="3707537560" sldId="2156"/>
        </pc:sldMkLst>
        <pc:spChg chg="mod">
          <ac:chgData name="Thijs Hauspie" userId="c5aa01d0-0751-4207-a587-d7124c844d8f" providerId="ADAL" clId="{FA30E140-ACD3-4544-AFDF-F9F85702CE8A}" dt="2023-12-06T15:14:38.197" v="1370" actId="20577"/>
          <ac:spMkLst>
            <pc:docMk/>
            <pc:sldMk cId="3707537560" sldId="2156"/>
            <ac:spMk id="3" creationId="{AFA9732D-AB41-4AF6-9647-B5196F5786EE}"/>
          </ac:spMkLst>
        </pc:spChg>
      </pc:sldChg>
      <pc:sldChg chg="add">
        <pc:chgData name="Thijs Hauspie" userId="c5aa01d0-0751-4207-a587-d7124c844d8f" providerId="ADAL" clId="{FA30E140-ACD3-4544-AFDF-F9F85702CE8A}" dt="2023-12-06T15:14:42.497" v="1371" actId="2890"/>
        <pc:sldMkLst>
          <pc:docMk/>
          <pc:sldMk cId="3993937543" sldId="2157"/>
        </pc:sldMkLst>
      </pc:sldChg>
      <pc:sldChg chg="modSp mod">
        <pc:chgData name="Thijs Hauspie" userId="c5aa01d0-0751-4207-a587-d7124c844d8f" providerId="ADAL" clId="{FA30E140-ACD3-4544-AFDF-F9F85702CE8A}" dt="2023-12-06T15:21:09.627" v="1394" actId="207"/>
        <pc:sldMkLst>
          <pc:docMk/>
          <pc:sldMk cId="1987587668" sldId="2158"/>
        </pc:sldMkLst>
        <pc:spChg chg="mod">
          <ac:chgData name="Thijs Hauspie" userId="c5aa01d0-0751-4207-a587-d7124c844d8f" providerId="ADAL" clId="{FA30E140-ACD3-4544-AFDF-F9F85702CE8A}" dt="2023-12-06T15:16:48.623" v="1377" actId="313"/>
          <ac:spMkLst>
            <pc:docMk/>
            <pc:sldMk cId="1987587668" sldId="2158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21:09.627" v="1394" actId="207"/>
          <ac:spMkLst>
            <pc:docMk/>
            <pc:sldMk cId="1987587668" sldId="2158"/>
            <ac:spMk id="6" creationId="{D218D92A-74AD-49F8-A8A9-AD801B689B50}"/>
          </ac:spMkLst>
        </pc:spChg>
      </pc:sldChg>
      <pc:sldChg chg="modSp mod">
        <pc:chgData name="Thijs Hauspie" userId="c5aa01d0-0751-4207-a587-d7124c844d8f" providerId="ADAL" clId="{FA30E140-ACD3-4544-AFDF-F9F85702CE8A}" dt="2023-12-06T15:22:48.099" v="1395" actId="207"/>
        <pc:sldMkLst>
          <pc:docMk/>
          <pc:sldMk cId="691965487" sldId="2159"/>
        </pc:sldMkLst>
        <pc:spChg chg="mod">
          <ac:chgData name="Thijs Hauspie" userId="c5aa01d0-0751-4207-a587-d7124c844d8f" providerId="ADAL" clId="{FA30E140-ACD3-4544-AFDF-F9F85702CE8A}" dt="2023-12-06T15:16:49.035" v="1378" actId="313"/>
          <ac:spMkLst>
            <pc:docMk/>
            <pc:sldMk cId="691965487" sldId="2159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22:48.099" v="1395" actId="207"/>
          <ac:spMkLst>
            <pc:docMk/>
            <pc:sldMk cId="691965487" sldId="2159"/>
            <ac:spMk id="6" creationId="{D218D92A-74AD-49F8-A8A9-AD801B689B50}"/>
          </ac:spMkLst>
        </pc:spChg>
      </pc:sldChg>
      <pc:sldChg chg="delSp modSp mod">
        <pc:chgData name="Thijs Hauspie" userId="c5aa01d0-0751-4207-a587-d7124c844d8f" providerId="ADAL" clId="{FA30E140-ACD3-4544-AFDF-F9F85702CE8A}" dt="2023-12-06T15:25:04.269" v="1420" actId="113"/>
        <pc:sldMkLst>
          <pc:docMk/>
          <pc:sldMk cId="4273432337" sldId="2160"/>
        </pc:sldMkLst>
        <pc:spChg chg="mod">
          <ac:chgData name="Thijs Hauspie" userId="c5aa01d0-0751-4207-a587-d7124c844d8f" providerId="ADAL" clId="{FA30E140-ACD3-4544-AFDF-F9F85702CE8A}" dt="2023-12-06T15:16:49.295" v="1379" actId="313"/>
          <ac:spMkLst>
            <pc:docMk/>
            <pc:sldMk cId="4273432337" sldId="2160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25:04.269" v="1420" actId="113"/>
          <ac:spMkLst>
            <pc:docMk/>
            <pc:sldMk cId="4273432337" sldId="2160"/>
            <ac:spMk id="6" creationId="{D218D92A-74AD-49F8-A8A9-AD801B689B50}"/>
          </ac:spMkLst>
        </pc:spChg>
        <pc:spChg chg="del">
          <ac:chgData name="Thijs Hauspie" userId="c5aa01d0-0751-4207-a587-d7124c844d8f" providerId="ADAL" clId="{FA30E140-ACD3-4544-AFDF-F9F85702CE8A}" dt="2023-12-06T15:24:15.109" v="1400" actId="478"/>
          <ac:spMkLst>
            <pc:docMk/>
            <pc:sldMk cId="4273432337" sldId="2160"/>
            <ac:spMk id="8" creationId="{658FA9A8-6F63-45DC-8A27-39318B3C96D8}"/>
          </ac:spMkLst>
        </pc:spChg>
        <pc:spChg chg="mod">
          <ac:chgData name="Thijs Hauspie" userId="c5aa01d0-0751-4207-a587-d7124c844d8f" providerId="ADAL" clId="{FA30E140-ACD3-4544-AFDF-F9F85702CE8A}" dt="2023-12-06T15:24:48.601" v="1418" actId="20577"/>
          <ac:spMkLst>
            <pc:docMk/>
            <pc:sldMk cId="4273432337" sldId="2160"/>
            <ac:spMk id="9" creationId="{228CC360-1270-4B62-A413-C45E3666CCDB}"/>
          </ac:spMkLst>
        </pc:spChg>
      </pc:sldChg>
      <pc:sldChg chg="addSp modSp mod modNotesTx">
        <pc:chgData name="Thijs Hauspie" userId="c5aa01d0-0751-4207-a587-d7124c844d8f" providerId="ADAL" clId="{FA30E140-ACD3-4544-AFDF-F9F85702CE8A}" dt="2023-12-06T15:44:42.336" v="1452" actId="1076"/>
        <pc:sldMkLst>
          <pc:docMk/>
          <pc:sldMk cId="349930250" sldId="2161"/>
        </pc:sldMkLst>
        <pc:spChg chg="mod">
          <ac:chgData name="Thijs Hauspie" userId="c5aa01d0-0751-4207-a587-d7124c844d8f" providerId="ADAL" clId="{FA30E140-ACD3-4544-AFDF-F9F85702CE8A}" dt="2023-12-06T15:16:50.113" v="1381" actId="313"/>
          <ac:spMkLst>
            <pc:docMk/>
            <pc:sldMk cId="349930250" sldId="2161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39:52.916" v="1432" actId="207"/>
          <ac:spMkLst>
            <pc:docMk/>
            <pc:sldMk cId="349930250" sldId="2161"/>
            <ac:spMk id="6" creationId="{D218D92A-74AD-49F8-A8A9-AD801B689B50}"/>
          </ac:spMkLst>
        </pc:spChg>
        <pc:picChg chg="add mod">
          <ac:chgData name="Thijs Hauspie" userId="c5aa01d0-0751-4207-a587-d7124c844d8f" providerId="ADAL" clId="{FA30E140-ACD3-4544-AFDF-F9F85702CE8A}" dt="2023-12-06T15:44:23.094" v="1444" actId="1076"/>
          <ac:picMkLst>
            <pc:docMk/>
            <pc:sldMk cId="349930250" sldId="2161"/>
            <ac:picMk id="3" creationId="{D11ABE5B-3238-A48E-0895-6828A0F74825}"/>
          </ac:picMkLst>
        </pc:picChg>
        <pc:picChg chg="add mod">
          <ac:chgData name="Thijs Hauspie" userId="c5aa01d0-0751-4207-a587-d7124c844d8f" providerId="ADAL" clId="{FA30E140-ACD3-4544-AFDF-F9F85702CE8A}" dt="2023-12-06T15:44:30.396" v="1448" actId="1076"/>
          <ac:picMkLst>
            <pc:docMk/>
            <pc:sldMk cId="349930250" sldId="2161"/>
            <ac:picMk id="7" creationId="{E8593688-584C-6187-2B20-9E54B33FE244}"/>
          </ac:picMkLst>
        </pc:picChg>
        <pc:picChg chg="add mod">
          <ac:chgData name="Thijs Hauspie" userId="c5aa01d0-0751-4207-a587-d7124c844d8f" providerId="ADAL" clId="{FA30E140-ACD3-4544-AFDF-F9F85702CE8A}" dt="2023-12-06T15:44:42.336" v="1452" actId="1076"/>
          <ac:picMkLst>
            <pc:docMk/>
            <pc:sldMk cId="349930250" sldId="2161"/>
            <ac:picMk id="9" creationId="{28ACCCB4-C3B6-E655-AE89-4ECE17CD18EB}"/>
          </ac:picMkLst>
        </pc:picChg>
      </pc:sldChg>
      <pc:sldChg chg="modSp mod">
        <pc:chgData name="Thijs Hauspie" userId="c5aa01d0-0751-4207-a587-d7124c844d8f" providerId="ADAL" clId="{FA30E140-ACD3-4544-AFDF-F9F85702CE8A}" dt="2023-12-06T15:45:21.063" v="1472" actId="20577"/>
        <pc:sldMkLst>
          <pc:docMk/>
          <pc:sldMk cId="2279346787" sldId="2162"/>
        </pc:sldMkLst>
        <pc:spChg chg="mod">
          <ac:chgData name="Thijs Hauspie" userId="c5aa01d0-0751-4207-a587-d7124c844d8f" providerId="ADAL" clId="{FA30E140-ACD3-4544-AFDF-F9F85702CE8A}" dt="2023-12-06T15:16:50.578" v="1382" actId="313"/>
          <ac:spMkLst>
            <pc:docMk/>
            <pc:sldMk cId="2279346787" sldId="2162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45:21.063" v="1472" actId="20577"/>
          <ac:spMkLst>
            <pc:docMk/>
            <pc:sldMk cId="2279346787" sldId="2162"/>
            <ac:spMk id="6" creationId="{D218D92A-74AD-49F8-A8A9-AD801B689B50}"/>
          </ac:spMkLst>
        </pc:spChg>
      </pc:sldChg>
      <pc:sldChg chg="modSp mod">
        <pc:chgData name="Thijs Hauspie" userId="c5aa01d0-0751-4207-a587-d7124c844d8f" providerId="ADAL" clId="{FA30E140-ACD3-4544-AFDF-F9F85702CE8A}" dt="2023-12-06T15:47:14.115" v="1478" actId="20577"/>
        <pc:sldMkLst>
          <pc:docMk/>
          <pc:sldMk cId="1186012208" sldId="2163"/>
        </pc:sldMkLst>
        <pc:spChg chg="mod">
          <ac:chgData name="Thijs Hauspie" userId="c5aa01d0-0751-4207-a587-d7124c844d8f" providerId="ADAL" clId="{FA30E140-ACD3-4544-AFDF-F9F85702CE8A}" dt="2023-12-06T15:16:53.520" v="1384" actId="313"/>
          <ac:spMkLst>
            <pc:docMk/>
            <pc:sldMk cId="1186012208" sldId="2163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47:14.115" v="1478" actId="20577"/>
          <ac:spMkLst>
            <pc:docMk/>
            <pc:sldMk cId="1186012208" sldId="2163"/>
            <ac:spMk id="6" creationId="{D218D92A-74AD-49F8-A8A9-AD801B689B50}"/>
          </ac:spMkLst>
        </pc:spChg>
      </pc:sldChg>
      <pc:sldChg chg="addSp modSp mod">
        <pc:chgData name="Thijs Hauspie" userId="c5aa01d0-0751-4207-a587-d7124c844d8f" providerId="ADAL" clId="{FA30E140-ACD3-4544-AFDF-F9F85702CE8A}" dt="2023-12-06T15:52:26.933" v="1508" actId="14100"/>
        <pc:sldMkLst>
          <pc:docMk/>
          <pc:sldMk cId="220890936" sldId="2164"/>
        </pc:sldMkLst>
        <pc:spChg chg="add mod">
          <ac:chgData name="Thijs Hauspie" userId="c5aa01d0-0751-4207-a587-d7124c844d8f" providerId="ADAL" clId="{FA30E140-ACD3-4544-AFDF-F9F85702CE8A}" dt="2023-12-06T15:52:26.933" v="1508" actId="14100"/>
          <ac:spMkLst>
            <pc:docMk/>
            <pc:sldMk cId="220890936" sldId="2164"/>
            <ac:spMk id="2" creationId="{806487EB-52F8-7F78-521A-CEF95F33E86B}"/>
          </ac:spMkLst>
        </pc:spChg>
        <pc:spChg chg="mod">
          <ac:chgData name="Thijs Hauspie" userId="c5aa01d0-0751-4207-a587-d7124c844d8f" providerId="ADAL" clId="{FA30E140-ACD3-4544-AFDF-F9F85702CE8A}" dt="2023-12-06T15:52:07.605" v="1505" actId="113"/>
          <ac:spMkLst>
            <pc:docMk/>
            <pc:sldMk cId="220890936" sldId="2164"/>
            <ac:spMk id="5" creationId="{E87B96AF-57DF-4EE3-B4EE-758FF1EAC89C}"/>
          </ac:spMkLst>
        </pc:spChg>
        <pc:spChg chg="mod">
          <ac:chgData name="Thijs Hauspie" userId="c5aa01d0-0751-4207-a587-d7124c844d8f" providerId="ADAL" clId="{FA30E140-ACD3-4544-AFDF-F9F85702CE8A}" dt="2023-12-06T15:16:54.774" v="1385" actId="313"/>
          <ac:spMkLst>
            <pc:docMk/>
            <pc:sldMk cId="220890936" sldId="2164"/>
            <ac:spMk id="6" creationId="{F48A9A61-D513-40F1-9CFF-B7A61764ECFA}"/>
          </ac:spMkLst>
        </pc:spChg>
        <pc:picChg chg="mod">
          <ac:chgData name="Thijs Hauspie" userId="c5aa01d0-0751-4207-a587-d7124c844d8f" providerId="ADAL" clId="{FA30E140-ACD3-4544-AFDF-F9F85702CE8A}" dt="2023-12-06T15:50:59.159" v="1479" actId="14826"/>
          <ac:picMkLst>
            <pc:docMk/>
            <pc:sldMk cId="220890936" sldId="2164"/>
            <ac:picMk id="8" creationId="{72061CAB-3200-4B6D-895C-0141780AB446}"/>
          </ac:picMkLst>
        </pc:picChg>
      </pc:sldChg>
      <pc:sldChg chg="modSp mod">
        <pc:chgData name="Thijs Hauspie" userId="c5aa01d0-0751-4207-a587-d7124c844d8f" providerId="ADAL" clId="{FA30E140-ACD3-4544-AFDF-F9F85702CE8A}" dt="2023-12-06T15:16:55.436" v="1386" actId="313"/>
        <pc:sldMkLst>
          <pc:docMk/>
          <pc:sldMk cId="3324639386" sldId="2165"/>
        </pc:sldMkLst>
        <pc:spChg chg="mod">
          <ac:chgData name="Thijs Hauspie" userId="c5aa01d0-0751-4207-a587-d7124c844d8f" providerId="ADAL" clId="{FA30E140-ACD3-4544-AFDF-F9F85702CE8A}" dt="2023-12-06T15:16:55.436" v="1386" actId="313"/>
          <ac:spMkLst>
            <pc:docMk/>
            <pc:sldMk cId="3324639386" sldId="2165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5:16:56.109" v="1387" actId="313"/>
        <pc:sldMkLst>
          <pc:docMk/>
          <pc:sldMk cId="2958270852" sldId="2166"/>
        </pc:sldMkLst>
        <pc:spChg chg="mod">
          <ac:chgData name="Thijs Hauspie" userId="c5aa01d0-0751-4207-a587-d7124c844d8f" providerId="ADAL" clId="{FA30E140-ACD3-4544-AFDF-F9F85702CE8A}" dt="2023-12-06T15:16:56.109" v="1387" actId="313"/>
          <ac:spMkLst>
            <pc:docMk/>
            <pc:sldMk cId="2958270852" sldId="2166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5:16:56.737" v="1388" actId="313"/>
        <pc:sldMkLst>
          <pc:docMk/>
          <pc:sldMk cId="4206943955" sldId="2167"/>
        </pc:sldMkLst>
        <pc:spChg chg="mod">
          <ac:chgData name="Thijs Hauspie" userId="c5aa01d0-0751-4207-a587-d7124c844d8f" providerId="ADAL" clId="{FA30E140-ACD3-4544-AFDF-F9F85702CE8A}" dt="2023-12-06T15:16:56.737" v="1388" actId="313"/>
          <ac:spMkLst>
            <pc:docMk/>
            <pc:sldMk cId="4206943955" sldId="2167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5:16:57.264" v="1389" actId="313"/>
        <pc:sldMkLst>
          <pc:docMk/>
          <pc:sldMk cId="2074770180" sldId="2168"/>
        </pc:sldMkLst>
        <pc:spChg chg="mod">
          <ac:chgData name="Thijs Hauspie" userId="c5aa01d0-0751-4207-a587-d7124c844d8f" providerId="ADAL" clId="{FA30E140-ACD3-4544-AFDF-F9F85702CE8A}" dt="2023-12-06T15:16:57.264" v="1389" actId="313"/>
          <ac:spMkLst>
            <pc:docMk/>
            <pc:sldMk cId="2074770180" sldId="2168"/>
            <ac:spMk id="5" creationId="{3A004925-A370-44E2-A732-52A6295CBDEB}"/>
          </ac:spMkLst>
        </pc:spChg>
      </pc:sldChg>
      <pc:sldChg chg="modSp mod">
        <pc:chgData name="Thijs Hauspie" userId="c5aa01d0-0751-4207-a587-d7124c844d8f" providerId="ADAL" clId="{FA30E140-ACD3-4544-AFDF-F9F85702CE8A}" dt="2023-12-06T15:58:19.317" v="1514" actId="1036"/>
        <pc:sldMkLst>
          <pc:docMk/>
          <pc:sldMk cId="805149699" sldId="2169"/>
        </pc:sldMkLst>
        <pc:spChg chg="mod">
          <ac:chgData name="Thijs Hauspie" userId="c5aa01d0-0751-4207-a587-d7124c844d8f" providerId="ADAL" clId="{FA30E140-ACD3-4544-AFDF-F9F85702CE8A}" dt="2023-12-06T15:16:57.791" v="1390" actId="313"/>
          <ac:spMkLst>
            <pc:docMk/>
            <pc:sldMk cId="805149699" sldId="2169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58:19.317" v="1514" actId="1036"/>
          <ac:spMkLst>
            <pc:docMk/>
            <pc:sldMk cId="805149699" sldId="2169"/>
            <ac:spMk id="16" creationId="{80F10AE7-F7FD-48E0-AEE0-36600AB2A4C2}"/>
          </ac:spMkLst>
        </pc:spChg>
      </pc:sldChg>
      <pc:sldChg chg="modSp mod">
        <pc:chgData name="Thijs Hauspie" userId="c5aa01d0-0751-4207-a587-d7124c844d8f" providerId="ADAL" clId="{FA30E140-ACD3-4544-AFDF-F9F85702CE8A}" dt="2023-12-06T15:59:43.663" v="1698" actId="113"/>
        <pc:sldMkLst>
          <pc:docMk/>
          <pc:sldMk cId="4016613248" sldId="2170"/>
        </pc:sldMkLst>
        <pc:spChg chg="mod">
          <ac:chgData name="Thijs Hauspie" userId="c5aa01d0-0751-4207-a587-d7124c844d8f" providerId="ADAL" clId="{FA30E140-ACD3-4544-AFDF-F9F85702CE8A}" dt="2023-12-06T15:16:58.342" v="1391" actId="313"/>
          <ac:spMkLst>
            <pc:docMk/>
            <pc:sldMk cId="4016613248" sldId="2170"/>
            <ac:spMk id="5" creationId="{3A004925-A370-44E2-A732-52A6295CBDEB}"/>
          </ac:spMkLst>
        </pc:spChg>
        <pc:spChg chg="mod">
          <ac:chgData name="Thijs Hauspie" userId="c5aa01d0-0751-4207-a587-d7124c844d8f" providerId="ADAL" clId="{FA30E140-ACD3-4544-AFDF-F9F85702CE8A}" dt="2023-12-06T15:59:43.663" v="1698" actId="113"/>
          <ac:spMkLst>
            <pc:docMk/>
            <pc:sldMk cId="4016613248" sldId="2170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FA30E140-ACD3-4544-AFDF-F9F85702CE8A}" dt="2023-12-06T15:25:10.984" v="1421" actId="113"/>
        <pc:sldMkLst>
          <pc:docMk/>
          <pc:sldMk cId="2215290484" sldId="2171"/>
        </pc:sldMkLst>
        <pc:spChg chg="mod">
          <ac:chgData name="Thijs Hauspie" userId="c5aa01d0-0751-4207-a587-d7124c844d8f" providerId="ADAL" clId="{FA30E140-ACD3-4544-AFDF-F9F85702CE8A}" dt="2023-12-06T15:25:10.984" v="1421" actId="113"/>
          <ac:spMkLst>
            <pc:docMk/>
            <pc:sldMk cId="2215290484" sldId="2171"/>
            <ac:spMk id="6" creationId="{D218D92A-74AD-49F8-A8A9-AD801B689B50}"/>
          </ac:spMkLst>
        </pc:spChg>
      </pc:sldChg>
      <pc:sldChg chg="modSp add mod ord">
        <pc:chgData name="Thijs Hauspie" userId="c5aa01d0-0751-4207-a587-d7124c844d8f" providerId="ADAL" clId="{FA30E140-ACD3-4544-AFDF-F9F85702CE8A}" dt="2023-12-06T15:36:02.859" v="1429"/>
        <pc:sldMkLst>
          <pc:docMk/>
          <pc:sldMk cId="1220666563" sldId="2172"/>
        </pc:sldMkLst>
        <pc:spChg chg="mod">
          <ac:chgData name="Thijs Hauspie" userId="c5aa01d0-0751-4207-a587-d7124c844d8f" providerId="ADAL" clId="{FA30E140-ACD3-4544-AFDF-F9F85702CE8A}" dt="2023-12-06T15:35:42.795" v="1427" actId="20577"/>
          <ac:spMkLst>
            <pc:docMk/>
            <pc:sldMk cId="1220666563" sldId="2172"/>
            <ac:spMk id="6" creationId="{D218D92A-74AD-49F8-A8A9-AD801B689B50}"/>
          </ac:spMkLst>
        </pc:spChg>
      </pc:sldChg>
      <pc:sldChg chg="addSp delSp modSp add mod">
        <pc:chgData name="Thijs Hauspie" userId="c5aa01d0-0751-4207-a587-d7124c844d8f" providerId="ADAL" clId="{FA30E140-ACD3-4544-AFDF-F9F85702CE8A}" dt="2023-12-06T15:41:34.188" v="1440" actId="1076"/>
        <pc:sldMkLst>
          <pc:docMk/>
          <pc:sldMk cId="2240869876" sldId="2173"/>
        </pc:sldMkLst>
        <pc:spChg chg="add del">
          <ac:chgData name="Thijs Hauspie" userId="c5aa01d0-0751-4207-a587-d7124c844d8f" providerId="ADAL" clId="{FA30E140-ACD3-4544-AFDF-F9F85702CE8A}" dt="2023-12-06T15:41:24.446" v="1437" actId="478"/>
          <ac:spMkLst>
            <pc:docMk/>
            <pc:sldMk cId="2240869876" sldId="2173"/>
            <ac:spMk id="3" creationId="{A9C49FA2-BA40-F72F-251F-E4BBBC288CC4}"/>
          </ac:spMkLst>
        </pc:spChg>
        <pc:spChg chg="mod">
          <ac:chgData name="Thijs Hauspie" userId="c5aa01d0-0751-4207-a587-d7124c844d8f" providerId="ADAL" clId="{FA30E140-ACD3-4544-AFDF-F9F85702CE8A}" dt="2023-12-06T15:40:23.381" v="1435" actId="27636"/>
          <ac:spMkLst>
            <pc:docMk/>
            <pc:sldMk cId="2240869876" sldId="2173"/>
            <ac:spMk id="6" creationId="{D218D92A-74AD-49F8-A8A9-AD801B689B50}"/>
          </ac:spMkLst>
        </pc:spChg>
        <pc:picChg chg="add mod">
          <ac:chgData name="Thijs Hauspie" userId="c5aa01d0-0751-4207-a587-d7124c844d8f" providerId="ADAL" clId="{FA30E140-ACD3-4544-AFDF-F9F85702CE8A}" dt="2023-12-06T15:41:34.188" v="1440" actId="1076"/>
          <ac:picMkLst>
            <pc:docMk/>
            <pc:sldMk cId="2240869876" sldId="2173"/>
            <ac:picMk id="7" creationId="{9BB1909D-AB29-A8BD-89AC-F44E8A277EF0}"/>
          </ac:picMkLst>
        </pc:picChg>
      </pc:sldChg>
      <pc:sldChg chg="modSp add mod ord">
        <pc:chgData name="Thijs Hauspie" userId="c5aa01d0-0751-4207-a587-d7124c844d8f" providerId="ADAL" clId="{FA30E140-ACD3-4544-AFDF-F9F85702CE8A}" dt="2023-12-06T15:45:10.246" v="1458" actId="20577"/>
        <pc:sldMkLst>
          <pc:docMk/>
          <pc:sldMk cId="3508454877" sldId="2174"/>
        </pc:sldMkLst>
        <pc:spChg chg="mod">
          <ac:chgData name="Thijs Hauspie" userId="c5aa01d0-0751-4207-a587-d7124c844d8f" providerId="ADAL" clId="{FA30E140-ACD3-4544-AFDF-F9F85702CE8A}" dt="2023-12-06T15:45:10.246" v="1458" actId="20577"/>
          <ac:spMkLst>
            <pc:docMk/>
            <pc:sldMk cId="3508454877" sldId="2174"/>
            <ac:spMk id="6" creationId="{D218D92A-74AD-49F8-A8A9-AD801B689B50}"/>
          </ac:spMkLst>
        </pc:spChg>
      </pc:sldChg>
      <pc:sldChg chg="add">
        <pc:chgData name="Thijs Hauspie" userId="c5aa01d0-0751-4207-a587-d7124c844d8f" providerId="ADAL" clId="{FA30E140-ACD3-4544-AFDF-F9F85702CE8A}" dt="2023-12-06T15:47:03.718" v="1474" actId="2890"/>
        <pc:sldMkLst>
          <pc:docMk/>
          <pc:sldMk cId="3071791944" sldId="2175"/>
        </pc:sldMkLst>
      </pc:sldChg>
      <pc:sldChg chg="add del">
        <pc:chgData name="Thijs Hauspie" userId="c5aa01d0-0751-4207-a587-d7124c844d8f" providerId="ADAL" clId="{FA30E140-ACD3-4544-AFDF-F9F85702CE8A}" dt="2023-12-06T15:57:19.112" v="1510" actId="47"/>
        <pc:sldMkLst>
          <pc:docMk/>
          <pc:sldMk cId="2867878111" sldId="2176"/>
        </pc:sldMkLst>
      </pc:sldChg>
      <pc:sldMasterChg chg="del delSldLayout">
        <pc:chgData name="Thijs Hauspie" userId="c5aa01d0-0751-4207-a587-d7124c844d8f" providerId="ADAL" clId="{FA30E140-ACD3-4544-AFDF-F9F85702CE8A}" dt="2023-12-06T15:15:12.436" v="1372" actId="47"/>
        <pc:sldMasterMkLst>
          <pc:docMk/>
          <pc:sldMasterMk cId="3014616536" sldId="2147483692"/>
        </pc:sldMasterMkLst>
        <pc:sldLayoutChg chg="del">
          <pc:chgData name="Thijs Hauspie" userId="c5aa01d0-0751-4207-a587-d7124c844d8f" providerId="ADAL" clId="{FA30E140-ACD3-4544-AFDF-F9F85702CE8A}" dt="2023-12-06T15:15:12.436" v="1372" actId="47"/>
          <pc:sldLayoutMkLst>
            <pc:docMk/>
            <pc:sldMasterMk cId="3014616536" sldId="2147483692"/>
            <pc:sldLayoutMk cId="2456388244" sldId="2147483693"/>
          </pc:sldLayoutMkLst>
        </pc:sldLayoutChg>
        <pc:sldLayoutChg chg="del">
          <pc:chgData name="Thijs Hauspie" userId="c5aa01d0-0751-4207-a587-d7124c844d8f" providerId="ADAL" clId="{FA30E140-ACD3-4544-AFDF-F9F85702CE8A}" dt="2023-12-06T15:15:12.436" v="1372" actId="47"/>
          <pc:sldLayoutMkLst>
            <pc:docMk/>
            <pc:sldMasterMk cId="3014616536" sldId="2147483692"/>
            <pc:sldLayoutMk cId="3640953301" sldId="2147483694"/>
          </pc:sldLayoutMkLst>
        </pc:sldLayoutChg>
        <pc:sldLayoutChg chg="del">
          <pc:chgData name="Thijs Hauspie" userId="c5aa01d0-0751-4207-a587-d7124c844d8f" providerId="ADAL" clId="{FA30E140-ACD3-4544-AFDF-F9F85702CE8A}" dt="2023-12-06T15:15:12.436" v="1372" actId="47"/>
          <pc:sldLayoutMkLst>
            <pc:docMk/>
            <pc:sldMasterMk cId="3014616536" sldId="2147483692"/>
            <pc:sldLayoutMk cId="2386818196" sldId="2147483695"/>
          </pc:sldLayoutMkLst>
        </pc:sldLayoutChg>
        <pc:sldLayoutChg chg="del">
          <pc:chgData name="Thijs Hauspie" userId="c5aa01d0-0751-4207-a587-d7124c844d8f" providerId="ADAL" clId="{FA30E140-ACD3-4544-AFDF-F9F85702CE8A}" dt="2023-12-06T15:15:12.436" v="1372" actId="47"/>
          <pc:sldLayoutMkLst>
            <pc:docMk/>
            <pc:sldMasterMk cId="3014616536" sldId="2147483692"/>
            <pc:sldLayoutMk cId="1333183358" sldId="2147483696"/>
          </pc:sldLayoutMkLst>
        </pc:sldLayoutChg>
      </pc:sldMasterChg>
    </pc:docChg>
  </pc:docChgLst>
  <pc:docChgLst>
    <pc:chgData name="Fauve Duprez" userId="59fdc1fb-507d-4cdb-a31c-e3fd651e0acf" providerId="ADAL" clId="{9D0C155C-9427-4E93-B2F2-314574ECD028}"/>
    <pc:docChg chg="modSld">
      <pc:chgData name="Fauve Duprez" userId="59fdc1fb-507d-4cdb-a31c-e3fd651e0acf" providerId="ADAL" clId="{9D0C155C-9427-4E93-B2F2-314574ECD028}" dt="2024-08-06T11:37:57.572" v="18" actId="20577"/>
      <pc:docMkLst>
        <pc:docMk/>
      </pc:docMkLst>
      <pc:sldChg chg="modSp mod">
        <pc:chgData name="Fauve Duprez" userId="59fdc1fb-507d-4cdb-a31c-e3fd651e0acf" providerId="ADAL" clId="{9D0C155C-9427-4E93-B2F2-314574ECD028}" dt="2024-08-06T11:37:25.263" v="14" actId="20577"/>
        <pc:sldMkLst>
          <pc:docMk/>
          <pc:sldMk cId="4162507869" sldId="259"/>
        </pc:sldMkLst>
        <pc:spChg chg="mod">
          <ac:chgData name="Fauve Duprez" userId="59fdc1fb-507d-4cdb-a31c-e3fd651e0acf" providerId="ADAL" clId="{9D0C155C-9427-4E93-B2F2-314574ECD028}" dt="2024-08-06T11:37:25.263" v="14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modSp mod">
        <pc:chgData name="Fauve Duprez" userId="59fdc1fb-507d-4cdb-a31c-e3fd651e0acf" providerId="ADAL" clId="{9D0C155C-9427-4E93-B2F2-314574ECD028}" dt="2024-08-06T11:37:35.373" v="15" actId="20577"/>
        <pc:sldMkLst>
          <pc:docMk/>
          <pc:sldMk cId="4021574165" sldId="1721"/>
        </pc:sldMkLst>
        <pc:spChg chg="mod">
          <ac:chgData name="Fauve Duprez" userId="59fdc1fb-507d-4cdb-a31c-e3fd651e0acf" providerId="ADAL" clId="{9D0C155C-9427-4E93-B2F2-314574ECD028}" dt="2024-08-06T11:37:35.373" v="15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9D0C155C-9427-4E93-B2F2-314574ECD028}" dt="2024-08-06T11:37:44.776" v="17" actId="20577"/>
        <pc:sldMkLst>
          <pc:docMk/>
          <pc:sldMk cId="2357406962" sldId="1769"/>
        </pc:sldMkLst>
        <pc:spChg chg="mod">
          <ac:chgData name="Fauve Duprez" userId="59fdc1fb-507d-4cdb-a31c-e3fd651e0acf" providerId="ADAL" clId="{9D0C155C-9427-4E93-B2F2-314574ECD028}" dt="2024-08-06T11:37:44.776" v="17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9D0C155C-9427-4E93-B2F2-314574ECD028}" dt="2024-08-06T11:37:57.572" v="18" actId="20577"/>
        <pc:sldMkLst>
          <pc:docMk/>
          <pc:sldMk cId="238202101" sldId="2030"/>
        </pc:sldMkLst>
        <pc:spChg chg="mod">
          <ac:chgData name="Fauve Duprez" userId="59fdc1fb-507d-4cdb-a31c-e3fd651e0acf" providerId="ADAL" clId="{9D0C155C-9427-4E93-B2F2-314574ECD028}" dt="2024-08-06T11:37:57.572" v="18" actId="20577"/>
          <ac:spMkLst>
            <pc:docMk/>
            <pc:sldMk cId="238202101" sldId="2030"/>
            <ac:spMk id="4" creationId="{AFADBEE7-7DB1-4468-A19F-EE1EC696AF8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06/12/2024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925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950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803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3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Punten 3 t/m 7 </a:t>
            </a:r>
            <a:r>
              <a:rPr lang="nl-BE" dirty="0" err="1"/>
              <a:t>ahv</a:t>
            </a:r>
            <a:r>
              <a:rPr lang="nl-BE" dirty="0"/>
              <a:t> residuenanalyse in SPSS</a:t>
            </a:r>
          </a:p>
          <a:p>
            <a:endParaRPr lang="nl-BE" dirty="0"/>
          </a:p>
          <a:p>
            <a:r>
              <a:rPr lang="nl-BE" dirty="0"/>
              <a:t>Residu = verschil tussen de werkelijke waarde van Y en de op basis van het model voorspelde waarde van Y</a:t>
            </a:r>
          </a:p>
          <a:p>
            <a:r>
              <a:rPr lang="nl-BE" b="1" dirty="0"/>
              <a:t>Indien één van de assumpties niet oké:</a:t>
            </a:r>
          </a:p>
          <a:p>
            <a:pPr lvl="1"/>
            <a:r>
              <a:rPr lang="nl-BE" b="1" dirty="0"/>
              <a:t>Geen alternatieve analysemethode</a:t>
            </a:r>
          </a:p>
          <a:p>
            <a:pPr lvl="1"/>
            <a:r>
              <a:rPr lang="nl-BE" b="1" dirty="0"/>
              <a:t>Lineaire regressie beter niet uitvoeren!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396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Punten 3 t/m 7 </a:t>
            </a:r>
            <a:r>
              <a:rPr lang="nl-BE" dirty="0" err="1"/>
              <a:t>ahv</a:t>
            </a:r>
            <a:r>
              <a:rPr lang="nl-BE" dirty="0"/>
              <a:t> residuenanalyse in SPSS</a:t>
            </a:r>
          </a:p>
          <a:p>
            <a:endParaRPr lang="nl-BE" dirty="0"/>
          </a:p>
          <a:p>
            <a:r>
              <a:rPr lang="nl-BE" dirty="0"/>
              <a:t>Residu = verschil tussen de werkelijke waarde van Y en de op basis van het model voorspelde waarde van Y</a:t>
            </a:r>
          </a:p>
          <a:p>
            <a:r>
              <a:rPr lang="nl-BE" b="1" dirty="0"/>
              <a:t>Indien één van de assumpties niet oké:</a:t>
            </a:r>
          </a:p>
          <a:p>
            <a:pPr lvl="1"/>
            <a:r>
              <a:rPr lang="nl-BE" b="1" dirty="0"/>
              <a:t>Geen alternatieve analysemethode</a:t>
            </a:r>
          </a:p>
          <a:p>
            <a:pPr lvl="1"/>
            <a:r>
              <a:rPr lang="nl-BE" b="1" dirty="0"/>
              <a:t>Lineaire regressie beter niet uitvoeren!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89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Determinatiecoëfficient</a:t>
            </a:r>
            <a:r>
              <a:rPr lang="nl-BE" dirty="0"/>
              <a:t> en </a:t>
            </a:r>
            <a:r>
              <a:rPr lang="nl-BE" dirty="0" err="1"/>
              <a:t>regressiecoëfficient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523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644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Punten 3 t/m 7 </a:t>
            </a:r>
            <a:r>
              <a:rPr lang="nl-BE" dirty="0" err="1"/>
              <a:t>ahv</a:t>
            </a:r>
            <a:r>
              <a:rPr lang="nl-BE" dirty="0"/>
              <a:t> residuenanalyse in SPSS</a:t>
            </a:r>
          </a:p>
          <a:p>
            <a:endParaRPr lang="nl-BE" dirty="0"/>
          </a:p>
          <a:p>
            <a:r>
              <a:rPr lang="nl-BE" dirty="0"/>
              <a:t>Residu = verschil tussen de werkelijke waarde van Y en de op basis van het model voorspelde waarde van Y</a:t>
            </a:r>
          </a:p>
          <a:p>
            <a:r>
              <a:rPr lang="nl-BE" b="1" dirty="0"/>
              <a:t>Indien één van de assumpties niet oké:</a:t>
            </a:r>
          </a:p>
          <a:p>
            <a:pPr lvl="1"/>
            <a:r>
              <a:rPr lang="nl-BE" b="1" dirty="0"/>
              <a:t>Geen alternatieve analysemethode</a:t>
            </a:r>
          </a:p>
          <a:p>
            <a:pPr lvl="1"/>
            <a:r>
              <a:rPr lang="nl-BE" b="1" dirty="0"/>
              <a:t>Lineaire regressie beter niet uitvoeren!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396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Punten 3 t/m 7 </a:t>
            </a:r>
            <a:r>
              <a:rPr lang="nl-BE" dirty="0" err="1"/>
              <a:t>ahv</a:t>
            </a:r>
            <a:r>
              <a:rPr lang="nl-BE" dirty="0"/>
              <a:t> residuenanalyse in SPSS</a:t>
            </a:r>
          </a:p>
          <a:p>
            <a:endParaRPr lang="nl-BE" dirty="0"/>
          </a:p>
          <a:p>
            <a:r>
              <a:rPr lang="nl-BE" dirty="0"/>
              <a:t>Residu = verschil tussen de werkelijke waarde van Y en de op basis van het model voorspelde waarde van Y</a:t>
            </a:r>
          </a:p>
          <a:p>
            <a:r>
              <a:rPr lang="nl-BE" b="1" dirty="0"/>
              <a:t>Indien één van de assumpties niet oké:</a:t>
            </a:r>
          </a:p>
          <a:p>
            <a:pPr lvl="1"/>
            <a:r>
              <a:rPr lang="nl-BE" b="1" dirty="0"/>
              <a:t>Geen alternatieve analysemethode</a:t>
            </a:r>
          </a:p>
          <a:p>
            <a:pPr lvl="1"/>
            <a:r>
              <a:rPr lang="nl-BE" b="1" dirty="0"/>
              <a:t>Lineaire regressie beter niet uitvoeren!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816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889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898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998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06/12/2024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06/12/2024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06/12/2024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06/12/2024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401" y="1596250"/>
            <a:ext cx="14737874" cy="3395698"/>
          </a:xfrm>
        </p:spPr>
        <p:txBody>
          <a:bodyPr anchor="b"/>
          <a:lstStyle>
            <a:lvl1pPr algn="ctr">
              <a:defRPr sz="853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335" y="5122899"/>
            <a:ext cx="13004007" cy="2354862"/>
          </a:xfrm>
        </p:spPr>
        <p:txBody>
          <a:bodyPr/>
          <a:lstStyle>
            <a:lvl1pPr marL="0" indent="0" algn="ctr">
              <a:buNone/>
              <a:defRPr sz="3414"/>
            </a:lvl1pPr>
            <a:lvl2pPr marL="650257" indent="0" algn="ctr">
              <a:buNone/>
              <a:defRPr sz="2845"/>
            </a:lvl2pPr>
            <a:lvl3pPr marL="1300513" indent="0" algn="ctr">
              <a:buNone/>
              <a:defRPr sz="2560"/>
            </a:lvl3pPr>
            <a:lvl4pPr marL="1950770" indent="0" algn="ctr">
              <a:buNone/>
              <a:defRPr sz="2276"/>
            </a:lvl4pPr>
            <a:lvl5pPr marL="2601025" indent="0" algn="ctr">
              <a:buNone/>
              <a:defRPr sz="2276"/>
            </a:lvl5pPr>
            <a:lvl6pPr marL="3251282" indent="0" algn="ctr">
              <a:buNone/>
              <a:defRPr sz="2276"/>
            </a:lvl6pPr>
            <a:lvl7pPr marL="3901538" indent="0" algn="ctr">
              <a:buNone/>
              <a:defRPr sz="2276"/>
            </a:lvl7pPr>
            <a:lvl8pPr marL="4551795" indent="0" algn="ctr">
              <a:buNone/>
              <a:defRPr sz="2276"/>
            </a:lvl8pPr>
            <a:lvl9pPr marL="5202051" indent="0" algn="ctr">
              <a:buNone/>
              <a:defRPr sz="2276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230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054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004" y="2431630"/>
            <a:ext cx="14954608" cy="4057226"/>
          </a:xfrm>
        </p:spPr>
        <p:txBody>
          <a:bodyPr anchor="b"/>
          <a:lstStyle>
            <a:lvl1pPr>
              <a:defRPr sz="853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004" y="6527239"/>
            <a:ext cx="14954608" cy="2133599"/>
          </a:xfrm>
        </p:spPr>
        <p:txBody>
          <a:bodyPr/>
          <a:lstStyle>
            <a:lvl1pPr marL="0" indent="0">
              <a:buNone/>
              <a:defRPr sz="3414">
                <a:solidFill>
                  <a:schemeClr val="tx1"/>
                </a:solidFill>
              </a:defRPr>
            </a:lvl1pPr>
            <a:lvl2pPr marL="650257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513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7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102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282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538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79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2051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646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034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7705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150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519291"/>
            <a:ext cx="14954608" cy="188524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294" y="2390988"/>
            <a:ext cx="7335071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294" y="3562774"/>
            <a:ext cx="7335071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7706" y="2390988"/>
            <a:ext cx="7371195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7706" y="3562774"/>
            <a:ext cx="7371195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5144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2599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9739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195" y="1404340"/>
            <a:ext cx="8777704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4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406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195" y="1404340"/>
            <a:ext cx="8777704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57" indent="0">
              <a:buNone/>
              <a:defRPr sz="3982"/>
            </a:lvl2pPr>
            <a:lvl3pPr marL="1300513" indent="0">
              <a:buNone/>
              <a:defRPr sz="3414"/>
            </a:lvl3pPr>
            <a:lvl4pPr marL="1950770" indent="0">
              <a:buNone/>
              <a:defRPr sz="2845"/>
            </a:lvl4pPr>
            <a:lvl5pPr marL="2601025" indent="0">
              <a:buNone/>
              <a:defRPr sz="2845"/>
            </a:lvl5pPr>
            <a:lvl6pPr marL="3251282" indent="0">
              <a:buNone/>
              <a:defRPr sz="2845"/>
            </a:lvl6pPr>
            <a:lvl7pPr marL="3901538" indent="0">
              <a:buNone/>
              <a:defRPr sz="2845"/>
            </a:lvl7pPr>
            <a:lvl8pPr marL="4551795" indent="0">
              <a:buNone/>
              <a:defRPr sz="2845"/>
            </a:lvl8pPr>
            <a:lvl9pPr marL="5202051" indent="0">
              <a:buNone/>
              <a:defRPr sz="2845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8455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3178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7990" y="519289"/>
            <a:ext cx="3738652" cy="8265726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035" y="519289"/>
            <a:ext cx="10999222" cy="8265726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9342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67" y="123500"/>
            <a:ext cx="13896615" cy="863693"/>
          </a:xfrm>
        </p:spPr>
        <p:txBody>
          <a:bodyPr/>
          <a:lstStyle>
            <a:lvl1pPr>
              <a:defRPr sz="2696" b="1" u="none" cap="small" baseline="0">
                <a:solidFill>
                  <a:srgbClr val="008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73" y="1816274"/>
            <a:ext cx="16960240" cy="6864264"/>
          </a:xfrm>
        </p:spPr>
        <p:txBody>
          <a:bodyPr>
            <a:normAutofit/>
          </a:bodyPr>
          <a:lstStyle>
            <a:lvl1pPr marL="40171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1252604"/>
            <a:ext cx="17338675" cy="263046"/>
          </a:xfrm>
          <a:prstGeom prst="rect">
            <a:avLst/>
          </a:prstGeom>
          <a:solidFill>
            <a:srgbClr val="008000"/>
          </a:solidFill>
          <a:ln w="317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7"/>
          </a:p>
        </p:txBody>
      </p:sp>
      <p:pic>
        <p:nvPicPr>
          <p:cNvPr id="9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73922"/>
            <a:ext cx="3276567" cy="122878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0" y="8778246"/>
            <a:ext cx="14267355" cy="678911"/>
          </a:xfrm>
        </p:spPr>
        <p:txBody>
          <a:bodyPr>
            <a:normAutofit/>
          </a:bodyPr>
          <a:lstStyle>
            <a:lvl1pPr marL="64704" indent="0" defTabSz="342398">
              <a:lnSpc>
                <a:spcPct val="100000"/>
              </a:lnSpc>
              <a:buFont typeface="Wingdings" panose="05000000000000000000" pitchFamily="2" charset="2"/>
              <a:buNone/>
              <a:defRPr sz="134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393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06/12/2024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034" y="519291"/>
            <a:ext cx="14954608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034" y="2596445"/>
            <a:ext cx="14954608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034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CFFAE-86B7-4750-8309-6C47713AD784}" type="datetimeFigureOut">
              <a:rPr lang="nl-BE" smtClean="0"/>
              <a:t>6/12/2024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437" y="9040145"/>
            <a:ext cx="585180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5439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21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1300513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8" indent="-325128" algn="l" defTabSz="1300513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85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4" kern="1200">
          <a:solidFill>
            <a:schemeClr val="tx1"/>
          </a:solidFill>
          <a:latin typeface="+mn-lt"/>
          <a:ea typeface="+mn-ea"/>
          <a:cs typeface="+mn-cs"/>
        </a:defRPr>
      </a:lvl2pPr>
      <a:lvl3pPr marL="1625641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227589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154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41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66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923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718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57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513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7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102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82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538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79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2051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7 (06/12)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AJ 2024-2025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H13 LINEAIRE REGRESSIEANALYSE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Correlatietoetsen</a:t>
            </a:r>
          </a:p>
          <a:p>
            <a:r>
              <a:rPr lang="nl-BE" dirty="0"/>
              <a:t>Lineair verband tussen twee metrische/ordinale variabelen</a:t>
            </a:r>
          </a:p>
          <a:p>
            <a:r>
              <a:rPr lang="nl-BE" u="sng" dirty="0">
                <a:solidFill>
                  <a:srgbClr val="002060"/>
                </a:solidFill>
              </a:rPr>
              <a:t>Geen onderscheid</a:t>
            </a:r>
            <a:r>
              <a:rPr lang="nl-BE" dirty="0">
                <a:solidFill>
                  <a:srgbClr val="002060"/>
                </a:solidFill>
              </a:rPr>
              <a:t> tussen </a:t>
            </a:r>
            <a:r>
              <a:rPr lang="nl-BE" dirty="0" err="1"/>
              <a:t>onafh</a:t>
            </a:r>
            <a:r>
              <a:rPr lang="nl-BE" dirty="0"/>
              <a:t>. en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86400" indent="0">
              <a:buNone/>
            </a:pPr>
            <a:endParaRPr lang="nl-BE" b="1" dirty="0">
              <a:solidFill>
                <a:srgbClr val="002060"/>
              </a:solidFill>
            </a:endParaRPr>
          </a:p>
          <a:p>
            <a:pPr marL="86400" indent="0">
              <a:buNone/>
            </a:pPr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504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Correlatietoetsen</a:t>
            </a:r>
          </a:p>
          <a:p>
            <a:r>
              <a:rPr lang="nl-BE" dirty="0"/>
              <a:t>Lineair verband tussen twee metrische/ordinale variabelen</a:t>
            </a:r>
          </a:p>
          <a:p>
            <a:r>
              <a:rPr lang="nl-BE" u="sng" dirty="0">
                <a:solidFill>
                  <a:srgbClr val="002060"/>
                </a:solidFill>
              </a:rPr>
              <a:t>Geen onderscheid</a:t>
            </a:r>
            <a:r>
              <a:rPr lang="nl-BE" dirty="0">
                <a:solidFill>
                  <a:srgbClr val="002060"/>
                </a:solidFill>
              </a:rPr>
              <a:t> tussen </a:t>
            </a:r>
            <a:r>
              <a:rPr lang="nl-BE" dirty="0" err="1"/>
              <a:t>onafh</a:t>
            </a:r>
            <a:r>
              <a:rPr lang="nl-BE" dirty="0"/>
              <a:t>. en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86400" indent="0">
              <a:buNone/>
            </a:pPr>
            <a:endParaRPr lang="nl-BE" b="1" dirty="0">
              <a:solidFill>
                <a:srgbClr val="002060"/>
              </a:solidFill>
            </a:endParaRPr>
          </a:p>
          <a:p>
            <a:pPr marL="86400" indent="0">
              <a:buNone/>
            </a:pPr>
            <a:r>
              <a:rPr lang="nl-BE" b="1" dirty="0">
                <a:solidFill>
                  <a:srgbClr val="002060"/>
                </a:solidFill>
              </a:rPr>
              <a:t>Lineaire regressieanalyse</a:t>
            </a:r>
          </a:p>
          <a:p>
            <a:pPr marL="86400" indent="0">
              <a:buNone/>
            </a:pPr>
            <a:r>
              <a:rPr lang="nl-BE" dirty="0">
                <a:solidFill>
                  <a:srgbClr val="002060"/>
                </a:solidFill>
              </a:rPr>
              <a:t>= stap verder dan correlatietoetsen</a:t>
            </a:r>
          </a:p>
          <a:p>
            <a:r>
              <a:rPr lang="nl-BE" b="1" dirty="0"/>
              <a:t>Wél onderscheid tussen </a:t>
            </a:r>
            <a:r>
              <a:rPr lang="nl-BE" b="1" dirty="0" err="1"/>
              <a:t>onafh</a:t>
            </a:r>
            <a:r>
              <a:rPr lang="nl-BE" b="1" dirty="0"/>
              <a:t>. en </a:t>
            </a:r>
            <a:r>
              <a:rPr lang="nl-BE" b="1" dirty="0" err="1"/>
              <a:t>afh</a:t>
            </a:r>
            <a:r>
              <a:rPr lang="nl-BE" b="1" dirty="0"/>
              <a:t>. variabele</a:t>
            </a:r>
          </a:p>
          <a:p>
            <a:pPr lvl="1"/>
            <a:r>
              <a:rPr lang="nl-BE" dirty="0"/>
              <a:t>We veronderstellen een </a:t>
            </a:r>
            <a:r>
              <a:rPr lang="nl-BE" b="1" dirty="0"/>
              <a:t>richting </a:t>
            </a:r>
            <a:r>
              <a:rPr lang="nl-BE" dirty="0"/>
              <a:t>(X </a:t>
            </a:r>
            <a:r>
              <a:rPr lang="nl-BE" dirty="0">
                <a:sym typeface="Wingdings" panose="05000000000000000000" pitchFamily="2" charset="2"/>
              </a:rPr>
              <a:t> Y)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X heeft ‘een effect op’ Y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Wat gebeurt met Y als X met één eenheid verandert?</a:t>
            </a:r>
          </a:p>
          <a:p>
            <a:r>
              <a:rPr lang="nl-BE" b="1" dirty="0">
                <a:sym typeface="Wingdings" panose="05000000000000000000" pitchFamily="2" charset="2"/>
              </a:rPr>
              <a:t>Bepaald kenmerk (Y) </a:t>
            </a:r>
            <a:r>
              <a:rPr lang="nl-BE" b="1" u="sng" dirty="0">
                <a:sym typeface="Wingdings" panose="05000000000000000000" pitchFamily="2" charset="2"/>
              </a:rPr>
              <a:t>voorspellen/verklaren</a:t>
            </a:r>
            <a:r>
              <a:rPr lang="nl-BE" b="1" dirty="0">
                <a:sym typeface="Wingdings" panose="05000000000000000000" pitchFamily="2" charset="2"/>
              </a:rPr>
              <a:t> a.d.h.v. X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Y = uitkomstvariabele of </a:t>
            </a:r>
            <a:r>
              <a:rPr lang="nl-BE" dirty="0" err="1">
                <a:sym typeface="Wingdings" panose="05000000000000000000" pitchFamily="2" charset="2"/>
              </a:rPr>
              <a:t>regressor</a:t>
            </a:r>
            <a:endParaRPr lang="nl-BE" dirty="0">
              <a:sym typeface="Wingdings" panose="05000000000000000000" pitchFamily="2" charset="2"/>
            </a:endParaRPr>
          </a:p>
          <a:p>
            <a:pPr lvl="1"/>
            <a:r>
              <a:rPr lang="nl-BE" dirty="0">
                <a:sym typeface="Wingdings" panose="05000000000000000000" pitchFamily="2" charset="2"/>
              </a:rPr>
              <a:t>X = voorspeller of predictor</a:t>
            </a:r>
            <a:endParaRPr lang="nl-BE" dirty="0"/>
          </a:p>
          <a:p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3AAEF27-72FD-4778-BB3E-1838D7D74C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768" y="3814507"/>
            <a:ext cx="4122821" cy="41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4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Enkelvoudige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Eén predictor</a:t>
            </a:r>
          </a:p>
          <a:p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34D30D5-68C8-43A0-8F8A-4C1F7AE1A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46" y="-16749"/>
            <a:ext cx="5664285" cy="566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5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Enkelvoudige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Eén predictor</a:t>
            </a:r>
          </a:p>
          <a:p>
            <a:endParaRPr lang="nl-BE" dirty="0"/>
          </a:p>
          <a:p>
            <a:pPr marL="86400" indent="0">
              <a:buNone/>
            </a:pPr>
            <a:r>
              <a:rPr lang="nl-BE" b="1" dirty="0"/>
              <a:t>Meervoudige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Meerdere predictoren</a:t>
            </a:r>
          </a:p>
          <a:p>
            <a:r>
              <a:rPr lang="nl-BE" dirty="0"/>
              <a:t>Verschillende methoden:</a:t>
            </a:r>
          </a:p>
          <a:p>
            <a:pPr lvl="1"/>
            <a:r>
              <a:rPr lang="nl-BE" u="sng" dirty="0"/>
              <a:t>Hiërarchische</a:t>
            </a:r>
            <a:r>
              <a:rPr lang="nl-BE" dirty="0"/>
              <a:t> meervoudige regressie</a:t>
            </a:r>
          </a:p>
          <a:p>
            <a:pPr lvl="1"/>
            <a:r>
              <a:rPr lang="nl-BE" u="sng" dirty="0"/>
              <a:t>Stapsgewijze</a:t>
            </a:r>
            <a:r>
              <a:rPr lang="nl-BE" dirty="0"/>
              <a:t> meervoudige regressie</a:t>
            </a:r>
          </a:p>
          <a:p>
            <a:pPr marL="86400" indent="0">
              <a:buNone/>
            </a:pPr>
            <a:endParaRPr lang="nl-BE" dirty="0"/>
          </a:p>
          <a:p>
            <a:pPr marL="86400" indent="0">
              <a:buNone/>
            </a:pPr>
            <a:r>
              <a:rPr lang="nl-BE" b="1" dirty="0"/>
              <a:t>In dit werkcollege: </a:t>
            </a:r>
            <a:r>
              <a:rPr lang="nl-BE" dirty="0"/>
              <a:t>enkelvoudige en hiërarchische inoefenen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34D30D5-68C8-43A0-8F8A-4C1F7AE1A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46" y="-16749"/>
            <a:ext cx="5664285" cy="5664285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4F5BDE4-ADDC-4356-8619-F6D4BF7C58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579" y="2164416"/>
            <a:ext cx="6051884" cy="605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7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7099" y="322154"/>
            <a:ext cx="12841549" cy="671961"/>
          </a:xfrm>
        </p:spPr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pPr lvl="0"/>
            <a:r>
              <a:rPr lang="nl-BE" dirty="0"/>
              <a:t>Open ‘DATA_WAVE2_CenW.sav’. In welke mate wordt coronastress (W2_Corstress1 tot en met W2_Corstress4) voorspeld of verklaard door leeftijd (2021 - W2_Gebjaar)?</a:t>
            </a: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301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pPr lvl="0"/>
            <a:r>
              <a:rPr lang="nl-BE" dirty="0"/>
              <a:t>Open ‘DATA_WAVE2_CenW.sav’. In welke mate wordt coronastress (W2_Corstress1 tot en met W2_Corstress4) voorspeld of verklaard door leeftijd (2021 - W2_Gebjaar)?</a:t>
            </a:r>
            <a:endParaRPr lang="nl-NL" dirty="0"/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6689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pPr lvl="0"/>
            <a:r>
              <a:rPr lang="nl-BE" dirty="0"/>
              <a:t>Open ‘DATA_WAVE2_CenW.sav’. In welke mate wordt coronastress (W2_Corstress1 tot en met W2_Corstress4) voorspeld of verklaard door leeftijd (2021 - W2_Gebjaar)?</a:t>
            </a:r>
            <a:endParaRPr lang="nl-NL" dirty="0"/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Twee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Leeftijd: 2021 - W2_Gebjaar: </a:t>
            </a:r>
            <a:r>
              <a:rPr lang="nl-BE" u="sng" dirty="0"/>
              <a:t>metrisch</a:t>
            </a:r>
            <a:r>
              <a:rPr lang="nl-BE" dirty="0"/>
              <a:t> </a:t>
            </a:r>
          </a:p>
          <a:p>
            <a:pPr lvl="2"/>
            <a:r>
              <a:rPr lang="nl-BE" dirty="0"/>
              <a:t>Coronastress: ‘W2_Corstress1’ tem ‘W2_Corstress4’: </a:t>
            </a:r>
            <a:r>
              <a:rPr lang="nl-BE" u="sng" dirty="0"/>
              <a:t>metrisch</a:t>
            </a:r>
            <a:r>
              <a:rPr lang="nl-BE" dirty="0"/>
              <a:t> (‘W2_Corstress_Gem’)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/>
              <a:t>Leeftijd: onafhankelijke variabele</a:t>
            </a:r>
          </a:p>
          <a:p>
            <a:pPr lvl="2"/>
            <a:r>
              <a:rPr lang="nl-BE" dirty="0"/>
              <a:t>Coronastress: afhankelijke variabele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8002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83559" y="536543"/>
            <a:ext cx="3843634" cy="52494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3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83559" y="536543"/>
            <a:ext cx="3843634" cy="52494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7087612" y="1940484"/>
            <a:ext cx="8967231" cy="1588705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Enkelvoudige regressie of Pearson correlatie?</a:t>
            </a:r>
          </a:p>
          <a:p>
            <a:pPr marL="457200" marR="0" lvl="0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Regressie: 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want het gaat om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invloed/effect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op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, niet om verbanden tussen</a:t>
            </a:r>
            <a:endParaRPr kumimoji="0" lang="nl-BE" sz="2800" b="0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57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Inconsistentiecheck</a:t>
            </a: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55301366-F556-4CC2-8F2A-3F42BD7E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9B59A91-462B-43E6-8552-8A8F68BA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885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FA7FE8B-A950-4E2A-9672-295B2DED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81600"/>
            <a:ext cx="17338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31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Inconsistentiecheck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Geen enkele van de items</a:t>
            </a:r>
            <a:br>
              <a:rPr lang="nl-BE" dirty="0"/>
            </a:br>
            <a:r>
              <a:rPr lang="nl-BE" dirty="0"/>
              <a:t>moet omgekeerd worden</a:t>
            </a:r>
            <a:br>
              <a:rPr lang="nl-BE" dirty="0"/>
            </a:br>
            <a:r>
              <a:rPr lang="nl-BE" dirty="0"/>
              <a:t>voor we de schaal</a:t>
            </a:r>
            <a:br>
              <a:rPr lang="nl-BE" dirty="0"/>
            </a:br>
            <a:r>
              <a:rPr lang="nl-BE" dirty="0"/>
              <a:t>berekenen</a:t>
            </a:r>
          </a:p>
          <a:p>
            <a:pPr lvl="1"/>
            <a:r>
              <a:rPr lang="nl-BE" dirty="0"/>
              <a:t>Geen </a:t>
            </a:r>
            <a:r>
              <a:rPr lang="nl-BE" dirty="0" err="1"/>
              <a:t>missings</a:t>
            </a: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55301366-F556-4CC2-8F2A-3F42BD7E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9B59A91-462B-43E6-8552-8A8F68BA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885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FA7FE8B-A950-4E2A-9672-295B2DED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81600"/>
            <a:ext cx="17338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0855ED3-D520-C059-EBEA-C1D5B3444A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011"/>
          <a:stretch/>
        </p:blipFill>
        <p:spPr>
          <a:xfrm>
            <a:off x="12384911" y="1701884"/>
            <a:ext cx="4502552" cy="3480836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CEF5076-8341-32A8-43E5-520D67801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439" y="2090123"/>
            <a:ext cx="5229225" cy="212407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C3C1E501-577D-203A-1958-B06626955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439" y="4252365"/>
            <a:ext cx="5229225" cy="212407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60B68D02-63B0-BEE5-997F-FA8BD6F69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438" y="6466451"/>
            <a:ext cx="5229225" cy="212407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549DAFC-437D-64DC-2E9F-6042EEA60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6119" y="5647710"/>
            <a:ext cx="52292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Na inconsistentiecheck</a:t>
            </a:r>
            <a:r>
              <a:rPr lang="nl-BE" dirty="0"/>
              <a:t>: Variabelen aanmaken</a:t>
            </a:r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F9F3633-5715-7FE4-D993-C89EA0DE3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67" y="3419272"/>
            <a:ext cx="11698835" cy="19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  <a:endParaRPr lang="nl-BE" b="0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De afhankelijke variabele = metrisch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Er is één onafhankelijke variabele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Onafhankelijkheid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zijn niet gecorreleerd</a:t>
            </a:r>
          </a:p>
          <a:p>
            <a:pPr marL="2393550" lvl="3" indent="-514350"/>
            <a:r>
              <a:rPr lang="nl-BE" dirty="0"/>
              <a:t>Autocorrelatie mag niet voorkomen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</a:t>
            </a:r>
            <a:r>
              <a:rPr lang="nl-BE" dirty="0"/>
              <a:t>: de </a:t>
            </a:r>
            <a:r>
              <a:rPr lang="nl-BE" dirty="0" err="1"/>
              <a:t>onafh</a:t>
            </a:r>
            <a:r>
              <a:rPr lang="nl-BE" dirty="0"/>
              <a:t>. variabele heeft lineair verband met de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zijn normaal verdeeld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hebben gelijke varianties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Geen extreme uitschieters </a:t>
            </a:r>
            <a:r>
              <a:rPr lang="nl-BE" dirty="0"/>
              <a:t>onder de </a:t>
            </a:r>
            <a:r>
              <a:rPr lang="nl-BE" u="sng" dirty="0"/>
              <a:t>residuen</a:t>
            </a:r>
          </a:p>
          <a:p>
            <a:pPr lvl="3"/>
            <a:r>
              <a:rPr lang="nl-BE" dirty="0"/>
              <a:t>&lt; 3 standaardafwijkingen</a:t>
            </a:r>
          </a:p>
          <a:p>
            <a:pPr marL="1821150" lvl="2" indent="-514350">
              <a:buFont typeface="+mj-lt"/>
              <a:buAutoNum type="arabicPeriod"/>
            </a:pPr>
            <a:endParaRPr lang="nl-BE" u="sng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843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  <a:endParaRPr lang="nl-BE" b="0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De afhankelijke variabele = metrisch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Er is één onafhankelijke variabele: </a:t>
            </a:r>
            <a:r>
              <a:rPr lang="nl-BE" b="1" dirty="0"/>
              <a:t>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Onafhankelijkheid</a:t>
            </a:r>
            <a:r>
              <a:rPr lang="nl-BE" dirty="0"/>
              <a:t>: de </a:t>
            </a:r>
            <a:r>
              <a:rPr lang="nl-BE" u="sng" dirty="0">
                <a:solidFill>
                  <a:srgbClr val="C00000"/>
                </a:solidFill>
              </a:rPr>
              <a:t>residuen</a:t>
            </a:r>
            <a:r>
              <a:rPr lang="nl-BE" dirty="0"/>
              <a:t> zijn niet gecorreleerd</a:t>
            </a:r>
          </a:p>
          <a:p>
            <a:pPr marL="2393550" lvl="3" indent="-514350"/>
            <a:r>
              <a:rPr lang="nl-BE" dirty="0"/>
              <a:t>Autocorrelatie mag niet voorkomen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</a:t>
            </a:r>
            <a:r>
              <a:rPr lang="nl-BE" dirty="0"/>
              <a:t>: de </a:t>
            </a:r>
            <a:r>
              <a:rPr lang="nl-BE" dirty="0" err="1"/>
              <a:t>onafh</a:t>
            </a:r>
            <a:r>
              <a:rPr lang="nl-BE" dirty="0"/>
              <a:t>. variabele heeft lineair verband met de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u="sng" dirty="0">
                <a:solidFill>
                  <a:srgbClr val="C00000"/>
                </a:solidFill>
              </a:rPr>
              <a:t>residuen</a:t>
            </a:r>
            <a:r>
              <a:rPr lang="nl-BE" dirty="0"/>
              <a:t> zijn normaal verdeeld</a:t>
            </a:r>
          </a:p>
          <a:p>
            <a:pPr lvl="3"/>
            <a:r>
              <a:rPr lang="nl-BE" b="1" dirty="0">
                <a:solidFill>
                  <a:srgbClr val="C00000"/>
                </a:solidFill>
              </a:rPr>
              <a:t>CLS niet van toepassing!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  <a:r>
              <a:rPr lang="nl-BE" dirty="0"/>
              <a:t>: de </a:t>
            </a:r>
            <a:r>
              <a:rPr lang="nl-BE" u="sng" dirty="0">
                <a:solidFill>
                  <a:srgbClr val="C00000"/>
                </a:solidFill>
              </a:rPr>
              <a:t>residuen</a:t>
            </a:r>
            <a:r>
              <a:rPr lang="nl-BE" dirty="0"/>
              <a:t> hebben gelijke varianties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Geen extreme uitschieters </a:t>
            </a:r>
            <a:r>
              <a:rPr lang="nl-BE" dirty="0"/>
              <a:t>onder de </a:t>
            </a:r>
            <a:r>
              <a:rPr lang="nl-BE" u="sng" dirty="0">
                <a:solidFill>
                  <a:srgbClr val="C00000"/>
                </a:solidFill>
              </a:rPr>
              <a:t>residuen</a:t>
            </a:r>
          </a:p>
          <a:p>
            <a:pPr marL="2393550" lvl="3" indent="-514350"/>
            <a:r>
              <a:rPr lang="nl-BE" dirty="0"/>
              <a:t>&lt; 3 standaardafwijkingen</a:t>
            </a:r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58FA9A8-6F63-45DC-8A27-39318B3C96D8}"/>
              </a:ext>
            </a:extLst>
          </p:cNvPr>
          <p:cNvSpPr/>
          <p:nvPr/>
        </p:nvSpPr>
        <p:spPr>
          <a:xfrm>
            <a:off x="1442621" y="4045025"/>
            <a:ext cx="14821209" cy="4362376"/>
          </a:xfrm>
          <a:prstGeom prst="rect">
            <a:avLst/>
          </a:prstGeom>
          <a:noFill/>
          <a:ln w="31750">
            <a:solidFill>
              <a:srgbClr val="F08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228CC360-1270-4B62-A413-C45E3666CCDB}"/>
              </a:ext>
            </a:extLst>
          </p:cNvPr>
          <p:cNvSpPr txBox="1">
            <a:spLocks/>
          </p:cNvSpPr>
          <p:nvPr/>
        </p:nvSpPr>
        <p:spPr>
          <a:xfrm>
            <a:off x="9817441" y="8457233"/>
            <a:ext cx="6446389" cy="5192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nl-B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083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Adhv</a:t>
            </a: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F083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residuenanalyse in SPSS</a:t>
            </a:r>
          </a:p>
        </p:txBody>
      </p:sp>
    </p:spTree>
    <p:extLst>
      <p:ext uri="{BB962C8B-B14F-4D97-AF65-F5344CB8AC3E}">
        <p14:creationId xmlns:p14="http://schemas.microsoft.com/office/powerpoint/2010/main" val="306466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3. </a:t>
            </a:r>
            <a:r>
              <a:rPr lang="nl-BE" dirty="0"/>
              <a:t>Hypothesen formuleren</a:t>
            </a:r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498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3.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Bij regressie twee types toetsen:</a:t>
            </a:r>
          </a:p>
          <a:p>
            <a:pPr lvl="2"/>
            <a:r>
              <a:rPr lang="nl-BE" dirty="0"/>
              <a:t>F-toets voor het ganse model</a:t>
            </a:r>
          </a:p>
          <a:p>
            <a:pPr lvl="2"/>
            <a:r>
              <a:rPr lang="nl-BE" dirty="0"/>
              <a:t>t-toets voor effect van elke predictor apart</a:t>
            </a:r>
          </a:p>
          <a:p>
            <a:pPr lvl="2"/>
            <a:r>
              <a:rPr lang="nl-BE" u="sng" dirty="0"/>
              <a:t>Maar bij enkelvoudige</a:t>
            </a:r>
            <a:r>
              <a:rPr lang="nl-BE" dirty="0"/>
              <a:t>: één predictor, dus eigenlijk dezelfde hypothesen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Er is geen effect van leeftijd op coronastress: de verklaringskracht van leeftijd</a:t>
            </a:r>
            <a:br>
              <a:rPr lang="nl-BE" i="1" dirty="0"/>
            </a:br>
            <a:r>
              <a:rPr lang="nl-BE" i="1" dirty="0"/>
              <a:t>			is gelijk aan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Er is wel een effect van leeftijd op coronastress: de verklaringskracht van leeftijd</a:t>
            </a:r>
            <a:br>
              <a:rPr lang="nl-BE" i="1" dirty="0"/>
            </a:br>
            <a:r>
              <a:rPr lang="nl-BE" i="1" dirty="0"/>
              <a:t>			is groter of kleiner dan nul. </a:t>
            </a:r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495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>
                <a:solidFill>
                  <a:srgbClr val="003366"/>
                </a:solidFill>
              </a:rPr>
              <a:t>Stap 4. Significantieniveau bepalen</a:t>
            </a:r>
          </a:p>
          <a:p>
            <a:pPr marL="1306800" lvl="2" indent="0">
              <a:buNone/>
            </a:pPr>
            <a:endParaRPr lang="nl-BE" dirty="0">
              <a:solidFill>
                <a:srgbClr val="003366"/>
              </a:solidFill>
            </a:endParaRPr>
          </a:p>
          <a:p>
            <a:pPr marL="1306800" lvl="2" indent="0">
              <a:buNone/>
            </a:pPr>
            <a:endParaRPr lang="nl-BE" dirty="0"/>
          </a:p>
          <a:p>
            <a:pPr marL="1306800" lvl="2" indent="0">
              <a:buNone/>
            </a:pPr>
            <a:endParaRPr lang="nl-BE" dirty="0">
              <a:solidFill>
                <a:srgbClr val="003366"/>
              </a:solidFill>
            </a:endParaRPr>
          </a:p>
          <a:p>
            <a:r>
              <a:rPr lang="nl-BE" b="1" dirty="0">
                <a:solidFill>
                  <a:srgbClr val="003366"/>
                </a:solidFill>
              </a:rPr>
              <a:t>Stap 5. Toetsingsgrootheid en p-waarde berekenen</a:t>
            </a:r>
          </a:p>
          <a:p>
            <a:pPr marL="1306800" lvl="2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90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2"/>
                <a:ext cx="16858641" cy="7937327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>
                    <a:solidFill>
                      <a:srgbClr val="003366"/>
                    </a:solidFill>
                  </a:rPr>
                  <a:t>Stap 4. 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.05, maar </a:t>
                </a:r>
                <a:r>
                  <a:rPr lang="nl-BE" b="1" dirty="0"/>
                  <a:t>beter </a:t>
                </a:r>
                <a14:m>
                  <m:oMath xmlns:m="http://schemas.openxmlformats.org/officeDocument/2006/math">
                    <m:r>
                      <a:rPr lang="nl-B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nl-BE" b="1" dirty="0"/>
                  <a:t> = .01</a:t>
                </a:r>
              </a:p>
              <a:p>
                <a:pPr lvl="2"/>
                <a:r>
                  <a:rPr lang="nl-BE" dirty="0"/>
                  <a:t>Want n = 511 (&gt; 400)</a:t>
                </a:r>
              </a:p>
              <a:p>
                <a:pPr lvl="2"/>
                <a:endParaRPr lang="nl-BE" dirty="0">
                  <a:solidFill>
                    <a:srgbClr val="003366"/>
                  </a:solidFill>
                </a:endParaRPr>
              </a:p>
              <a:p>
                <a:r>
                  <a:rPr lang="nl-BE" b="1" dirty="0">
                    <a:solidFill>
                      <a:srgbClr val="003366"/>
                    </a:solidFill>
                  </a:rPr>
                  <a:t>Stap 5. Toetsingsgrootheid en p-waarde berekenen</a:t>
                </a:r>
              </a:p>
              <a:p>
                <a:pPr lvl="1"/>
                <a:r>
                  <a:rPr lang="nl-BE" dirty="0"/>
                  <a:t>F-waarde en t-waarde</a:t>
                </a:r>
              </a:p>
              <a:p>
                <a:pPr lvl="2"/>
                <a:r>
                  <a:rPr lang="nl-BE" dirty="0"/>
                  <a:t>Bij enkelvoudige regressie hebben die dezelfde p-waarde</a:t>
                </a:r>
              </a:p>
              <a:p>
                <a:pPr lvl="1"/>
                <a:r>
                  <a:rPr lang="nl-BE" dirty="0"/>
                  <a:t>Maat van effectgrootte:</a:t>
                </a:r>
              </a:p>
              <a:p>
                <a:pPr lvl="2"/>
                <a:r>
                  <a:rPr lang="nl-BE" b="1" dirty="0"/>
                  <a:t>R</a:t>
                </a:r>
                <a:r>
                  <a:rPr lang="nl-BE" b="1" baseline="30000" dirty="0"/>
                  <a:t>2 </a:t>
                </a:r>
                <a:r>
                  <a:rPr lang="nl-BE" b="1" dirty="0"/>
                  <a:t>en b</a:t>
                </a:r>
                <a:r>
                  <a:rPr lang="nl-BE" b="1" baseline="-25000" dirty="0"/>
                  <a:t>i</a:t>
                </a:r>
                <a:r>
                  <a:rPr lang="nl-BE" b="1" dirty="0"/>
                  <a:t> zelf</a:t>
                </a:r>
                <a:endParaRPr lang="nl-BE" b="1" baseline="30000" dirty="0"/>
              </a:p>
              <a:p>
                <a:pPr marL="1306800" lvl="2" indent="0">
                  <a:buNone/>
                </a:pPr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2"/>
                <a:ext cx="16858641" cy="7937327"/>
              </a:xfrm>
              <a:blipFill>
                <a:blip r:embed="rId3"/>
                <a:stretch>
                  <a:fillRect l="-145" t="-4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378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ED8C737B-36C0-18E5-DA3C-5950F01DD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4107" y="2725572"/>
            <a:ext cx="6535229" cy="5634098"/>
          </a:xfrm>
          <a:prstGeom prst="rect">
            <a:avLst/>
          </a:prstGeom>
        </p:spPr>
      </p:pic>
      <p:pic>
        <p:nvPicPr>
          <p:cNvPr id="35" name="Afbeelding 34">
            <a:extLst>
              <a:ext uri="{FF2B5EF4-FFF2-40B4-BE49-F238E27FC236}">
                <a16:creationId xmlns:a16="http://schemas.microsoft.com/office/drawing/2014/main" id="{55B92957-9820-C09E-E435-B25E7B348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855" y="5342900"/>
            <a:ext cx="4737324" cy="4289080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767BAC-C18B-4A8E-ABA6-91C1CA36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16" y="1809666"/>
            <a:ext cx="16858641" cy="6864264"/>
          </a:xfrm>
        </p:spPr>
        <p:txBody>
          <a:bodyPr>
            <a:normAutofit/>
          </a:bodyPr>
          <a:lstStyle/>
          <a:p>
            <a:r>
              <a:rPr lang="nl-BE" b="1" dirty="0"/>
              <a:t>Enkelvoudige lineaire regressie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Regression</a:t>
            </a:r>
            <a:r>
              <a:rPr lang="nl-BE" i="1" dirty="0"/>
              <a:t> ›› </a:t>
            </a:r>
            <a:r>
              <a:rPr lang="nl-BE" i="1" dirty="0" err="1"/>
              <a:t>Linear</a:t>
            </a:r>
            <a:endParaRPr lang="nl-BE" i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2C3185-A641-4E6B-8E4B-98EBB88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48A9A61-D513-40F1-9CFF-B7A61764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17E638E-CFA3-523D-D294-ED8FF874C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18" y="3056854"/>
            <a:ext cx="5657535" cy="5815947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C4D4731F-7EC5-DDE0-07B0-CD2D8D5204E3}"/>
              </a:ext>
            </a:extLst>
          </p:cNvPr>
          <p:cNvGrpSpPr/>
          <p:nvPr/>
        </p:nvGrpSpPr>
        <p:grpSpPr>
          <a:xfrm>
            <a:off x="5547199" y="6509871"/>
            <a:ext cx="1094875" cy="511615"/>
            <a:chOff x="11574378" y="2683042"/>
            <a:chExt cx="1094875" cy="511615"/>
          </a:xfrm>
        </p:grpSpPr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192046D2-69F7-8719-E3B3-B11A71D79548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041B114F-29B7-4327-5B01-0FD22B6BF1FA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4" name="Groep 13">
            <a:extLst>
              <a:ext uri="{FF2B5EF4-FFF2-40B4-BE49-F238E27FC236}">
                <a16:creationId xmlns:a16="http://schemas.microsoft.com/office/drawing/2014/main" id="{5C395FFA-D924-54B8-88C9-EC00AB336550}"/>
              </a:ext>
            </a:extLst>
          </p:cNvPr>
          <p:cNvGrpSpPr/>
          <p:nvPr/>
        </p:nvGrpSpPr>
        <p:grpSpPr>
          <a:xfrm>
            <a:off x="8454715" y="4047342"/>
            <a:ext cx="1094875" cy="511615"/>
            <a:chOff x="11574378" y="2683042"/>
            <a:chExt cx="1094875" cy="511615"/>
          </a:xfrm>
        </p:grpSpPr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4C046ED0-CB7C-1482-077A-F18E30DB2DA2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6" name="Tekstvak 15">
              <a:extLst>
                <a:ext uri="{FF2B5EF4-FFF2-40B4-BE49-F238E27FC236}">
                  <a16:creationId xmlns:a16="http://schemas.microsoft.com/office/drawing/2014/main" id="{25D70B46-19C8-F559-636D-01D723E5E5E1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</a:p>
          </p:txBody>
        </p:sp>
      </p:grpSp>
      <p:cxnSp>
        <p:nvCxnSpPr>
          <p:cNvPr id="17" name="Rechte verbindingslijn met pijl 18">
            <a:extLst>
              <a:ext uri="{FF2B5EF4-FFF2-40B4-BE49-F238E27FC236}">
                <a16:creationId xmlns:a16="http://schemas.microsoft.com/office/drawing/2014/main" id="{BC040223-673B-6DB1-36E9-9EAC9253C85A}"/>
              </a:ext>
            </a:extLst>
          </p:cNvPr>
          <p:cNvCxnSpPr>
            <a:cxnSpLocks/>
          </p:cNvCxnSpPr>
          <p:nvPr/>
        </p:nvCxnSpPr>
        <p:spPr>
          <a:xfrm flipV="1">
            <a:off x="7914651" y="3826443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ep 17">
            <a:extLst>
              <a:ext uri="{FF2B5EF4-FFF2-40B4-BE49-F238E27FC236}">
                <a16:creationId xmlns:a16="http://schemas.microsoft.com/office/drawing/2014/main" id="{9D6E4B59-ED69-22F9-153F-7DC6315681E4}"/>
              </a:ext>
            </a:extLst>
          </p:cNvPr>
          <p:cNvGrpSpPr/>
          <p:nvPr/>
        </p:nvGrpSpPr>
        <p:grpSpPr>
          <a:xfrm>
            <a:off x="12875466" y="3114776"/>
            <a:ext cx="1094875" cy="511615"/>
            <a:chOff x="11574378" y="2683042"/>
            <a:chExt cx="1094875" cy="511615"/>
          </a:xfrm>
        </p:grpSpPr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E8C89D41-40F7-D96E-06EB-8152ABD2E9D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4C060501-B0A8-5417-7FA0-74B6EA3C19E4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21" name="Tijdelijke aanduiding voor dianummer 3">
            <a:extLst>
              <a:ext uri="{FF2B5EF4-FFF2-40B4-BE49-F238E27FC236}">
                <a16:creationId xmlns:a16="http://schemas.microsoft.com/office/drawing/2014/main" id="{F653B034-F3B9-EC19-37DB-A7CA16D09591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rgbClr val="1E64C8"/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E184E0-0BD4-4705-A12B-9B71DDE63301}" type="slidenum">
              <a:rPr lang="en-GB" smtClean="0"/>
              <a:pPr/>
              <a:t>22</a:t>
            </a:fld>
            <a:endParaRPr lang="en-GB" dirty="0"/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1955D3EF-17F8-3CD6-18CA-03278C28717E}"/>
              </a:ext>
            </a:extLst>
          </p:cNvPr>
          <p:cNvGrpSpPr/>
          <p:nvPr/>
        </p:nvGrpSpPr>
        <p:grpSpPr>
          <a:xfrm>
            <a:off x="13880881" y="6047957"/>
            <a:ext cx="1094875" cy="511615"/>
            <a:chOff x="11574378" y="2683042"/>
            <a:chExt cx="1094875" cy="511615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CC670166-F754-F403-CE75-8598BD809439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4" name="Tekstvak 23">
              <a:extLst>
                <a:ext uri="{FF2B5EF4-FFF2-40B4-BE49-F238E27FC236}">
                  <a16:creationId xmlns:a16="http://schemas.microsoft.com/office/drawing/2014/main" id="{6B556A1C-B2E0-07A4-FF47-584F0B57F4B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99A43F5C-F90B-6315-5178-DCB99A72958A}"/>
              </a:ext>
            </a:extLst>
          </p:cNvPr>
          <p:cNvGrpSpPr/>
          <p:nvPr/>
        </p:nvGrpSpPr>
        <p:grpSpPr>
          <a:xfrm>
            <a:off x="13916079" y="7611291"/>
            <a:ext cx="1094875" cy="511615"/>
            <a:chOff x="11574378" y="2683042"/>
            <a:chExt cx="1094875" cy="511615"/>
          </a:xfrm>
        </p:grpSpPr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F0A8D60-E596-1860-B182-2623CFA84F4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7" name="Tekstvak 26">
              <a:extLst>
                <a:ext uri="{FF2B5EF4-FFF2-40B4-BE49-F238E27FC236}">
                  <a16:creationId xmlns:a16="http://schemas.microsoft.com/office/drawing/2014/main" id="{6D1AC938-BB55-5DB0-14C7-552E6C00D75C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</a:p>
          </p:txBody>
        </p:sp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F3ED596B-7EC9-86B7-53F9-A2345EBAAF9C}"/>
              </a:ext>
            </a:extLst>
          </p:cNvPr>
          <p:cNvGrpSpPr/>
          <p:nvPr/>
        </p:nvGrpSpPr>
        <p:grpSpPr>
          <a:xfrm>
            <a:off x="12875466" y="3583479"/>
            <a:ext cx="1094875" cy="511615"/>
            <a:chOff x="11574378" y="2683042"/>
            <a:chExt cx="1094875" cy="511615"/>
          </a:xfrm>
        </p:grpSpPr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95E6925F-8EC0-9A17-98C0-B60A850A44A5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330238DD-EC90-F3D8-F71E-6B0D4D2F548A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7</a:t>
              </a:r>
            </a:p>
          </p:txBody>
        </p:sp>
      </p:grpSp>
      <p:cxnSp>
        <p:nvCxnSpPr>
          <p:cNvPr id="31" name="Rechte verbindingslijn met pijl 18">
            <a:extLst>
              <a:ext uri="{FF2B5EF4-FFF2-40B4-BE49-F238E27FC236}">
                <a16:creationId xmlns:a16="http://schemas.microsoft.com/office/drawing/2014/main" id="{0A994A10-95B6-DC76-FC0D-3C5377B2729C}"/>
              </a:ext>
            </a:extLst>
          </p:cNvPr>
          <p:cNvCxnSpPr>
            <a:cxnSpLocks/>
          </p:cNvCxnSpPr>
          <p:nvPr/>
        </p:nvCxnSpPr>
        <p:spPr>
          <a:xfrm>
            <a:off x="7914651" y="4380891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ep 31">
            <a:extLst>
              <a:ext uri="{FF2B5EF4-FFF2-40B4-BE49-F238E27FC236}">
                <a16:creationId xmlns:a16="http://schemas.microsoft.com/office/drawing/2014/main" id="{DAA83226-9780-1E62-5BC5-A04123F6CAD2}"/>
              </a:ext>
            </a:extLst>
          </p:cNvPr>
          <p:cNvGrpSpPr/>
          <p:nvPr/>
        </p:nvGrpSpPr>
        <p:grpSpPr>
          <a:xfrm>
            <a:off x="12798039" y="9063415"/>
            <a:ext cx="1094875" cy="511615"/>
            <a:chOff x="11574378" y="2683042"/>
            <a:chExt cx="1094875" cy="511615"/>
          </a:xfrm>
        </p:grpSpPr>
        <p:sp>
          <p:nvSpPr>
            <p:cNvPr id="33" name="Ovaal 32">
              <a:extLst>
                <a:ext uri="{FF2B5EF4-FFF2-40B4-BE49-F238E27FC236}">
                  <a16:creationId xmlns:a16="http://schemas.microsoft.com/office/drawing/2014/main" id="{C3F36484-F82E-FA31-3E55-1F06D7282A4E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4" name="Tekstvak 33">
              <a:extLst>
                <a:ext uri="{FF2B5EF4-FFF2-40B4-BE49-F238E27FC236}">
                  <a16:creationId xmlns:a16="http://schemas.microsoft.com/office/drawing/2014/main" id="{C52D1215-A82B-7E2E-2937-70904866AB81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2463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767BAC-C18B-4A8E-ABA6-91C1CA36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16" y="1809666"/>
            <a:ext cx="16858641" cy="6864264"/>
          </a:xfrm>
        </p:spPr>
        <p:txBody>
          <a:bodyPr>
            <a:normAutofit/>
          </a:bodyPr>
          <a:lstStyle/>
          <a:p>
            <a:r>
              <a:rPr lang="nl-BE" b="1" dirty="0"/>
              <a:t>Enkelvoudige lineaire regressie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Regression</a:t>
            </a:r>
            <a:r>
              <a:rPr lang="nl-BE" i="1" dirty="0"/>
              <a:t> ›› </a:t>
            </a:r>
            <a:r>
              <a:rPr lang="nl-BE" i="1" dirty="0" err="1"/>
              <a:t>Linear</a:t>
            </a:r>
            <a:endParaRPr lang="nl-BE" i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2C3185-A641-4E6B-8E4B-98EBB88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48A9A61-D513-40F1-9CFF-B7A61764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21" name="Tijdelijke aanduiding voor dianummer 3">
            <a:extLst>
              <a:ext uri="{FF2B5EF4-FFF2-40B4-BE49-F238E27FC236}">
                <a16:creationId xmlns:a16="http://schemas.microsoft.com/office/drawing/2014/main" id="{F653B034-F3B9-EC19-37DB-A7CA16D09591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rgbClr val="1E64C8"/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E184E0-0BD4-4705-A12B-9B71DDE63301}" type="slidenum">
              <a:rPr lang="en-GB" smtClean="0"/>
              <a:pPr/>
              <a:t>23</a:t>
            </a:fld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448489F-D17B-8F5C-D88E-95418D6EA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549" y="3301163"/>
            <a:ext cx="6299384" cy="493678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C7167B1-C57B-94BF-7EA0-7CFC23A76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58445" y="2430194"/>
            <a:ext cx="6837763" cy="5893744"/>
          </a:xfrm>
          <a:prstGeom prst="rect">
            <a:avLst/>
          </a:prstGeom>
        </p:spPr>
      </p:pic>
      <p:grpSp>
        <p:nvGrpSpPr>
          <p:cNvPr id="10" name="Groep 9">
            <a:extLst>
              <a:ext uri="{FF2B5EF4-FFF2-40B4-BE49-F238E27FC236}">
                <a16:creationId xmlns:a16="http://schemas.microsoft.com/office/drawing/2014/main" id="{2A0671A9-F73C-3EC5-F60D-4287C69921A4}"/>
              </a:ext>
            </a:extLst>
          </p:cNvPr>
          <p:cNvGrpSpPr/>
          <p:nvPr/>
        </p:nvGrpSpPr>
        <p:grpSpPr>
          <a:xfrm>
            <a:off x="3130641" y="6601399"/>
            <a:ext cx="1094875" cy="511615"/>
            <a:chOff x="11574378" y="2683042"/>
            <a:chExt cx="1094875" cy="511615"/>
          </a:xfrm>
        </p:grpSpPr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54E5796-B81C-1061-F493-35EA7FA99AD9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32DE1CE4-7D6E-079A-0B6F-CB8CBD522A9A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9</a:t>
              </a:r>
            </a:p>
          </p:txBody>
        </p:sp>
      </p:grpSp>
      <p:grpSp>
        <p:nvGrpSpPr>
          <p:cNvPr id="38" name="Groep 37">
            <a:extLst>
              <a:ext uri="{FF2B5EF4-FFF2-40B4-BE49-F238E27FC236}">
                <a16:creationId xmlns:a16="http://schemas.microsoft.com/office/drawing/2014/main" id="{B6C75DE2-9D44-9F7D-D213-F8E9411B0DFD}"/>
              </a:ext>
            </a:extLst>
          </p:cNvPr>
          <p:cNvGrpSpPr/>
          <p:nvPr/>
        </p:nvGrpSpPr>
        <p:grpSpPr>
          <a:xfrm>
            <a:off x="3124625" y="4353127"/>
            <a:ext cx="1094875" cy="511615"/>
            <a:chOff x="11574378" y="2683042"/>
            <a:chExt cx="1094875" cy="511615"/>
          </a:xfrm>
        </p:grpSpPr>
        <p:sp>
          <p:nvSpPr>
            <p:cNvPr id="39" name="Ovaal 38">
              <a:extLst>
                <a:ext uri="{FF2B5EF4-FFF2-40B4-BE49-F238E27FC236}">
                  <a16:creationId xmlns:a16="http://schemas.microsoft.com/office/drawing/2014/main" id="{0A100AB8-6E2B-4BE9-4BF3-7249895A1BCA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0" name="Tekstvak 39">
              <a:extLst>
                <a:ext uri="{FF2B5EF4-FFF2-40B4-BE49-F238E27FC236}">
                  <a16:creationId xmlns:a16="http://schemas.microsoft.com/office/drawing/2014/main" id="{11FFDD58-8640-E977-FC3E-99C233F0DB46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8</a:t>
              </a:r>
            </a:p>
          </p:txBody>
        </p:sp>
      </p:grpSp>
      <p:grpSp>
        <p:nvGrpSpPr>
          <p:cNvPr id="41" name="Groep 40">
            <a:extLst>
              <a:ext uri="{FF2B5EF4-FFF2-40B4-BE49-F238E27FC236}">
                <a16:creationId xmlns:a16="http://schemas.microsoft.com/office/drawing/2014/main" id="{1117FD3A-3EBD-28F7-3BFF-DEE16367B112}"/>
              </a:ext>
            </a:extLst>
          </p:cNvPr>
          <p:cNvGrpSpPr/>
          <p:nvPr/>
        </p:nvGrpSpPr>
        <p:grpSpPr>
          <a:xfrm>
            <a:off x="3618699" y="7975824"/>
            <a:ext cx="1082842" cy="422488"/>
            <a:chOff x="11539061" y="2748081"/>
            <a:chExt cx="1082842" cy="422488"/>
          </a:xfrm>
        </p:grpSpPr>
        <p:sp>
          <p:nvSpPr>
            <p:cNvPr id="42" name="Ovaal 41">
              <a:extLst>
                <a:ext uri="{FF2B5EF4-FFF2-40B4-BE49-F238E27FC236}">
                  <a16:creationId xmlns:a16="http://schemas.microsoft.com/office/drawing/2014/main" id="{128AF44E-5FBD-5331-FBE5-9B1721DFDDD8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3" name="Tekstvak 42">
              <a:extLst>
                <a:ext uri="{FF2B5EF4-FFF2-40B4-BE49-F238E27FC236}">
                  <a16:creationId xmlns:a16="http://schemas.microsoft.com/office/drawing/2014/main" id="{9DA93B27-CD69-D87F-0FDC-0FADAA8A6573}"/>
                </a:ext>
              </a:extLst>
            </p:cNvPr>
            <p:cNvSpPr txBox="1"/>
            <p:nvPr/>
          </p:nvSpPr>
          <p:spPr>
            <a:xfrm>
              <a:off x="11539061" y="2748081"/>
              <a:ext cx="1082842" cy="422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0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10</a:t>
              </a:r>
              <a:endParaRPr lang="nl-BE" sz="25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cxnSp>
        <p:nvCxnSpPr>
          <p:cNvPr id="44" name="Rechte verbindingslijn met pijl 18">
            <a:extLst>
              <a:ext uri="{FF2B5EF4-FFF2-40B4-BE49-F238E27FC236}">
                <a16:creationId xmlns:a16="http://schemas.microsoft.com/office/drawing/2014/main" id="{BC470AC8-BB2B-1FCE-89C5-6118403E8443}"/>
              </a:ext>
            </a:extLst>
          </p:cNvPr>
          <p:cNvCxnSpPr>
            <a:cxnSpLocks/>
          </p:cNvCxnSpPr>
          <p:nvPr/>
        </p:nvCxnSpPr>
        <p:spPr>
          <a:xfrm>
            <a:off x="2584561" y="4825027"/>
            <a:ext cx="1646972" cy="366969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met pijl 18">
            <a:extLst>
              <a:ext uri="{FF2B5EF4-FFF2-40B4-BE49-F238E27FC236}">
                <a16:creationId xmlns:a16="http://schemas.microsoft.com/office/drawing/2014/main" id="{11E88147-D09D-3F5D-0946-C35DB7F5AD9C}"/>
              </a:ext>
            </a:extLst>
          </p:cNvPr>
          <p:cNvCxnSpPr>
            <a:cxnSpLocks/>
          </p:cNvCxnSpPr>
          <p:nvPr/>
        </p:nvCxnSpPr>
        <p:spPr>
          <a:xfrm>
            <a:off x="2548566" y="4403558"/>
            <a:ext cx="1670934" cy="158452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ep 45">
            <a:extLst>
              <a:ext uri="{FF2B5EF4-FFF2-40B4-BE49-F238E27FC236}">
                <a16:creationId xmlns:a16="http://schemas.microsoft.com/office/drawing/2014/main" id="{EFA4BE77-EA8D-822C-E87F-2BE02E937DEF}"/>
              </a:ext>
            </a:extLst>
          </p:cNvPr>
          <p:cNvGrpSpPr/>
          <p:nvPr/>
        </p:nvGrpSpPr>
        <p:grpSpPr>
          <a:xfrm>
            <a:off x="11322910" y="8026707"/>
            <a:ext cx="1082842" cy="422488"/>
            <a:chOff x="11539061" y="2748081"/>
            <a:chExt cx="1082842" cy="422488"/>
          </a:xfrm>
        </p:grpSpPr>
        <p:sp>
          <p:nvSpPr>
            <p:cNvPr id="47" name="Ovaal 46">
              <a:extLst>
                <a:ext uri="{FF2B5EF4-FFF2-40B4-BE49-F238E27FC236}">
                  <a16:creationId xmlns:a16="http://schemas.microsoft.com/office/drawing/2014/main" id="{8D962D37-CAA2-177E-E875-7CD5D9F348FC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8" name="Tekstvak 47">
              <a:extLst>
                <a:ext uri="{FF2B5EF4-FFF2-40B4-BE49-F238E27FC236}">
                  <a16:creationId xmlns:a16="http://schemas.microsoft.com/office/drawing/2014/main" id="{41414C81-1925-EDE6-71DA-B8FAF427D033}"/>
                </a:ext>
              </a:extLst>
            </p:cNvPr>
            <p:cNvSpPr txBox="1"/>
            <p:nvPr/>
          </p:nvSpPr>
          <p:spPr>
            <a:xfrm>
              <a:off x="11539061" y="2748081"/>
              <a:ext cx="1082842" cy="422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0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11</a:t>
              </a:r>
              <a:endParaRPr lang="nl-BE" sz="25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605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767BAC-C18B-4A8E-ABA6-91C1CA36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16" y="1809666"/>
            <a:ext cx="16858641" cy="6864264"/>
          </a:xfrm>
        </p:spPr>
        <p:txBody>
          <a:bodyPr>
            <a:normAutofit/>
          </a:bodyPr>
          <a:lstStyle/>
          <a:p>
            <a:r>
              <a:rPr lang="nl-BE" b="1" dirty="0"/>
              <a:t>Enkelvoudige lineaire regressie in SPSS:</a:t>
            </a:r>
          </a:p>
          <a:p>
            <a:pPr lvl="1"/>
            <a:r>
              <a:rPr lang="nl-BE" b="1" dirty="0"/>
              <a:t>Syntax en output</a:t>
            </a:r>
            <a:br>
              <a:rPr lang="nl-BE" b="1" dirty="0"/>
            </a:br>
            <a:endParaRPr lang="nl-BE" i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2C3185-A641-4E6B-8E4B-98EBB88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48A9A61-D513-40F1-9CFF-B7A61764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21" name="Tijdelijke aanduiding voor dianummer 3">
            <a:extLst>
              <a:ext uri="{FF2B5EF4-FFF2-40B4-BE49-F238E27FC236}">
                <a16:creationId xmlns:a16="http://schemas.microsoft.com/office/drawing/2014/main" id="{F653B034-F3B9-EC19-37DB-A7CA16D09591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rgbClr val="1E64C8"/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E184E0-0BD4-4705-A12B-9B71DDE63301}" type="slidenum">
              <a:rPr lang="en-GB" smtClean="0"/>
              <a:pPr/>
              <a:t>24</a:t>
            </a:fld>
            <a:endParaRPr lang="en-GB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B0FA787-EAD5-DCE1-AD42-D893BF35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60" y="3497480"/>
            <a:ext cx="5850536" cy="379457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4AA161CF-9B30-BC76-020F-9985A5F23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908" y="2154817"/>
            <a:ext cx="6280560" cy="1984157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C650EA6E-BC95-D85F-5AE6-3EB00E34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112" y="4484125"/>
            <a:ext cx="6274819" cy="446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67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F4723E82-C124-4C9E-9F2D-8D3338DAED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8789" y="4260919"/>
            <a:ext cx="9105041" cy="5369092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937328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dirty="0"/>
              <a:t>Scatterplot</a:t>
            </a:r>
            <a:endParaRPr lang="nl-BE" dirty="0"/>
          </a:p>
          <a:p>
            <a:pPr lvl="1"/>
            <a:r>
              <a:rPr lang="nl-BE" dirty="0"/>
              <a:t>Geen non-lineair verband</a:t>
            </a:r>
          </a:p>
          <a:p>
            <a:pPr lvl="2"/>
            <a:r>
              <a:rPr lang="nl-BE" u="sng" dirty="0"/>
              <a:t>Lineariteit</a:t>
            </a:r>
            <a:r>
              <a:rPr lang="nl-BE" dirty="0"/>
              <a:t>: </a:t>
            </a:r>
            <a:r>
              <a:rPr lang="nl-BE" b="1" dirty="0"/>
              <a:t>oké</a:t>
            </a:r>
          </a:p>
          <a:p>
            <a:pPr lvl="1"/>
            <a:endParaRPr lang="nl-BE" b="1" dirty="0"/>
          </a:p>
          <a:p>
            <a:pPr lvl="1"/>
            <a:r>
              <a:rPr lang="nl-BE" dirty="0"/>
              <a:t>Puntenwolk: ovaal/rechthoek</a:t>
            </a:r>
            <a:br>
              <a:rPr lang="nl-BE" dirty="0"/>
            </a:br>
            <a:r>
              <a:rPr lang="nl-BE" dirty="0"/>
              <a:t>rond regressielijn</a:t>
            </a:r>
          </a:p>
          <a:p>
            <a:pPr lvl="2"/>
            <a:r>
              <a:rPr lang="nl-BE" u="sng" dirty="0"/>
              <a:t>Homoscedasticiteit</a:t>
            </a:r>
            <a:r>
              <a:rPr lang="nl-BE" dirty="0"/>
              <a:t>: </a:t>
            </a:r>
            <a:r>
              <a:rPr lang="nl-BE" b="1" dirty="0"/>
              <a:t>oké</a:t>
            </a:r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6" name="Tijdelijke aanduiding voor inhoud 8">
            <a:extLst>
              <a:ext uri="{FF2B5EF4-FFF2-40B4-BE49-F238E27FC236}">
                <a16:creationId xmlns:a16="http://schemas.microsoft.com/office/drawing/2014/main" id="{FED4FCBD-2DA4-42BC-93A4-DD50DAA6B2A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937" y="1812858"/>
            <a:ext cx="7759322" cy="2341849"/>
          </a:xfrm>
        </p:spPr>
      </p:pic>
    </p:spTree>
    <p:extLst>
      <p:ext uri="{BB962C8B-B14F-4D97-AF65-F5344CB8AC3E}">
        <p14:creationId xmlns:p14="http://schemas.microsoft.com/office/powerpoint/2010/main" val="14943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341574A-6C5A-4B67-B819-FA3B6EC00CD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924" y="1768424"/>
            <a:ext cx="8345378" cy="49211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937328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dirty="0"/>
              <a:t>Histogram</a:t>
            </a:r>
            <a:r>
              <a:rPr lang="nl-BE" dirty="0"/>
              <a:t> van gestandaardiseerde residuen</a:t>
            </a:r>
          </a:p>
          <a:p>
            <a:pPr lvl="1"/>
            <a:r>
              <a:rPr lang="nl-BE" dirty="0"/>
              <a:t>Volgt goed normale verdeling</a:t>
            </a:r>
          </a:p>
          <a:p>
            <a:pPr lvl="2"/>
            <a:r>
              <a:rPr lang="nl-BE" u="sng" dirty="0"/>
              <a:t>Normaliteit</a:t>
            </a:r>
            <a:r>
              <a:rPr lang="nl-BE" dirty="0"/>
              <a:t>: </a:t>
            </a:r>
            <a:r>
              <a:rPr lang="nl-BE" b="1" dirty="0"/>
              <a:t>oké</a:t>
            </a:r>
          </a:p>
          <a:p>
            <a:r>
              <a:rPr lang="nl-BE" b="1" i="1" dirty="0" err="1"/>
              <a:t>Casewise</a:t>
            </a:r>
            <a:r>
              <a:rPr lang="nl-BE" b="1" i="1" dirty="0"/>
              <a:t> </a:t>
            </a:r>
            <a:r>
              <a:rPr lang="nl-BE" b="1" i="1" dirty="0" err="1"/>
              <a:t>Diagnostics</a:t>
            </a:r>
            <a:r>
              <a:rPr lang="nl-BE" b="1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Staat niet in output: geen enkel </a:t>
            </a:r>
            <a:br>
              <a:rPr lang="nl-BE" dirty="0"/>
            </a:br>
            <a:r>
              <a:rPr lang="nl-BE" dirty="0"/>
              <a:t>gestandaardiseerd residu wijkt extreem af</a:t>
            </a:r>
          </a:p>
          <a:p>
            <a:pPr lvl="2"/>
            <a:r>
              <a:rPr lang="nl-BE" u="sng" dirty="0"/>
              <a:t>Assumptie 7</a:t>
            </a:r>
            <a:r>
              <a:rPr lang="nl-BE" dirty="0"/>
              <a:t>: </a:t>
            </a:r>
            <a:r>
              <a:rPr lang="nl-BE" b="1" dirty="0"/>
              <a:t>oké</a:t>
            </a:r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09169B8-4A97-4D31-8A5F-A0A52E190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0375" y="6708896"/>
            <a:ext cx="8027038" cy="2804628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99B19520-7E2D-42DD-8382-13BC62439394}"/>
              </a:ext>
            </a:extLst>
          </p:cNvPr>
          <p:cNvSpPr/>
          <p:nvPr/>
        </p:nvSpPr>
        <p:spPr>
          <a:xfrm>
            <a:off x="4415483" y="8496300"/>
            <a:ext cx="2099617" cy="355600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08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8EA4FBE6-2708-AFC4-5D37-3D0A4197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490" y="1680597"/>
            <a:ext cx="8118667" cy="2480245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813829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i="1" dirty="0"/>
              <a:t>Model Summary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1 &lt; DW = 1.96 &lt; 3</a:t>
            </a:r>
          </a:p>
          <a:p>
            <a:pPr lvl="1"/>
            <a:r>
              <a:rPr lang="nl-BE" u="sng" dirty="0"/>
              <a:t>Onafhankelijkheid</a:t>
            </a:r>
            <a:br>
              <a:rPr lang="nl-BE" u="sng" dirty="0"/>
            </a:br>
            <a:r>
              <a:rPr lang="nl-BE" dirty="0"/>
              <a:t>= </a:t>
            </a:r>
            <a:r>
              <a:rPr lang="nl-BE" b="1" dirty="0"/>
              <a:t>oké</a:t>
            </a:r>
            <a:br>
              <a:rPr lang="nl-BE" b="1" dirty="0"/>
            </a:br>
            <a:r>
              <a:rPr lang="nl-BE" b="1" dirty="0"/>
              <a:t>= Alle assumpties oké</a:t>
            </a:r>
          </a:p>
          <a:p>
            <a:pPr marL="720000" lvl="1" indent="0">
              <a:buNone/>
            </a:pPr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31BDFC41-4B06-4BDC-8768-07C28C787A80}"/>
              </a:ext>
            </a:extLst>
          </p:cNvPr>
          <p:cNvSpPr/>
          <p:nvPr/>
        </p:nvSpPr>
        <p:spPr>
          <a:xfrm>
            <a:off x="14901082" y="2750393"/>
            <a:ext cx="709455" cy="397921"/>
          </a:xfrm>
          <a:prstGeom prst="ellipse">
            <a:avLst/>
          </a:prstGeom>
          <a:noFill/>
          <a:ln w="317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7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A674CC58-77BB-6AEC-EE7C-B5B6232D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734" y="4626011"/>
            <a:ext cx="6918578" cy="248024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A4C2D32-DE19-7946-0853-958D6739C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734" y="7390377"/>
            <a:ext cx="7309279" cy="2239724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EA4FBE6-2708-AFC4-5D37-3D0A41978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490" y="1680597"/>
            <a:ext cx="8118667" cy="2480245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813829"/>
          </a:xfrm>
        </p:spPr>
        <p:txBody>
          <a:bodyPr>
            <a:normAutofit lnSpcReduction="10000"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i="1" dirty="0"/>
              <a:t>Model Summary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1 &lt; DW = 1.96 &lt; 3</a:t>
            </a:r>
          </a:p>
          <a:p>
            <a:pPr lvl="1"/>
            <a:r>
              <a:rPr lang="nl-BE" u="sng" dirty="0"/>
              <a:t>Onafhankelijkheid</a:t>
            </a:r>
            <a:br>
              <a:rPr lang="nl-BE" u="sng" dirty="0"/>
            </a:br>
            <a:r>
              <a:rPr lang="nl-BE" dirty="0"/>
              <a:t>= </a:t>
            </a:r>
            <a:r>
              <a:rPr lang="nl-BE" b="1" dirty="0"/>
              <a:t>oké</a:t>
            </a:r>
            <a:br>
              <a:rPr lang="nl-BE" b="1" dirty="0"/>
            </a:br>
            <a:r>
              <a:rPr lang="nl-BE" b="1" dirty="0"/>
              <a:t>= Alle assumpties oké</a:t>
            </a:r>
          </a:p>
          <a:p>
            <a:pPr lvl="1"/>
            <a:endParaRPr lang="nl-BE" b="1" dirty="0"/>
          </a:p>
          <a:p>
            <a:pPr marL="86400" indent="0">
              <a:buNone/>
            </a:pPr>
            <a:r>
              <a:rPr lang="nl-BE" b="1" dirty="0"/>
              <a:t>Resultaten regressieanalyse</a:t>
            </a:r>
          </a:p>
          <a:p>
            <a:r>
              <a:rPr lang="nl-BE" b="1" i="1" dirty="0"/>
              <a:t>Model Summary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0.8 % van de variatie in coronastress </a:t>
            </a:r>
            <a:br>
              <a:rPr lang="nl-BE" dirty="0"/>
            </a:br>
            <a:r>
              <a:rPr lang="nl-BE" dirty="0"/>
              <a:t>verklaard door het model (hier: leeftijd)</a:t>
            </a:r>
          </a:p>
          <a:p>
            <a:r>
              <a:rPr lang="nl-BE" b="1" i="1" dirty="0"/>
              <a:t>ANOVA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Resultaten F-toets: </a:t>
            </a:r>
            <a:r>
              <a:rPr lang="nl-BE" b="1" u="sng" dirty="0"/>
              <a:t>model is niet </a:t>
            </a:r>
            <a:r>
              <a:rPr lang="nl-BE" b="1" u="sng" dirty="0" err="1"/>
              <a:t>sign</a:t>
            </a:r>
            <a:r>
              <a:rPr lang="nl-BE" b="1" u="sng" dirty="0"/>
              <a:t>.</a:t>
            </a:r>
          </a:p>
          <a:p>
            <a:r>
              <a:rPr lang="nl-BE" b="1" i="1" dirty="0" err="1"/>
              <a:t>Coefficients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Predictor leeftijd is </a:t>
            </a:r>
            <a:r>
              <a:rPr lang="nl-BE" b="1" u="sng" dirty="0"/>
              <a:t>geen </a:t>
            </a:r>
            <a:r>
              <a:rPr lang="nl-BE" b="1" u="sng" dirty="0" err="1"/>
              <a:t>sign</a:t>
            </a:r>
            <a:r>
              <a:rPr lang="nl-BE" b="1" u="sng" dirty="0"/>
              <a:t>. predictor</a:t>
            </a:r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0F10AE7-F7FD-48E0-AEE0-36600AB2A4C2}"/>
              </a:ext>
            </a:extLst>
          </p:cNvPr>
          <p:cNvSpPr/>
          <p:nvPr/>
        </p:nvSpPr>
        <p:spPr>
          <a:xfrm>
            <a:off x="14352608" y="5197603"/>
            <a:ext cx="1743584" cy="61225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31BDFC41-4B06-4BDC-8768-07C28C787A80}"/>
              </a:ext>
            </a:extLst>
          </p:cNvPr>
          <p:cNvSpPr/>
          <p:nvPr/>
        </p:nvSpPr>
        <p:spPr>
          <a:xfrm>
            <a:off x="14901082" y="2750393"/>
            <a:ext cx="709455" cy="397921"/>
          </a:xfrm>
          <a:prstGeom prst="ellipse">
            <a:avLst/>
          </a:prstGeom>
          <a:noFill/>
          <a:ln w="317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500BC074-F7D6-4B74-AEF5-4CC69B8BF948}"/>
              </a:ext>
            </a:extLst>
          </p:cNvPr>
          <p:cNvSpPr/>
          <p:nvPr/>
        </p:nvSpPr>
        <p:spPr>
          <a:xfrm>
            <a:off x="14743308" y="8800937"/>
            <a:ext cx="1797265" cy="24212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26C54CF3-E8B6-8334-5A04-73326EA9E06B}"/>
              </a:ext>
            </a:extLst>
          </p:cNvPr>
          <p:cNvSpPr/>
          <p:nvPr/>
        </p:nvSpPr>
        <p:spPr>
          <a:xfrm>
            <a:off x="13367851" y="7830493"/>
            <a:ext cx="1373940" cy="121256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202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1: Invloed Leeftijd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5321903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6. </a:t>
            </a:r>
            <a:r>
              <a:rPr lang="nl-BE" dirty="0"/>
              <a:t>Conclusie en rapportering</a:t>
            </a:r>
          </a:p>
          <a:p>
            <a:pPr lvl="1" algn="just"/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“Aan de hand van een enkelvoudige lineaire regressieanalyse werd het effect van leeftijd (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M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= 38.68,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SD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= 16.07) als predictor van coronastress (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M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= 3.29,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SD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= 0.89) onderzocht. Dit lineair model verklaart </a:t>
            </a:r>
            <a:r>
              <a:rPr lang="nl-NL" b="1" i="0" u="sng" strike="noStrike" baseline="0" dirty="0">
                <a:solidFill>
                  <a:srgbClr val="00B3C0"/>
                </a:solidFill>
                <a:latin typeface="ProximaNova-Bold"/>
              </a:rPr>
              <a:t>geen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 significant deel van de variatie in de scores van coronastress,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R</a:t>
            </a:r>
            <a:r>
              <a:rPr lang="nl-NL" sz="1050" b="1" i="1" u="none" strike="noStrike" baseline="0" dirty="0">
                <a:solidFill>
                  <a:srgbClr val="00B3C0"/>
                </a:solidFill>
                <a:latin typeface="ProximaNova-BoldIt"/>
              </a:rPr>
              <a:t>2</a:t>
            </a:r>
            <a:r>
              <a:rPr lang="nl-NL" sz="800" b="1" i="1" u="none" strike="noStrike" baseline="0" dirty="0">
                <a:solidFill>
                  <a:srgbClr val="00B3C0"/>
                </a:solidFill>
                <a:latin typeface="ProximaNova-BoldIt"/>
              </a:rPr>
              <a:t>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= .008,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F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(1,509) = 4.01,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p </a:t>
            </a:r>
            <a:r>
              <a:rPr lang="nl-NL" b="1" dirty="0">
                <a:solidFill>
                  <a:srgbClr val="00B3C0"/>
                </a:solidFill>
                <a:latin typeface="ProximaNova-Bold"/>
              </a:rPr>
              <a:t>=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 .046. De regressiecoëfficiënt</a:t>
            </a:r>
            <a:r>
              <a:rPr lang="nl-NL" b="1" dirty="0">
                <a:solidFill>
                  <a:srgbClr val="00B3C0"/>
                </a:solidFill>
                <a:latin typeface="ProximaNova-Bold"/>
              </a:rPr>
              <a:t>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van leeftijd (β = – 0.09,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t 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(509) = – 2.002, </a:t>
            </a:r>
            <a:r>
              <a:rPr lang="nl-NL" b="1" i="1" u="none" strike="noStrike" baseline="0" dirty="0">
                <a:solidFill>
                  <a:srgbClr val="00B3C0"/>
                </a:solidFill>
                <a:latin typeface="ProximaNova-BoldIt"/>
              </a:rPr>
              <a:t>p </a:t>
            </a:r>
            <a:r>
              <a:rPr lang="nl-NL" b="1" dirty="0">
                <a:solidFill>
                  <a:srgbClr val="00B3C0"/>
                </a:solidFill>
                <a:latin typeface="ProximaNova-Bold"/>
              </a:rPr>
              <a:t>=</a:t>
            </a:r>
            <a:r>
              <a:rPr lang="nl-NL" b="1" i="0" u="none" strike="noStrike" baseline="0" dirty="0">
                <a:solidFill>
                  <a:srgbClr val="00B3C0"/>
                </a:solidFill>
                <a:latin typeface="ProximaNova-Bold"/>
              </a:rPr>
              <a:t> .046) is niet significant, waardoor we kunnen stellen dat leeftijd geen effect heeft op coronastress.”</a:t>
            </a:r>
            <a:endParaRPr lang="nl-BE" dirty="0"/>
          </a:p>
          <a:p>
            <a:pPr marL="720000" lvl="1" indent="0">
              <a:buNone/>
            </a:pPr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180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238202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Invloed versch. predictoren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	</a:t>
            </a:r>
          </a:p>
          <a:p>
            <a:pPr lvl="0"/>
            <a:r>
              <a:rPr lang="nl-BE" dirty="0"/>
              <a:t>Open ‘DATA_WAVE2_CenW.sav’. </a:t>
            </a:r>
          </a:p>
          <a:p>
            <a:pPr lvl="0"/>
            <a:r>
              <a:rPr lang="nl-BE" dirty="0"/>
              <a:t>Selecteer enkel de respondenten die een relatie hebben (W2_Relatiestatus). </a:t>
            </a:r>
          </a:p>
          <a:p>
            <a:pPr lvl="0"/>
            <a:r>
              <a:rPr lang="nl-BE" dirty="0"/>
              <a:t>In welke mate wordt coronastress (W2_Corstress1 tot en met W2_Corstress4) voorspeld door </a:t>
            </a:r>
            <a:r>
              <a:rPr lang="nl-BE" u="sng" dirty="0"/>
              <a:t>sociodemografische factoren</a:t>
            </a:r>
            <a:r>
              <a:rPr lang="nl-BE" dirty="0"/>
              <a:t> zoals opleidingsniveau (W2_Diploma), geslacht (W2_Geslacht), en het hebben van een gezondheidsprobleem (W2_Handicap), en door </a:t>
            </a:r>
            <a:r>
              <a:rPr lang="nl-BE" u="sng" dirty="0"/>
              <a:t>relationele factoren</a:t>
            </a:r>
            <a:r>
              <a:rPr lang="nl-BE" dirty="0"/>
              <a:t> zoals relatietevredenheid (W2_QMI1 tot en met W2_QMI5) en steun van de partner (W2_Steun_partner1 tot en met W2_Steun_partner5)? </a:t>
            </a:r>
          </a:p>
          <a:p>
            <a:pPr lvl="0"/>
            <a:r>
              <a:rPr lang="nl-BE" dirty="0"/>
              <a:t>Breng beide groepen predictoren </a:t>
            </a:r>
            <a:r>
              <a:rPr lang="nl-BE" dirty="0" err="1"/>
              <a:t>bloksgewijs</a:t>
            </a:r>
            <a:r>
              <a:rPr lang="nl-BE" dirty="0"/>
              <a:t> in, en noteer de verandering in verklaarde variantie. </a:t>
            </a:r>
            <a:endParaRPr lang="nl-NL" b="1" u="sng" dirty="0">
              <a:solidFill>
                <a:srgbClr val="002060"/>
              </a:solidFill>
            </a:endParaRPr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52650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Invloed versch. predictoren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	</a:t>
            </a:r>
          </a:p>
          <a:p>
            <a:pPr lvl="0"/>
            <a:r>
              <a:rPr lang="nl-BE" dirty="0"/>
              <a:t>In welke mate wordt coronastress (W2_Corstress1 tot en met W2_Corstress4) voorspeld door </a:t>
            </a:r>
            <a:r>
              <a:rPr lang="nl-BE" u="sng" dirty="0"/>
              <a:t>sociodemografische factoren</a:t>
            </a:r>
            <a:r>
              <a:rPr lang="nl-BE" dirty="0"/>
              <a:t> zoals opleidingsniveau (W2_Diploma), geslacht (W2_Geslacht), en het hebben van een gezondheidsprobleem (W2_Handicap), en door </a:t>
            </a:r>
            <a:r>
              <a:rPr lang="nl-BE" u="sng" dirty="0"/>
              <a:t>relationele factoren</a:t>
            </a:r>
            <a:r>
              <a:rPr lang="nl-BE" dirty="0"/>
              <a:t> zoals relatietevredenheid (W2_QMI1 tot en met W2_QMI5) en steun van de partner (W2_Steun_partner1 tot en met W2_Steun_partner5)?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0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3937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D84EA-65E5-4D3B-A97D-D5BFCA71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AD7EB85-A5B1-4478-B2A0-690BBF25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BE7A5A1-E7E7-43C6-9C7C-991AA924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r>
              <a:rPr lang="nl-BE" b="1" dirty="0"/>
              <a:t>Stap 1. 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Zes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‘W2_Diploma’: </a:t>
            </a:r>
            <a:r>
              <a:rPr lang="nl-BE" u="sng" dirty="0"/>
              <a:t>ordinale</a:t>
            </a:r>
            <a:r>
              <a:rPr lang="nl-BE" dirty="0"/>
              <a:t> variabele met </a:t>
            </a:r>
            <a:r>
              <a:rPr lang="nl-BE" u="sng" dirty="0"/>
              <a:t>drie categorieën</a:t>
            </a:r>
            <a:r>
              <a:rPr lang="nl-BE" dirty="0"/>
              <a:t> </a:t>
            </a:r>
          </a:p>
          <a:p>
            <a:pPr lvl="2"/>
            <a:r>
              <a:rPr lang="nl-BE" dirty="0"/>
              <a:t>‘W2_Geslacht’ en ‘W2_Handicap’: twee </a:t>
            </a:r>
            <a:r>
              <a:rPr lang="nl-BE" u="sng" dirty="0"/>
              <a:t>nominale</a:t>
            </a:r>
            <a:r>
              <a:rPr lang="nl-BE" dirty="0"/>
              <a:t> variabelen met </a:t>
            </a:r>
            <a:r>
              <a:rPr lang="nl-BE" u="sng" dirty="0"/>
              <a:t>twee categorieën </a:t>
            </a:r>
          </a:p>
          <a:p>
            <a:pPr lvl="2"/>
            <a:r>
              <a:rPr lang="nl-BE" dirty="0"/>
              <a:t>‘W2_QMI1’ tem ‘W2_QMI5’: </a:t>
            </a:r>
            <a:r>
              <a:rPr lang="nl-BE" u="sng" dirty="0"/>
              <a:t>metrisch</a:t>
            </a:r>
            <a:r>
              <a:rPr lang="nl-BE" dirty="0"/>
              <a:t> (‘W2_QMI_Gem’) </a:t>
            </a:r>
          </a:p>
          <a:p>
            <a:pPr lvl="2"/>
            <a:r>
              <a:rPr lang="nl-BE" dirty="0"/>
              <a:t>‘W2_Steun_partner1’ tem‘ W2_Steun_partner5’: </a:t>
            </a:r>
            <a:r>
              <a:rPr lang="nl-BE" u="sng" dirty="0"/>
              <a:t>metrisch</a:t>
            </a:r>
            <a:r>
              <a:rPr lang="nl-BE" dirty="0"/>
              <a:t> (‘W2_Steun_partner_Gem’)</a:t>
            </a:r>
          </a:p>
          <a:p>
            <a:pPr lvl="2"/>
            <a:r>
              <a:rPr lang="nl-BE" dirty="0"/>
              <a:t>‘W2_Corstress1’ tem ‘W2_Corstress4’: </a:t>
            </a:r>
            <a:r>
              <a:rPr lang="nl-BE" u="sng" dirty="0"/>
              <a:t>metrisch</a:t>
            </a:r>
            <a:r>
              <a:rPr lang="nl-BE" dirty="0"/>
              <a:t> (‘W2_Corstress_Gem’)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i="1" dirty="0"/>
              <a:t>Coronastress</a:t>
            </a:r>
            <a:r>
              <a:rPr lang="nl-BE" dirty="0"/>
              <a:t>: afhankelijke variabele</a:t>
            </a:r>
          </a:p>
          <a:p>
            <a:pPr lvl="2"/>
            <a:r>
              <a:rPr lang="nl-BE" dirty="0"/>
              <a:t>Al de rest: onafhankelijke variabelen (predictoren)</a:t>
            </a:r>
          </a:p>
          <a:p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</p:spTree>
    <p:extLst>
      <p:ext uri="{BB962C8B-B14F-4D97-AF65-F5344CB8AC3E}">
        <p14:creationId xmlns:p14="http://schemas.microsoft.com/office/powerpoint/2010/main" val="2340782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85050" y="4269458"/>
            <a:ext cx="3843634" cy="41579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6411353" y="5143330"/>
            <a:ext cx="9617331" cy="3139899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457200" marR="0" lvl="0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Meervoudige regressie of ANCOVA?</a:t>
            </a:r>
          </a:p>
          <a:p>
            <a:pPr marL="1107384" marR="0" lvl="1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Meervoudige regressie: 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want het gaat om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voorspellen/verklaren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, niet om verschillen tussen groepen</a:t>
            </a:r>
          </a:p>
          <a:p>
            <a:pPr marL="1107384" marR="0" lvl="1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Twee blokken predictoren: </a:t>
            </a: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hiërarchische meervoudige regressie</a:t>
            </a:r>
            <a:endParaRPr kumimoji="0" lang="nl-BE" sz="2800" b="1" i="0" u="sng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817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Voor inconsistentiecheck</a:t>
            </a:r>
            <a:r>
              <a:rPr lang="nl-BE" dirty="0"/>
              <a:t>:</a:t>
            </a:r>
          </a:p>
          <a:p>
            <a:pPr lvl="2"/>
            <a:r>
              <a:rPr lang="nl-BE" dirty="0"/>
              <a:t>Selectie maken van mensen in een relatie</a:t>
            </a:r>
          </a:p>
          <a:p>
            <a:pPr marL="1306800" lvl="2" indent="0">
              <a:buNone/>
            </a:pPr>
            <a:endParaRPr lang="nl-BE" dirty="0"/>
          </a:p>
          <a:p>
            <a:pPr marL="1879200" lvl="3" indent="0">
              <a:buNone/>
            </a:pPr>
            <a:r>
              <a:rPr lang="en-US" dirty="0"/>
              <a:t>USE ALL.</a:t>
            </a:r>
          </a:p>
          <a:p>
            <a:pPr marL="1879200" lvl="3" indent="0">
              <a:buNone/>
            </a:pPr>
            <a:r>
              <a:rPr lang="en-US" dirty="0"/>
              <a:t>COMPUTE filter_$=(W2_Relatiestatus = 1).</a:t>
            </a:r>
          </a:p>
          <a:p>
            <a:pPr marL="1879200" lvl="3" indent="0">
              <a:buNone/>
            </a:pPr>
            <a:r>
              <a:rPr lang="en-US" dirty="0"/>
              <a:t>VARIABLE LABELS filter_$ ‘W2_Relatiestatus = 1 (FILTER)'.</a:t>
            </a:r>
          </a:p>
          <a:p>
            <a:pPr marL="1879200" lvl="3" indent="0">
              <a:buNone/>
            </a:pPr>
            <a:r>
              <a:rPr lang="en-US" dirty="0"/>
              <a:t>VALUE LABELS filter_$ 0 'Not Selected' 1 'Selected’.</a:t>
            </a:r>
          </a:p>
          <a:p>
            <a:pPr marL="1879200" lvl="3" indent="0">
              <a:buNone/>
            </a:pPr>
            <a:r>
              <a:rPr lang="en-US" dirty="0"/>
              <a:t>FORMATS filter_$ (f1.0).</a:t>
            </a:r>
          </a:p>
          <a:p>
            <a:pPr marL="1879200" lvl="3" indent="0">
              <a:buNone/>
            </a:pPr>
            <a:r>
              <a:rPr lang="en-US" dirty="0"/>
              <a:t>FILTER BY filter_$.</a:t>
            </a:r>
          </a:p>
          <a:p>
            <a:pPr marL="1879200" lvl="3" indent="0">
              <a:buNone/>
            </a:pPr>
            <a:r>
              <a:rPr lang="en-US" dirty="0"/>
              <a:t>EXECUTE.</a:t>
            </a:r>
            <a:endParaRPr lang="nl-BE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135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Inconsistentiecheck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Geen enkele van de items</a:t>
            </a:r>
            <a:br>
              <a:rPr lang="nl-BE" dirty="0"/>
            </a:br>
            <a:r>
              <a:rPr lang="nl-BE" dirty="0"/>
              <a:t>moet omgekeerd worden</a:t>
            </a:r>
            <a:br>
              <a:rPr lang="nl-BE" dirty="0"/>
            </a:br>
            <a:r>
              <a:rPr lang="nl-BE" dirty="0"/>
              <a:t>voor we de schalen</a:t>
            </a:r>
            <a:br>
              <a:rPr lang="nl-BE" dirty="0"/>
            </a:br>
            <a:r>
              <a:rPr lang="nl-BE" dirty="0"/>
              <a:t>berekenen</a:t>
            </a:r>
          </a:p>
          <a:p>
            <a:pPr lvl="1"/>
            <a:r>
              <a:rPr lang="nl-BE" dirty="0"/>
              <a:t>Geen </a:t>
            </a:r>
            <a:r>
              <a:rPr lang="nl-BE" dirty="0" err="1"/>
              <a:t>missings</a:t>
            </a: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30" name="Afbeelding 92">
            <a:extLst>
              <a:ext uri="{FF2B5EF4-FFF2-40B4-BE49-F238E27FC236}">
                <a16:creationId xmlns:a16="http://schemas.microsoft.com/office/drawing/2014/main" id="{B65444D0-BF55-44A7-BDD9-EBAFF5464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449" y="1577422"/>
            <a:ext cx="5432651" cy="169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Afbeelding 93">
            <a:extLst>
              <a:ext uri="{FF2B5EF4-FFF2-40B4-BE49-F238E27FC236}">
                <a16:creationId xmlns:a16="http://schemas.microsoft.com/office/drawing/2014/main" id="{B16AD4FC-3A66-4F96-9451-A87506C50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119" y="1577422"/>
            <a:ext cx="5432651" cy="174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Afbeelding 102">
            <a:extLst>
              <a:ext uri="{FF2B5EF4-FFF2-40B4-BE49-F238E27FC236}">
                <a16:creationId xmlns:a16="http://schemas.microsoft.com/office/drawing/2014/main" id="{61479602-61F2-451C-852F-2D6E6009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449" y="3297857"/>
            <a:ext cx="5486490" cy="234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Afbeelding 103">
            <a:extLst>
              <a:ext uri="{FF2B5EF4-FFF2-40B4-BE49-F238E27FC236}">
                <a16:creationId xmlns:a16="http://schemas.microsoft.com/office/drawing/2014/main" id="{1A27FC47-19CD-451A-BA8F-54F0E69B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820" y="6020134"/>
            <a:ext cx="6277032" cy="253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55301366-F556-4CC2-8F2A-3F42BD7E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9B59A91-462B-43E6-8552-8A8F68BA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8850"/>
            <a:ext cx="1733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FA7FE8B-A950-4E2A-9672-295B2DED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81600"/>
            <a:ext cx="17338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7" name="Afbeelding 101">
            <a:extLst>
              <a:ext uri="{FF2B5EF4-FFF2-40B4-BE49-F238E27FC236}">
                <a16:creationId xmlns:a16="http://schemas.microsoft.com/office/drawing/2014/main" id="{72B817DC-F3FD-4D86-802A-0BABACB74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0823" y="3272419"/>
            <a:ext cx="5854845" cy="23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Afbeelding 91">
            <a:extLst>
              <a:ext uri="{FF2B5EF4-FFF2-40B4-BE49-F238E27FC236}">
                <a16:creationId xmlns:a16="http://schemas.microsoft.com/office/drawing/2014/main" id="{B9AB3153-D7EC-4401-A564-D7A3764D1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597" y="5792216"/>
            <a:ext cx="6388173" cy="293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587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 lnSpcReduction="10000"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Na inconsistentiecheck</a:t>
            </a:r>
            <a:r>
              <a:rPr lang="nl-BE" dirty="0"/>
              <a:t>: Schalen aanmaken</a:t>
            </a:r>
          </a:p>
          <a:p>
            <a:pPr marL="1879200" lvl="3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W2_QMI_Gem=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(W2_QMI1,W2_QMI2,W2_QMI3,W2_QMI4,W2_QMI5).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LABELS 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W2_QMI_Gem 'Gemiddelde score op vijf items over relatietevredenheid’.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879200" lvl="3" indent="0">
              <a:lnSpc>
                <a:spcPct val="115000"/>
              </a:lnSpc>
              <a:buNone/>
            </a:pP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W2_Steun_partner_Gem=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(W2_Steun_partner1, W2_Steun_partner2, W2_Steun_partner3, W2_Steun_partner4, W2_Steun_partner5).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LABELS 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W2_Steun_partner_Gem 'Gemiddelde score op vijf items over steun van de partner’.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879200" lvl="3" indent="0">
              <a:lnSpc>
                <a:spcPct val="115000"/>
              </a:lnSpc>
              <a:buNone/>
            </a:pP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W2_Corstress_Gem=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(W2_Corstress1,W2_Corstress2,W2_Corstress3,W2_Corstress4).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LABELS 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W2_Corstress_Gem 'Gemiddelde score op vier items over coronastress’.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79200" lvl="3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l-BE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965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BB1909D-AB29-A8BD-89AC-F44E8A27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342" y="3125888"/>
            <a:ext cx="11461989" cy="35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69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De afhankelijke variabele = metrisch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Er zijn twee of meer binaire of metrische predictoren</a:t>
            </a:r>
            <a:endParaRPr lang="nl-BE" b="1" dirty="0">
              <a:solidFill>
                <a:srgbClr val="FF0000"/>
              </a:solidFill>
            </a:endParaRP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Onafhankelijkheid: de </a:t>
            </a:r>
            <a:r>
              <a:rPr lang="nl-BE" u="sng" dirty="0"/>
              <a:t>residuen</a:t>
            </a:r>
            <a:r>
              <a:rPr lang="nl-BE" dirty="0"/>
              <a:t> zijn niet gecorreleerd</a:t>
            </a:r>
          </a:p>
          <a:p>
            <a:pPr marL="2393550" lvl="3" indent="-514350"/>
            <a:r>
              <a:rPr lang="nl-BE" dirty="0"/>
              <a:t>Autocorrelatie mag niet voorkomen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Lineariteit: de </a:t>
            </a:r>
            <a:r>
              <a:rPr lang="nl-BE" dirty="0" err="1"/>
              <a:t>afh</a:t>
            </a:r>
            <a:r>
              <a:rPr lang="nl-BE" dirty="0"/>
              <a:t>. variabele heeft collectief lineair verband met predictoren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de </a:t>
            </a:r>
            <a:r>
              <a:rPr lang="nl-BE" u="sng" dirty="0"/>
              <a:t>residuen</a:t>
            </a:r>
            <a:r>
              <a:rPr lang="nl-BE" dirty="0"/>
              <a:t> zijn normaal verdeeld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Homoscedasticiteit: de </a:t>
            </a:r>
            <a:r>
              <a:rPr lang="nl-BE" u="sng" dirty="0"/>
              <a:t>residuen</a:t>
            </a:r>
            <a:r>
              <a:rPr lang="nl-BE" dirty="0"/>
              <a:t> hebben gelijke varianties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Geen extreme uitschieters onder de </a:t>
            </a:r>
            <a:r>
              <a:rPr lang="nl-BE" u="sng" dirty="0"/>
              <a:t>residuen</a:t>
            </a:r>
          </a:p>
          <a:p>
            <a:pPr marL="2393550" lvl="3" indent="-514350"/>
            <a:r>
              <a:rPr lang="nl-BE" dirty="0"/>
              <a:t>&lt; 3 standaardafwijkingen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Geen multicollineariteit</a:t>
            </a:r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228CC360-1270-4B62-A413-C45E3666CCDB}"/>
              </a:ext>
            </a:extLst>
          </p:cNvPr>
          <p:cNvSpPr txBox="1">
            <a:spLocks/>
          </p:cNvSpPr>
          <p:nvPr/>
        </p:nvSpPr>
        <p:spPr>
          <a:xfrm>
            <a:off x="9817441" y="8457233"/>
            <a:ext cx="6446389" cy="5192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nl-BE" sz="2800" b="1" i="0" u="none" strike="noStrike" kern="1200" cap="none" spc="0" normalizeH="0" baseline="0" noProof="0" dirty="0">
              <a:ln>
                <a:noFill/>
              </a:ln>
              <a:solidFill>
                <a:srgbClr val="F0834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432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De afhankelijke variabele = metrisch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Er zijn twee of meer binaire of metrische predictoren: </a:t>
            </a:r>
            <a:r>
              <a:rPr lang="nl-BE" b="1" dirty="0">
                <a:solidFill>
                  <a:srgbClr val="FF0000"/>
                </a:solidFill>
              </a:rPr>
              <a:t>niet in orde!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Onafhankelijkheid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zijn niet gecorreleerd</a:t>
            </a:r>
          </a:p>
          <a:p>
            <a:pPr marL="2393550" lvl="3" indent="-514350"/>
            <a:r>
              <a:rPr lang="nl-BE" dirty="0"/>
              <a:t>Autocorrelatie mag niet voorkomen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</a:t>
            </a:r>
            <a:r>
              <a:rPr lang="nl-BE" dirty="0"/>
              <a:t>: de </a:t>
            </a:r>
            <a:r>
              <a:rPr lang="nl-BE" dirty="0" err="1"/>
              <a:t>afh</a:t>
            </a:r>
            <a:r>
              <a:rPr lang="nl-BE" dirty="0"/>
              <a:t>. variabele heeft collectief lineair verband met predictoren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zijn normaal verdeeld</a:t>
            </a:r>
          </a:p>
          <a:p>
            <a:pPr lvl="3"/>
            <a:r>
              <a:rPr lang="nl-BE" b="1" dirty="0"/>
              <a:t>CLS niet van toepassing!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  <a:r>
              <a:rPr lang="nl-BE" dirty="0"/>
              <a:t>: de </a:t>
            </a:r>
            <a:r>
              <a:rPr lang="nl-BE" u="sng" dirty="0"/>
              <a:t>residuen</a:t>
            </a:r>
            <a:r>
              <a:rPr lang="nl-BE" dirty="0"/>
              <a:t> hebben gelijke varianties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Geen extreme uitschieters </a:t>
            </a:r>
            <a:r>
              <a:rPr lang="nl-BE" dirty="0"/>
              <a:t>onder de </a:t>
            </a:r>
            <a:r>
              <a:rPr lang="nl-BE" u="sng" dirty="0"/>
              <a:t>residuen</a:t>
            </a:r>
          </a:p>
          <a:p>
            <a:pPr marL="2393550" lvl="3" indent="-514350"/>
            <a:r>
              <a:rPr lang="nl-BE" dirty="0"/>
              <a:t>&lt; 3 standaardafwijkingen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Geen multicollineariteit</a:t>
            </a:r>
          </a:p>
          <a:p>
            <a:pPr marL="2393550" lvl="3" indent="-514350"/>
            <a:r>
              <a:rPr lang="nl-BE" b="1" dirty="0"/>
              <a:t>Nagaan in output regressie</a:t>
            </a:r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58FA9A8-6F63-45DC-8A27-39318B3C96D8}"/>
              </a:ext>
            </a:extLst>
          </p:cNvPr>
          <p:cNvSpPr/>
          <p:nvPr/>
        </p:nvSpPr>
        <p:spPr>
          <a:xfrm>
            <a:off x="1442621" y="4045025"/>
            <a:ext cx="14821209" cy="4362376"/>
          </a:xfrm>
          <a:prstGeom prst="rect">
            <a:avLst/>
          </a:prstGeom>
          <a:noFill/>
          <a:ln w="31750">
            <a:solidFill>
              <a:srgbClr val="F08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228CC360-1270-4B62-A413-C45E3666CCDB}"/>
              </a:ext>
            </a:extLst>
          </p:cNvPr>
          <p:cNvSpPr txBox="1">
            <a:spLocks/>
          </p:cNvSpPr>
          <p:nvPr/>
        </p:nvSpPr>
        <p:spPr>
          <a:xfrm>
            <a:off x="9817441" y="8457233"/>
            <a:ext cx="6446389" cy="5192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nl-B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083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Adhv</a:t>
            </a: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F083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residuenanalyse in SPSS</a:t>
            </a:r>
          </a:p>
        </p:txBody>
      </p:sp>
    </p:spTree>
    <p:extLst>
      <p:ext uri="{BB962C8B-B14F-4D97-AF65-F5344CB8AC3E}">
        <p14:creationId xmlns:p14="http://schemas.microsoft.com/office/powerpoint/2010/main" val="2215290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Assumptie 2 niet oké: ‘W2_Diploma’ niet binair of metrisch!</a:t>
            </a:r>
          </a:p>
          <a:p>
            <a:pPr lvl="2"/>
            <a:r>
              <a:rPr lang="nl-BE" dirty="0"/>
              <a:t>Deze variabele met 3 categorieën moeten we </a:t>
            </a:r>
            <a:r>
              <a:rPr lang="nl-BE" b="1" dirty="0"/>
              <a:t>dummificeren</a:t>
            </a:r>
            <a:br>
              <a:rPr lang="nl-BE" b="1" dirty="0"/>
            </a:br>
            <a:r>
              <a:rPr lang="nl-BE" dirty="0"/>
              <a:t>= binair maken</a:t>
            </a:r>
          </a:p>
          <a:p>
            <a:pPr lvl="2"/>
            <a:r>
              <a:rPr lang="nl-BE" b="1" dirty="0"/>
              <a:t>Hoeveel dummyvariabelen? </a:t>
            </a:r>
          </a:p>
          <a:p>
            <a:pPr lvl="3"/>
            <a:endParaRPr lang="nl-BE" dirty="0"/>
          </a:p>
          <a:p>
            <a:pPr lvl="2"/>
            <a:r>
              <a:rPr lang="nl-BE" b="1" dirty="0"/>
              <a:t>Welke categorie als referentiecategorie? </a:t>
            </a:r>
          </a:p>
          <a:p>
            <a:pPr marL="1778400" lvl="3" indent="0">
              <a:buNone/>
            </a:pP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6665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 fontScale="92500" lnSpcReduction="10000"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Assumptie 2 niet oké: ‘W2_Diploma’ niet binair of metrisch!</a:t>
            </a:r>
          </a:p>
          <a:p>
            <a:pPr lvl="2"/>
            <a:r>
              <a:rPr lang="nl-BE" dirty="0"/>
              <a:t>Deze variabele met 3 categorieën moeten we </a:t>
            </a:r>
            <a:r>
              <a:rPr lang="nl-BE" b="1" dirty="0"/>
              <a:t>dummificeren</a:t>
            </a:r>
            <a:br>
              <a:rPr lang="nl-BE" b="1" dirty="0"/>
            </a:br>
            <a:r>
              <a:rPr lang="nl-BE" dirty="0"/>
              <a:t>= binair maken</a:t>
            </a:r>
          </a:p>
          <a:p>
            <a:pPr lvl="2"/>
            <a:r>
              <a:rPr lang="nl-BE" b="1" dirty="0"/>
              <a:t>Hoeveel dummyvariabelen? </a:t>
            </a:r>
          </a:p>
          <a:p>
            <a:pPr lvl="3"/>
            <a:r>
              <a:rPr lang="nl-BE" dirty="0"/>
              <a:t>2 (k-1, met k = aantal categorieën)</a:t>
            </a:r>
          </a:p>
          <a:p>
            <a:pPr lvl="2"/>
            <a:r>
              <a:rPr lang="nl-BE" b="1" dirty="0"/>
              <a:t>Welke categorie als referentiecategorie? </a:t>
            </a:r>
          </a:p>
          <a:p>
            <a:pPr lvl="3"/>
            <a:r>
              <a:rPr lang="nl-BE" dirty="0"/>
              <a:t>3 = Hoger onderwijs (komt meest voor)</a:t>
            </a:r>
            <a:endParaRPr lang="nl-BE" b="1" dirty="0"/>
          </a:p>
          <a:p>
            <a:pPr marL="1306800" lvl="2" indent="0" algn="just">
              <a:lnSpc>
                <a:spcPct val="115000"/>
              </a:lnSpc>
              <a:buNone/>
            </a:pPr>
            <a:endParaRPr lang="nl-B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RECODE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W2_DIPLOMA (1=1) (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SYSMIS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(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=0) 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INTO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Diploma_Dummy_1.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LABELS 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Diploma_Dummy_1 'Geen of laag diploma </a:t>
            </a:r>
            <a:r>
              <a:rPr lang="nl-BE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hoger onderwijs'.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RECODE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W2_DIPLOMA (2=1) (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SYSMIS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(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=0)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INTO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Diploma_Dummy_2.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LABELS  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Diploma_Dummy_2 ‘Middelbaar onderwijs </a:t>
            </a:r>
            <a:r>
              <a:rPr lang="nl-BE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hoger onderwijs'.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nl-B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78400" lvl="3" indent="0">
              <a:buNone/>
            </a:pP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853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2.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Controleer of dummificeren goed ging!</a:t>
            </a:r>
          </a:p>
          <a:p>
            <a:pPr marL="1306800" lvl="2" indent="0" algn="just">
              <a:lnSpc>
                <a:spcPct val="115000"/>
              </a:lnSpc>
              <a:buNone/>
            </a:pP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FREQUENCIES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W2_DIPLOMA Diploma_Dummy_1 Diploma_Dummy_2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06800" lvl="2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nl-BE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/ORDER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nl-B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nl-BE" sz="36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>
              <a:buNone/>
            </a:pPr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11ABE5B-3238-A48E-0895-6828A0F74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63" y="5360152"/>
            <a:ext cx="6260485" cy="257717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8593688-584C-6187-2B20-9E54B33FE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3128" y="4979392"/>
            <a:ext cx="6136816" cy="2092739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8ACCCB4-C3B6-E655-AE89-4ECE17CD1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3124" y="7272018"/>
            <a:ext cx="6136813" cy="20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0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3. Hypothesen</a:t>
            </a:r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454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3. Hypothesen</a:t>
            </a:r>
          </a:p>
          <a:p>
            <a:pPr lvl="1"/>
            <a:r>
              <a:rPr lang="nl-BE" dirty="0"/>
              <a:t>Bij meervoudige regressie heel wat hypothesetoetsen:</a:t>
            </a:r>
          </a:p>
          <a:p>
            <a:pPr lvl="2"/>
            <a:r>
              <a:rPr lang="nl-BE" dirty="0"/>
              <a:t>F-toets voor het ganse model 1 + F-toets voor ganse model 2</a:t>
            </a:r>
          </a:p>
          <a:p>
            <a:pPr lvl="2"/>
            <a:r>
              <a:rPr lang="nl-BE" dirty="0"/>
              <a:t>F-toets voor verschil in verklaringskracht tussen model 1 en 2</a:t>
            </a:r>
          </a:p>
          <a:p>
            <a:pPr lvl="2"/>
            <a:r>
              <a:rPr lang="nl-BE" dirty="0"/>
              <a:t>t-toets voor effect van elke predictor apart, voor elk model</a:t>
            </a:r>
          </a:p>
          <a:p>
            <a:pPr marL="86400" indent="0">
              <a:buNone/>
            </a:pPr>
            <a:br>
              <a:rPr lang="nl-BE" b="1" dirty="0"/>
            </a:br>
            <a:r>
              <a:rPr lang="nl-BE" b="1" dirty="0"/>
              <a:t>Verklaringskracht model 1</a:t>
            </a:r>
            <a:endParaRPr lang="nl-BE" sz="3600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0</a:t>
            </a:r>
            <a:r>
              <a:rPr lang="nl-BE" dirty="0"/>
              <a:t>: </a:t>
            </a:r>
            <a:r>
              <a:rPr lang="nl-BE" i="1" dirty="0"/>
              <a:t>Opleidingsniveau, geslacht en het hebben van een gezondheidsprobleem hebben geen effect op coronastress: de verklaringskracht van dit lineair model is gelijk aan nul.</a:t>
            </a:r>
            <a:endParaRPr lang="nl-BE" sz="3600" dirty="0"/>
          </a:p>
          <a:p>
            <a:pPr marL="720000" lvl="1" indent="0">
              <a:buNone/>
            </a:pPr>
            <a:endParaRPr lang="nl-BE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a</a:t>
            </a:r>
            <a:r>
              <a:rPr lang="nl-BE" dirty="0"/>
              <a:t>:</a:t>
            </a:r>
            <a:r>
              <a:rPr lang="nl-BE" i="1" dirty="0"/>
              <a:t> Opleidingsniveau, geslacht en het hebben van een gezondheidsprobleem hebben wel een effect op coronastress: de verklaringskracht van dit lineair model is groter dan nul.</a:t>
            </a:r>
            <a:endParaRPr lang="nl-BE" sz="3600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346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 fontScale="92500" lnSpcReduction="10000"/>
          </a:bodyPr>
          <a:lstStyle/>
          <a:p>
            <a:pPr marL="86400" indent="0">
              <a:buNone/>
            </a:pPr>
            <a:r>
              <a:rPr lang="nl-BE" b="1" dirty="0"/>
              <a:t>Verklaringskracht model 2</a:t>
            </a:r>
            <a:endParaRPr lang="nl-BE" sz="3600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0</a:t>
            </a:r>
            <a:r>
              <a:rPr lang="nl-BE" dirty="0"/>
              <a:t>: </a:t>
            </a:r>
            <a:r>
              <a:rPr lang="nl-BE" i="1" dirty="0"/>
              <a:t>Opleidingsniveau, geslacht, het hebben van een gezondheidsprobleem, relatietevredenheid en steun van de partner hebben geen effect op coronastress: de verklaringskracht van dit lineair model is gelijk aan nul.</a:t>
            </a:r>
            <a:endParaRPr lang="nl-BE" sz="3600" dirty="0"/>
          </a:p>
          <a:p>
            <a:pPr marL="720000" lvl="1" indent="0">
              <a:buNone/>
            </a:pPr>
            <a:endParaRPr lang="nl-BE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a</a:t>
            </a:r>
            <a:r>
              <a:rPr lang="nl-BE" dirty="0"/>
              <a:t>:</a:t>
            </a:r>
            <a:r>
              <a:rPr lang="nl-BE" i="1" dirty="0"/>
              <a:t> Opleidingsniveau, geslacht, het hebben van een gezondheidsprobleem, relatietevredenheid en steun van de partner hebben wel een effect op coronastress: de verklaringskracht van dit lineair model is groter dan nul.</a:t>
            </a:r>
            <a:endParaRPr lang="nl-BE" sz="3600" dirty="0"/>
          </a:p>
          <a:p>
            <a:pPr marL="86400" indent="0">
              <a:buNone/>
            </a:pPr>
            <a:r>
              <a:rPr lang="nl-BE" b="1" dirty="0"/>
              <a:t>Verschil in verklaringskracht tussen model 1 en 2</a:t>
            </a:r>
            <a:endParaRPr lang="nl-BE" sz="3600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0</a:t>
            </a:r>
            <a:r>
              <a:rPr lang="nl-BE" dirty="0"/>
              <a:t>: </a:t>
            </a:r>
            <a:r>
              <a:rPr lang="nl-BE" i="1" dirty="0"/>
              <a:t>Opleidingsniveau, geslacht en het hebben van een gezondheidsprobleem (model 1) hebben evenveel effect op coronastress als opleidingsniveau, geslacht, het hebben van een gezondheidsprobleem, relatietevredenheid en steun van de partner (model 2): de verklaringskracht van beide modellen is gelijk aan elkaar.</a:t>
            </a:r>
            <a:endParaRPr lang="nl-BE" sz="3600" dirty="0"/>
          </a:p>
          <a:p>
            <a:pPr marL="720000" lvl="1" indent="0">
              <a:buNone/>
            </a:pPr>
            <a:endParaRPr lang="nl-BE" dirty="0"/>
          </a:p>
          <a:p>
            <a:pPr marL="720000" lvl="1" indent="0">
              <a:buNone/>
            </a:pPr>
            <a:r>
              <a:rPr lang="nl-BE" dirty="0"/>
              <a:t>H</a:t>
            </a:r>
            <a:r>
              <a:rPr lang="nl-BE" baseline="-25000" dirty="0"/>
              <a:t>a</a:t>
            </a:r>
            <a:r>
              <a:rPr lang="nl-BE" dirty="0"/>
              <a:t>:</a:t>
            </a:r>
            <a:r>
              <a:rPr lang="nl-BE" i="1" dirty="0"/>
              <a:t> De predictoren uit model 1 hebben niet evenveel effect op coronastress als de predictoren uit model 2: de verklaringskracht van model 2 is groter dan die van model 1.</a:t>
            </a:r>
            <a:endParaRPr lang="nl-BE" sz="3600" dirty="0"/>
          </a:p>
          <a:p>
            <a:endParaRPr lang="nl-BE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297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>
                <a:solidFill>
                  <a:srgbClr val="003366"/>
                </a:solidFill>
              </a:rPr>
              <a:t>Stap 4. Significantieniveau bepalen</a:t>
            </a:r>
          </a:p>
          <a:p>
            <a:pPr lvl="2"/>
            <a:endParaRPr lang="nl-BE" dirty="0">
              <a:solidFill>
                <a:srgbClr val="003366"/>
              </a:solidFill>
            </a:endParaRPr>
          </a:p>
          <a:p>
            <a:pPr lvl="2"/>
            <a:endParaRPr lang="nl-BE" dirty="0"/>
          </a:p>
          <a:p>
            <a:pPr lvl="2"/>
            <a:endParaRPr lang="nl-BE" dirty="0">
              <a:solidFill>
                <a:srgbClr val="003366"/>
              </a:solidFill>
            </a:endParaRPr>
          </a:p>
          <a:p>
            <a:r>
              <a:rPr lang="nl-BE" b="1" dirty="0">
                <a:solidFill>
                  <a:srgbClr val="003366"/>
                </a:solidFill>
              </a:rPr>
              <a:t>Stap 5. Toetsingsgrootheid en p-waarde berekenen</a:t>
            </a:r>
          </a:p>
          <a:p>
            <a:pPr marL="1306800" lvl="2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012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2"/>
                <a:ext cx="16858641" cy="7937327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>
                    <a:solidFill>
                      <a:srgbClr val="003366"/>
                    </a:solidFill>
                  </a:rPr>
                  <a:t>Stap 4. Significantieniveau bepalen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Minimaal </a:t>
                </a:r>
                <a14:m>
                  <m:oMath xmlns:m="http://schemas.openxmlformats.org/officeDocument/2006/math">
                    <m:r>
                      <a:rPr lang="nl-BE" i="1" smtClean="0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>
                    <a:solidFill>
                      <a:srgbClr val="003366"/>
                    </a:solidFill>
                  </a:rPr>
                  <a:t> = .05</a:t>
                </a:r>
                <a:endParaRPr lang="nl-BE" b="1" dirty="0">
                  <a:solidFill>
                    <a:srgbClr val="003366"/>
                  </a:solidFill>
                </a:endParaRPr>
              </a:p>
              <a:p>
                <a:pPr lvl="2"/>
                <a:r>
                  <a:rPr lang="nl-BE" dirty="0">
                    <a:solidFill>
                      <a:srgbClr val="003366"/>
                    </a:solidFill>
                  </a:rPr>
                  <a:t>Want n = 347 (&lt; 400)</a:t>
                </a:r>
              </a:p>
              <a:p>
                <a:pPr lvl="2"/>
                <a:endParaRPr lang="nl-BE" dirty="0">
                  <a:solidFill>
                    <a:srgbClr val="003366"/>
                  </a:solidFill>
                </a:endParaRPr>
              </a:p>
              <a:p>
                <a:r>
                  <a:rPr lang="nl-BE" b="1" dirty="0">
                    <a:solidFill>
                      <a:srgbClr val="003366"/>
                    </a:solidFill>
                  </a:rPr>
                  <a:t>Stap 5. Toetsingsgrootheid en p-waarde berekenen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F-waarde en t-waarde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Maat van effectgrootte:</a:t>
                </a:r>
              </a:p>
              <a:p>
                <a:pPr lvl="2"/>
                <a:r>
                  <a:rPr lang="nl-BE" b="1" dirty="0">
                    <a:solidFill>
                      <a:srgbClr val="003366"/>
                    </a:solidFill>
                  </a:rPr>
                  <a:t>R</a:t>
                </a:r>
                <a:r>
                  <a:rPr lang="nl-BE" b="1" baseline="30000" dirty="0">
                    <a:solidFill>
                      <a:srgbClr val="003366"/>
                    </a:solidFill>
                  </a:rPr>
                  <a:t>2 </a:t>
                </a:r>
                <a:r>
                  <a:rPr lang="nl-BE" b="1" dirty="0">
                    <a:solidFill>
                      <a:srgbClr val="003366"/>
                    </a:solidFill>
                  </a:rPr>
                  <a:t>en b</a:t>
                </a:r>
                <a:r>
                  <a:rPr lang="nl-BE" b="1" baseline="-25000" dirty="0">
                    <a:solidFill>
                      <a:srgbClr val="003366"/>
                    </a:solidFill>
                  </a:rPr>
                  <a:t>i</a:t>
                </a:r>
                <a:r>
                  <a:rPr lang="nl-BE" b="1" dirty="0">
                    <a:solidFill>
                      <a:srgbClr val="003366"/>
                    </a:solidFill>
                  </a:rPr>
                  <a:t> </a:t>
                </a:r>
                <a:endParaRPr lang="nl-BE" b="1" baseline="30000" dirty="0">
                  <a:solidFill>
                    <a:srgbClr val="003366"/>
                  </a:solidFill>
                </a:endParaRPr>
              </a:p>
              <a:p>
                <a:pPr lvl="2"/>
                <a:r>
                  <a:rPr lang="nl-BE" dirty="0"/>
                  <a:t>Maar beter kijken naar gestandaardiseerde b</a:t>
                </a:r>
                <a:r>
                  <a:rPr lang="nl-BE" baseline="-25000" dirty="0"/>
                  <a:t>i</a:t>
                </a:r>
                <a:r>
                  <a:rPr lang="nl-BE" dirty="0"/>
                  <a:t>’s (</a:t>
                </a:r>
                <a:r>
                  <a:rPr lang="el-GR" dirty="0"/>
                  <a:t>β</a:t>
                </a:r>
                <a:r>
                  <a:rPr lang="nl-BE" dirty="0"/>
                  <a:t>) om te vergelijken</a:t>
                </a:r>
              </a:p>
              <a:p>
                <a:pPr marL="1306800" lvl="2" indent="0">
                  <a:buNone/>
                </a:pPr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2"/>
                <a:ext cx="16858641" cy="7937327"/>
              </a:xfrm>
              <a:blipFill>
                <a:blip r:embed="rId2"/>
                <a:stretch>
                  <a:fillRect l="-145" t="-4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791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767BAC-C18B-4A8E-ABA6-91C1CA36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16" y="1809666"/>
            <a:ext cx="16858641" cy="6864264"/>
          </a:xfrm>
        </p:spPr>
        <p:txBody>
          <a:bodyPr>
            <a:normAutofit/>
          </a:bodyPr>
          <a:lstStyle/>
          <a:p>
            <a:r>
              <a:rPr lang="nl-BE" b="1" dirty="0"/>
              <a:t>Hiërarchische meervoudige lineaire regressie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Regression</a:t>
            </a:r>
            <a:r>
              <a:rPr lang="nl-BE" i="1" dirty="0"/>
              <a:t> ›› </a:t>
            </a:r>
            <a:r>
              <a:rPr lang="nl-BE" i="1" dirty="0" err="1"/>
              <a:t>Linear</a:t>
            </a:r>
            <a:endParaRPr lang="nl-BE" i="1" dirty="0"/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/DESCRIPTIVES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 STDDEV CORR SIG N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/MISSING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LISTWISE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/STATISTICS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COEFF OUTS CI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(95)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 ANOVA COLLIN TOL CHANGE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nl-BE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/CRITERIA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nl-BE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PIN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(.05) </a:t>
            </a:r>
            <a:r>
              <a:rPr lang="nl-BE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POUT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(.10)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nl-BE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/NOORIGIN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nl-BE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/DEPENDENT 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W2_Corstress_Gem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nl-BE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/METHOD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nl-BE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 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Diploma_Dummy_1 Diploma_Dummy_2 W2_Geslacht W2_Handicap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nl-BE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/METHOD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nl-BE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 </a:t>
            </a: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W2_QMI_Gem W2_Steun_partner_Gem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nl-B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/SCATTERPLOT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=(*ZRESID ,*ZPRED)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/RESIDUALS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DURBIN HISTOGRAM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ZRESID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20000" lvl="1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/CASEWISE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ZRESID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OUTLIERS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(3).</a:t>
            </a:r>
            <a:endParaRPr lang="nl-BE" sz="3200" dirty="0">
              <a:latin typeface="UGent Panno Text" panose="0200050604000004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2C3185-A641-4E6B-8E4B-98EBB88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E87B96AF-57DF-4EE3-B4EE-758FF1EAC8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BE" b="1" dirty="0"/>
              <a:t>2 blokken apart invoeren!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48A9A61-D513-40F1-9CFF-B7A61764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2061CAB-3200-4B6D-895C-0141780AB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55145" y="5387678"/>
            <a:ext cx="5283530" cy="413382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D1DE97-A37D-4BAB-8893-B5676D62C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5690" y="1578803"/>
            <a:ext cx="4088140" cy="3700603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75C07E96-B24A-4C2B-BBF1-29066679009D}"/>
              </a:ext>
            </a:extLst>
          </p:cNvPr>
          <p:cNvSpPr/>
          <p:nvPr/>
        </p:nvSpPr>
        <p:spPr>
          <a:xfrm>
            <a:off x="1074322" y="6115125"/>
            <a:ext cx="10980823" cy="895275"/>
          </a:xfrm>
          <a:prstGeom prst="rect">
            <a:avLst/>
          </a:prstGeom>
          <a:noFill/>
          <a:ln w="31750">
            <a:solidFill>
              <a:srgbClr val="F08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Ovaal 1">
            <a:extLst>
              <a:ext uri="{FF2B5EF4-FFF2-40B4-BE49-F238E27FC236}">
                <a16:creationId xmlns:a16="http://schemas.microsoft.com/office/drawing/2014/main" id="{806487EB-52F8-7F78-521A-CEF95F33E86B}"/>
              </a:ext>
            </a:extLst>
          </p:cNvPr>
          <p:cNvSpPr/>
          <p:nvPr/>
        </p:nvSpPr>
        <p:spPr>
          <a:xfrm>
            <a:off x="13653032" y="1809666"/>
            <a:ext cx="2610798" cy="174376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890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27470BDB-8EE9-4BFF-802B-50B52424A05C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89"/>
          <a:stretch/>
        </p:blipFill>
        <p:spPr bwMode="auto">
          <a:xfrm>
            <a:off x="2060295" y="3340294"/>
            <a:ext cx="14393489" cy="56632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Multicollineariteit</a:t>
            </a:r>
          </a:p>
          <a:p>
            <a:pPr lvl="1"/>
            <a:r>
              <a:rPr lang="nl-BE" dirty="0"/>
              <a:t>Eén probleem: geen enkele r tussen de predictoren &gt; .60, </a:t>
            </a:r>
            <a:r>
              <a:rPr lang="nl-BE" b="1" dirty="0"/>
              <a:t>maar tussen QMI en Steun partner wel! (.72)</a:t>
            </a:r>
          </a:p>
          <a:p>
            <a:pPr lvl="2"/>
            <a:r>
              <a:rPr lang="nl-BE" dirty="0"/>
              <a:t>VIF checken!</a:t>
            </a:r>
          </a:p>
          <a:p>
            <a:pPr marL="720000" lvl="1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23E4EA0-3ABD-483A-84F7-E2349A95EDC6}"/>
              </a:ext>
            </a:extLst>
          </p:cNvPr>
          <p:cNvSpPr/>
          <p:nvPr/>
        </p:nvSpPr>
        <p:spPr>
          <a:xfrm>
            <a:off x="7817662" y="4684941"/>
            <a:ext cx="8446168" cy="2007338"/>
          </a:xfrm>
          <a:prstGeom prst="rect">
            <a:avLst/>
          </a:prstGeom>
          <a:noFill/>
          <a:ln w="31750">
            <a:solidFill>
              <a:srgbClr val="F08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34D89C0-532B-4243-B685-788583CA7C1E}"/>
              </a:ext>
            </a:extLst>
          </p:cNvPr>
          <p:cNvSpPr/>
          <p:nvPr/>
        </p:nvSpPr>
        <p:spPr>
          <a:xfrm>
            <a:off x="7712242" y="3759200"/>
            <a:ext cx="8741541" cy="653420"/>
          </a:xfrm>
          <a:prstGeom prst="rect">
            <a:avLst/>
          </a:prstGeom>
          <a:noFill/>
          <a:ln w="31750">
            <a:solidFill>
              <a:srgbClr val="F083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Ovaal 1">
            <a:extLst>
              <a:ext uri="{FF2B5EF4-FFF2-40B4-BE49-F238E27FC236}">
                <a16:creationId xmlns:a16="http://schemas.microsoft.com/office/drawing/2014/main" id="{E9D15736-EC38-4653-9B2B-12C28AA02295}"/>
              </a:ext>
            </a:extLst>
          </p:cNvPr>
          <p:cNvSpPr/>
          <p:nvPr/>
        </p:nvSpPr>
        <p:spPr>
          <a:xfrm>
            <a:off x="13849077" y="6299200"/>
            <a:ext cx="1086123" cy="404276"/>
          </a:xfrm>
          <a:prstGeom prst="ellipse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39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F4723E82-C124-4C9E-9F2D-8D3338DAED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789" y="4260831"/>
            <a:ext cx="9105041" cy="5369269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937328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dirty="0"/>
              <a:t>Scatterplot</a:t>
            </a:r>
            <a:endParaRPr lang="nl-BE" dirty="0"/>
          </a:p>
          <a:p>
            <a:pPr lvl="1"/>
            <a:r>
              <a:rPr lang="nl-BE" dirty="0"/>
              <a:t>Geen non-lineair verband</a:t>
            </a:r>
          </a:p>
          <a:p>
            <a:pPr lvl="2"/>
            <a:r>
              <a:rPr lang="nl-BE" u="sng" dirty="0"/>
              <a:t>Lineariteit</a:t>
            </a:r>
            <a:r>
              <a:rPr lang="nl-BE" dirty="0"/>
              <a:t>: </a:t>
            </a:r>
            <a:r>
              <a:rPr lang="nl-BE" b="1" dirty="0"/>
              <a:t>oké</a:t>
            </a:r>
          </a:p>
          <a:p>
            <a:pPr lvl="1"/>
            <a:endParaRPr lang="nl-BE" b="1" dirty="0"/>
          </a:p>
          <a:p>
            <a:pPr lvl="1"/>
            <a:r>
              <a:rPr lang="nl-BE" dirty="0"/>
              <a:t>Puntenwolk: ovaal/rechthoek</a:t>
            </a:r>
            <a:br>
              <a:rPr lang="nl-BE" dirty="0"/>
            </a:br>
            <a:r>
              <a:rPr lang="nl-BE" dirty="0"/>
              <a:t>rond regressielijn</a:t>
            </a:r>
          </a:p>
          <a:p>
            <a:pPr lvl="2"/>
            <a:r>
              <a:rPr lang="nl-BE" u="sng" dirty="0"/>
              <a:t>Homoscedasticiteit</a:t>
            </a:r>
            <a:r>
              <a:rPr lang="nl-BE" dirty="0"/>
              <a:t>: </a:t>
            </a:r>
            <a:br>
              <a:rPr lang="nl-BE" dirty="0"/>
            </a:br>
            <a:r>
              <a:rPr lang="nl-BE" b="1" dirty="0"/>
              <a:t>NIET oké, kegelvorm</a:t>
            </a:r>
            <a:br>
              <a:rPr lang="nl-BE" b="1" dirty="0"/>
            </a:br>
            <a:r>
              <a:rPr lang="nl-BE" b="1" dirty="0"/>
              <a:t>zoals scenario c</a:t>
            </a:r>
          </a:p>
          <a:p>
            <a:pPr lvl="2"/>
            <a:r>
              <a:rPr lang="nl-BE" b="1" dirty="0">
                <a:solidFill>
                  <a:srgbClr val="FF0000"/>
                </a:solidFill>
              </a:rPr>
              <a:t>OEFENING STOPT HIER</a:t>
            </a:r>
            <a:r>
              <a:rPr lang="nl-BE" dirty="0"/>
              <a:t>,</a:t>
            </a:r>
            <a:br>
              <a:rPr lang="nl-BE" dirty="0"/>
            </a:br>
            <a:r>
              <a:rPr lang="nl-BE" dirty="0"/>
              <a:t>maar we kijken nog even</a:t>
            </a:r>
            <a:br>
              <a:rPr lang="nl-BE" dirty="0"/>
            </a:br>
            <a:r>
              <a:rPr lang="nl-BE" dirty="0"/>
              <a:t>naar de andere resultaten</a:t>
            </a:r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6" name="Tijdelijke aanduiding voor inhoud 8">
            <a:extLst>
              <a:ext uri="{FF2B5EF4-FFF2-40B4-BE49-F238E27FC236}">
                <a16:creationId xmlns:a16="http://schemas.microsoft.com/office/drawing/2014/main" id="{FED4FCBD-2DA4-42BC-93A4-DD50DAA6B2A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937" y="1812858"/>
            <a:ext cx="7759322" cy="2341849"/>
          </a:xfrm>
        </p:spPr>
      </p:pic>
    </p:spTree>
    <p:extLst>
      <p:ext uri="{BB962C8B-B14F-4D97-AF65-F5344CB8AC3E}">
        <p14:creationId xmlns:p14="http://schemas.microsoft.com/office/powerpoint/2010/main" val="29582708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341574A-6C5A-4B67-B819-FA3B6EC00CD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2552" y="1768424"/>
            <a:ext cx="8346123" cy="49211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937328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dirty="0"/>
              <a:t>Histogram</a:t>
            </a:r>
            <a:r>
              <a:rPr lang="nl-BE" dirty="0"/>
              <a:t> van gestandaardiseerde residuen</a:t>
            </a:r>
          </a:p>
          <a:p>
            <a:pPr lvl="1"/>
            <a:r>
              <a:rPr lang="nl-BE" dirty="0"/>
              <a:t>Volgt goed normale verdeling</a:t>
            </a:r>
          </a:p>
          <a:p>
            <a:pPr lvl="2"/>
            <a:r>
              <a:rPr lang="nl-BE" u="sng" dirty="0"/>
              <a:t>Normaliteit</a:t>
            </a:r>
            <a:r>
              <a:rPr lang="nl-BE" dirty="0"/>
              <a:t>: </a:t>
            </a:r>
            <a:r>
              <a:rPr lang="nl-BE" b="1" dirty="0"/>
              <a:t>oké</a:t>
            </a:r>
          </a:p>
          <a:p>
            <a:r>
              <a:rPr lang="nl-BE" b="1" i="1" dirty="0" err="1"/>
              <a:t>Casewise</a:t>
            </a:r>
            <a:r>
              <a:rPr lang="nl-BE" b="1" i="1" dirty="0"/>
              <a:t> </a:t>
            </a:r>
            <a:r>
              <a:rPr lang="nl-BE" b="1" i="1" dirty="0" err="1"/>
              <a:t>Diagnostics</a:t>
            </a:r>
            <a:r>
              <a:rPr lang="nl-BE" b="1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Wordt niet gegeneerd: geen enkel </a:t>
            </a:r>
            <a:br>
              <a:rPr lang="nl-BE" dirty="0"/>
            </a:br>
            <a:r>
              <a:rPr lang="nl-BE" dirty="0"/>
              <a:t>gestandaardiseerd residu wijkt extreem af</a:t>
            </a:r>
          </a:p>
          <a:p>
            <a:pPr lvl="2"/>
            <a:r>
              <a:rPr lang="nl-BE" u="sng" dirty="0"/>
              <a:t>Assumptie 7</a:t>
            </a:r>
            <a:r>
              <a:rPr lang="nl-BE" dirty="0"/>
              <a:t>: </a:t>
            </a:r>
            <a:r>
              <a:rPr lang="nl-BE" b="1" dirty="0"/>
              <a:t>oké</a:t>
            </a:r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09169B8-4A97-4D31-8A5F-A0A52E190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167" y="6674171"/>
            <a:ext cx="7759933" cy="2622009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99B19520-7E2D-42DD-8382-13BC62439394}"/>
              </a:ext>
            </a:extLst>
          </p:cNvPr>
          <p:cNvSpPr/>
          <p:nvPr/>
        </p:nvSpPr>
        <p:spPr>
          <a:xfrm>
            <a:off x="4415483" y="8496300"/>
            <a:ext cx="2099617" cy="355600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9439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B2670EF0-E27B-4701-8B8C-CBF24F9CF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679" y="1785896"/>
            <a:ext cx="12079995" cy="2891054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813829"/>
          </a:xfrm>
        </p:spPr>
        <p:txBody>
          <a:bodyPr>
            <a:normAutofit lnSpcReduction="10000"/>
          </a:bodyPr>
          <a:lstStyle/>
          <a:p>
            <a:pPr marL="86400" indent="0">
              <a:buNone/>
            </a:pPr>
            <a:r>
              <a:rPr lang="nl-BE" b="1" dirty="0"/>
              <a:t>Residuenanalyse</a:t>
            </a:r>
          </a:p>
          <a:p>
            <a:r>
              <a:rPr lang="nl-BE" b="1" i="1" dirty="0"/>
              <a:t>Model Summary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1 &lt; DW </a:t>
            </a:r>
            <a:r>
              <a:rPr lang="nl-BE"/>
              <a:t>= 2.08 </a:t>
            </a:r>
            <a:r>
              <a:rPr lang="nl-BE" dirty="0"/>
              <a:t>&lt; 3</a:t>
            </a:r>
          </a:p>
          <a:p>
            <a:pPr lvl="1"/>
            <a:r>
              <a:rPr lang="nl-BE" u="sng" dirty="0"/>
              <a:t>Onafhankelijkheid</a:t>
            </a:r>
            <a:br>
              <a:rPr lang="nl-BE" u="sng" dirty="0"/>
            </a:br>
            <a:r>
              <a:rPr lang="nl-BE" dirty="0"/>
              <a:t>= </a:t>
            </a:r>
            <a:r>
              <a:rPr lang="nl-BE" b="1" dirty="0"/>
              <a:t>oké</a:t>
            </a:r>
          </a:p>
          <a:p>
            <a:pPr lvl="1"/>
            <a:endParaRPr lang="nl-BE" b="1" dirty="0"/>
          </a:p>
          <a:p>
            <a:pPr marL="86400" indent="0">
              <a:buNone/>
            </a:pPr>
            <a:r>
              <a:rPr lang="nl-BE" b="1" dirty="0"/>
              <a:t>Resultaten regressieanalyse</a:t>
            </a:r>
          </a:p>
          <a:p>
            <a:r>
              <a:rPr lang="nl-BE" b="1" i="1" dirty="0"/>
              <a:t>Model Summary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Twee rijen: één voor elk model</a:t>
            </a:r>
          </a:p>
          <a:p>
            <a:pPr lvl="1"/>
            <a:r>
              <a:rPr lang="nl-BE" dirty="0"/>
              <a:t>R</a:t>
            </a:r>
            <a:r>
              <a:rPr lang="nl-BE" baseline="30000" dirty="0"/>
              <a:t>2</a:t>
            </a:r>
            <a:r>
              <a:rPr lang="nl-BE" dirty="0"/>
              <a:t> per model en </a:t>
            </a:r>
            <a:r>
              <a:rPr lang="el-GR" b="1" dirty="0"/>
              <a:t>Δ</a:t>
            </a:r>
            <a:r>
              <a:rPr lang="nl-BE" b="1" dirty="0"/>
              <a:t> R</a:t>
            </a:r>
            <a:r>
              <a:rPr lang="nl-BE" b="1" baseline="30000" dirty="0"/>
              <a:t>2 </a:t>
            </a:r>
            <a:r>
              <a:rPr lang="nl-BE" dirty="0"/>
              <a:t>(= .006)</a:t>
            </a:r>
          </a:p>
          <a:p>
            <a:pPr lvl="1"/>
            <a:r>
              <a:rPr lang="nl-BE" dirty="0"/>
              <a:t>F-toetsen tonen aan dat beide modellen</a:t>
            </a:r>
            <a:br>
              <a:rPr lang="nl-BE" dirty="0"/>
            </a:br>
            <a:r>
              <a:rPr lang="nl-BE" dirty="0" err="1"/>
              <a:t>sign</a:t>
            </a:r>
            <a:r>
              <a:rPr lang="nl-BE" dirty="0"/>
              <a:t> zijn (p &lt; .05)</a:t>
            </a:r>
          </a:p>
          <a:p>
            <a:pPr lvl="1"/>
            <a:r>
              <a:rPr lang="nl-BE" b="1" dirty="0"/>
              <a:t>F-toets </a:t>
            </a:r>
            <a:r>
              <a:rPr lang="nl-BE" dirty="0"/>
              <a:t>toont aan dat </a:t>
            </a:r>
            <a:r>
              <a:rPr lang="nl-BE" b="1" dirty="0"/>
              <a:t>model 2 niet </a:t>
            </a:r>
            <a:r>
              <a:rPr lang="nl-BE" b="1" dirty="0" err="1"/>
              <a:t>sign</a:t>
            </a:r>
            <a:r>
              <a:rPr lang="nl-BE" b="1" dirty="0"/>
              <a:t>.</a:t>
            </a:r>
            <a:br>
              <a:rPr lang="nl-BE" b="1" dirty="0"/>
            </a:br>
            <a:r>
              <a:rPr lang="nl-BE" b="1" dirty="0"/>
              <a:t>meer verklarend is dan model 1 </a:t>
            </a:r>
            <a:br>
              <a:rPr lang="nl-BE" dirty="0"/>
            </a:br>
            <a:r>
              <a:rPr lang="nl-BE" dirty="0"/>
              <a:t>(p = .353)</a:t>
            </a:r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93C0A90-13A2-4C82-82AD-19C4EED8E013}"/>
              </a:ext>
            </a:extLst>
          </p:cNvPr>
          <p:cNvSpPr/>
          <p:nvPr/>
        </p:nvSpPr>
        <p:spPr>
          <a:xfrm>
            <a:off x="5282744" y="2758108"/>
            <a:ext cx="757109" cy="87830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0F10AE7-F7FD-48E0-AEE0-36600AB2A4C2}"/>
              </a:ext>
            </a:extLst>
          </p:cNvPr>
          <p:cNvSpPr/>
          <p:nvPr/>
        </p:nvSpPr>
        <p:spPr>
          <a:xfrm>
            <a:off x="14728557" y="5171921"/>
            <a:ext cx="1923220" cy="61225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C2DE0714-7B5F-4088-A6F4-2B30FB542CB6}"/>
              </a:ext>
            </a:extLst>
          </p:cNvPr>
          <p:cNvSpPr/>
          <p:nvPr/>
        </p:nvSpPr>
        <p:spPr>
          <a:xfrm>
            <a:off x="7908218" y="2369295"/>
            <a:ext cx="1276724" cy="625434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3546F7B3-4E83-41B2-B232-6C0B1898586A}"/>
              </a:ext>
            </a:extLst>
          </p:cNvPr>
          <p:cNvSpPr/>
          <p:nvPr/>
        </p:nvSpPr>
        <p:spPr>
          <a:xfrm>
            <a:off x="10557756" y="2369295"/>
            <a:ext cx="1276724" cy="625434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B593FB13-6063-4B28-BDB2-D0B1BEF87ACC}"/>
              </a:ext>
            </a:extLst>
          </p:cNvPr>
          <p:cNvSpPr/>
          <p:nvPr/>
        </p:nvSpPr>
        <p:spPr>
          <a:xfrm>
            <a:off x="11834479" y="2247454"/>
            <a:ext cx="4071267" cy="74727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B547067-892B-4C02-A622-278C1A1AD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190" y="4410888"/>
            <a:ext cx="7835368" cy="4548621"/>
          </a:xfrm>
          <a:prstGeom prst="rect">
            <a:avLst/>
          </a:prstGeom>
        </p:spPr>
      </p:pic>
      <p:sp>
        <p:nvSpPr>
          <p:cNvPr id="4" name="Ovaal 3">
            <a:extLst>
              <a:ext uri="{FF2B5EF4-FFF2-40B4-BE49-F238E27FC236}">
                <a16:creationId xmlns:a16="http://schemas.microsoft.com/office/drawing/2014/main" id="{2F9288A7-469F-4DD3-8B58-9C8D6CC703FC}"/>
              </a:ext>
            </a:extLst>
          </p:cNvPr>
          <p:cNvSpPr/>
          <p:nvPr/>
        </p:nvSpPr>
        <p:spPr>
          <a:xfrm>
            <a:off x="11189368" y="3332747"/>
            <a:ext cx="645111" cy="340653"/>
          </a:xfrm>
          <a:prstGeom prst="ellipse">
            <a:avLst/>
          </a:prstGeom>
          <a:noFill/>
          <a:ln w="317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31BDFC41-4B06-4BDC-8768-07C28C787A80}"/>
              </a:ext>
            </a:extLst>
          </p:cNvPr>
          <p:cNvSpPr/>
          <p:nvPr/>
        </p:nvSpPr>
        <p:spPr>
          <a:xfrm>
            <a:off x="15260635" y="3317549"/>
            <a:ext cx="645111" cy="340653"/>
          </a:xfrm>
          <a:prstGeom prst="ellipse">
            <a:avLst/>
          </a:prstGeom>
          <a:noFill/>
          <a:ln w="317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BA049A42-672C-4E8C-B673-8953CD4497D8}"/>
              </a:ext>
            </a:extLst>
          </p:cNvPr>
          <p:cNvSpPr/>
          <p:nvPr/>
        </p:nvSpPr>
        <p:spPr>
          <a:xfrm>
            <a:off x="9179823" y="5150192"/>
            <a:ext cx="722166" cy="223411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9D2F9D4F-96C2-4E00-ABE4-BC3690A136D6}"/>
              </a:ext>
            </a:extLst>
          </p:cNvPr>
          <p:cNvSpPr/>
          <p:nvPr/>
        </p:nvSpPr>
        <p:spPr>
          <a:xfrm>
            <a:off x="14901082" y="5077066"/>
            <a:ext cx="1923220" cy="73748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500BC074-F7D6-4B74-AEF5-4CC69B8BF948}"/>
              </a:ext>
            </a:extLst>
          </p:cNvPr>
          <p:cNvSpPr/>
          <p:nvPr/>
        </p:nvSpPr>
        <p:spPr>
          <a:xfrm>
            <a:off x="14901082" y="6416042"/>
            <a:ext cx="1923220" cy="38712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7701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06F38D6-CE2A-4DDA-BE30-2F911D8AF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004" y="4450627"/>
            <a:ext cx="13038962" cy="5273109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813829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Resultaten regressieanalyse</a:t>
            </a:r>
          </a:p>
          <a:p>
            <a:r>
              <a:rPr lang="nl-BE" b="1" i="1" dirty="0" err="1"/>
              <a:t>Coefficients</a:t>
            </a:r>
            <a:r>
              <a:rPr lang="nl-BE" i="1" dirty="0"/>
              <a:t>-</a:t>
            </a:r>
            <a:r>
              <a:rPr lang="nl-BE" dirty="0"/>
              <a:t>tabel</a:t>
            </a:r>
          </a:p>
          <a:p>
            <a:pPr lvl="1"/>
            <a:r>
              <a:rPr lang="nl-BE" dirty="0"/>
              <a:t>Opnieuw per model opgesplitst</a:t>
            </a:r>
          </a:p>
          <a:p>
            <a:pPr lvl="1"/>
            <a:r>
              <a:rPr lang="nl-BE" dirty="0"/>
              <a:t>Enkel Diploma_Dummy_1 en geslacht hebben significant effect op coronastress</a:t>
            </a:r>
          </a:p>
          <a:p>
            <a:pPr lvl="1"/>
            <a:r>
              <a:rPr lang="nl-BE" dirty="0"/>
              <a:t>Vrouwen hebben meer coronastress dan mannen en laaggeschoolden minder dan hooggeschoolden</a:t>
            </a:r>
          </a:p>
          <a:p>
            <a:r>
              <a:rPr lang="nl-BE" i="1" dirty="0" err="1"/>
              <a:t>Collinearity</a:t>
            </a:r>
            <a:r>
              <a:rPr lang="nl-BE" i="1" dirty="0"/>
              <a:t> </a:t>
            </a:r>
            <a:r>
              <a:rPr lang="nl-BE" i="1" dirty="0" err="1"/>
              <a:t>Statistics</a:t>
            </a:r>
            <a:r>
              <a:rPr lang="nl-BE" i="1" dirty="0"/>
              <a:t>: </a:t>
            </a:r>
            <a:br>
              <a:rPr lang="nl-BE" i="1" dirty="0"/>
            </a:br>
            <a:r>
              <a:rPr lang="nl-BE" dirty="0"/>
              <a:t>VIF &lt; 5: </a:t>
            </a:r>
            <a:r>
              <a:rPr lang="nl-BE" b="1" dirty="0"/>
              <a:t>oké</a:t>
            </a:r>
          </a:p>
          <a:p>
            <a:pPr marL="720000" lvl="1" indent="0">
              <a:buNone/>
            </a:pP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0F10AE7-F7FD-48E0-AEE0-36600AB2A4C2}"/>
              </a:ext>
            </a:extLst>
          </p:cNvPr>
          <p:cNvSpPr/>
          <p:nvPr/>
        </p:nvSpPr>
        <p:spPr>
          <a:xfrm>
            <a:off x="10892675" y="5438233"/>
            <a:ext cx="1800349" cy="228600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77A39A64-F86C-40C9-960D-A46EC2B97F31}"/>
              </a:ext>
            </a:extLst>
          </p:cNvPr>
          <p:cNvSpPr/>
          <p:nvPr/>
        </p:nvSpPr>
        <p:spPr>
          <a:xfrm>
            <a:off x="4912299" y="6298058"/>
            <a:ext cx="7688179" cy="33786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A0B362E3-FDB7-4AF3-AE93-29E5EA21511D}"/>
              </a:ext>
            </a:extLst>
          </p:cNvPr>
          <p:cNvSpPr/>
          <p:nvPr/>
        </p:nvSpPr>
        <p:spPr>
          <a:xfrm>
            <a:off x="15315908" y="5101170"/>
            <a:ext cx="1800349" cy="519288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5044297-9DAB-44B4-9A00-118D9DCC6DB3}"/>
              </a:ext>
            </a:extLst>
          </p:cNvPr>
          <p:cNvSpPr/>
          <p:nvPr/>
        </p:nvSpPr>
        <p:spPr>
          <a:xfrm>
            <a:off x="4938079" y="6918246"/>
            <a:ext cx="7688179" cy="33786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Ovaal 1">
            <a:extLst>
              <a:ext uri="{FF2B5EF4-FFF2-40B4-BE49-F238E27FC236}">
                <a16:creationId xmlns:a16="http://schemas.microsoft.com/office/drawing/2014/main" id="{6AC554B9-6672-4CFE-AC42-5BA2F5C0B0CE}"/>
              </a:ext>
            </a:extLst>
          </p:cNvPr>
          <p:cNvSpPr/>
          <p:nvPr/>
        </p:nvSpPr>
        <p:spPr>
          <a:xfrm>
            <a:off x="16471900" y="8686800"/>
            <a:ext cx="713810" cy="791999"/>
          </a:xfrm>
          <a:prstGeom prst="ellipse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840E30FF-326D-41CF-A692-DE8B9AFCAB96}"/>
              </a:ext>
            </a:extLst>
          </p:cNvPr>
          <p:cNvSpPr/>
          <p:nvPr/>
        </p:nvSpPr>
        <p:spPr>
          <a:xfrm>
            <a:off x="5004845" y="8712200"/>
            <a:ext cx="7688179" cy="583482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1496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2: Invloed versch. predictoren op Coronastress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r>
              <a:rPr lang="nl-BE" b="1" dirty="0"/>
              <a:t>Stap 6. </a:t>
            </a:r>
            <a:r>
              <a:rPr lang="nl-BE" dirty="0"/>
              <a:t>Conclusie en rapportering</a:t>
            </a:r>
          </a:p>
          <a:p>
            <a:pPr lvl="1"/>
            <a:r>
              <a:rPr lang="nl-BE" b="1" dirty="0"/>
              <a:t>GEEN CONCLUSIE</a:t>
            </a:r>
            <a:r>
              <a:rPr lang="nl-BE" dirty="0"/>
              <a:t>, want heteroscedasticiteit!</a:t>
            </a:r>
          </a:p>
          <a:p>
            <a:pPr lvl="1"/>
            <a:r>
              <a:rPr lang="nl-BE" dirty="0"/>
              <a:t>Regressieanalyse mag niet geïnterpreteerd worden</a:t>
            </a:r>
          </a:p>
          <a:p>
            <a:pPr lvl="1"/>
            <a:endParaRPr lang="nl-BE" dirty="0"/>
          </a:p>
          <a:p>
            <a:r>
              <a:rPr lang="nl-BE" b="1" dirty="0"/>
              <a:t>Wat als je andere invoermethode had gebruikt?</a:t>
            </a:r>
          </a:p>
          <a:p>
            <a:pPr lvl="1"/>
            <a:r>
              <a:rPr lang="nl-BE" dirty="0"/>
              <a:t>Enter (alles in één keer): zelfde resultaten, maar alleen van model 2</a:t>
            </a:r>
          </a:p>
          <a:p>
            <a:pPr lvl="1"/>
            <a:r>
              <a:rPr lang="nl-BE" dirty="0"/>
              <a:t>Stapsgewijs:</a:t>
            </a:r>
          </a:p>
          <a:p>
            <a:pPr lvl="2"/>
            <a:r>
              <a:rPr lang="nl-BE" dirty="0"/>
              <a:t>Forward: predictor per predictor toevoegen tot model niet meer beter wordt</a:t>
            </a:r>
          </a:p>
          <a:p>
            <a:pPr lvl="2"/>
            <a:r>
              <a:rPr lang="nl-BE" dirty="0"/>
              <a:t>Backward: predictor per predictor verwijderen tot model niet meer beter wordt</a:t>
            </a:r>
          </a:p>
          <a:p>
            <a:pPr lvl="2"/>
            <a:r>
              <a:rPr lang="nl-BE" dirty="0" err="1"/>
              <a:t>Stepwise</a:t>
            </a:r>
            <a:r>
              <a:rPr lang="nl-BE" dirty="0"/>
              <a:t>: Forward + Back tegelijk</a:t>
            </a:r>
          </a:p>
          <a:p>
            <a:pPr lvl="3"/>
            <a:r>
              <a:rPr lang="nl-BE" dirty="0"/>
              <a:t>Over stapsgewijze regressie kan een theorievraag komen, maar geen praktische uitwerking op examen</a:t>
            </a:r>
          </a:p>
          <a:p>
            <a:pPr lvl="2"/>
            <a:endParaRPr lang="nl-BE" dirty="0"/>
          </a:p>
          <a:p>
            <a:pPr marL="720000" lvl="1" indent="0">
              <a:buNone/>
            </a:pPr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6132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18024</TotalTime>
  <Words>4096</Words>
  <Application>Microsoft Office PowerPoint</Application>
  <PresentationFormat>Aangepast</PresentationFormat>
  <Paragraphs>925</Paragraphs>
  <Slides>56</Slides>
  <Notes>16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2</vt:i4>
      </vt:variant>
      <vt:variant>
        <vt:lpstr>Diatitels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ProximaNova-Bold</vt:lpstr>
      <vt:lpstr>ProximaNova-BoldIt</vt:lpstr>
      <vt:lpstr>UGent Panno Text</vt:lpstr>
      <vt:lpstr>Verdana</vt:lpstr>
      <vt:lpstr>Wingdings</vt:lpstr>
      <vt:lpstr>Powerpoint_UGent_EN_PS</vt:lpstr>
      <vt:lpstr>Kantoorthema</vt:lpstr>
      <vt:lpstr>Spss-werkcollege 7 (06/12)  </vt:lpstr>
      <vt:lpstr>H13 LINEAIRE REGRESSIEANALYSE</vt:lpstr>
      <vt:lpstr>Inleiding</vt:lpstr>
      <vt:lpstr>Inleiding</vt:lpstr>
      <vt:lpstr>Inleiding</vt:lpstr>
      <vt:lpstr>Inleiding</vt:lpstr>
      <vt:lpstr>Opgave 1</vt:lpstr>
      <vt:lpstr>Opgave 1: Invloed Leeftijd op Coronastress</vt:lpstr>
      <vt:lpstr>Opgave 1: Invloed Leeftijd op Coronastress</vt:lpstr>
      <vt:lpstr>Opgave 1: Invloed Leeftijd op Coronastress</vt:lpstr>
      <vt:lpstr>Welke analysetechniek gebruik ik?</vt:lpstr>
      <vt:lpstr>Welke analysetechniek gebruik ik?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1: Invloed Leeftijd op Coronastress</vt:lpstr>
      <vt:lpstr>Opgave 2</vt:lpstr>
      <vt:lpstr>Opgave 2: Invloed versch. predictoren op Coronastress</vt:lpstr>
      <vt:lpstr>Opgave 2: Invloed versch. predictoren op Coronastress</vt:lpstr>
      <vt:lpstr>Opgave 2: Invloed versch. predictoren op Coronastress</vt:lpstr>
      <vt:lpstr>Welke analysetechniek gebruik ik?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Opgave 2: Invloed versch. predictoren op Coronastress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485</cp:revision>
  <cp:lastPrinted>2022-09-25T19:30:31Z</cp:lastPrinted>
  <dcterms:created xsi:type="dcterms:W3CDTF">2016-09-23T07:15:13Z</dcterms:created>
  <dcterms:modified xsi:type="dcterms:W3CDTF">2024-12-06T09:17:33Z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