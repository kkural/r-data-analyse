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9" r:id="rId5"/>
    <p:sldMasterId id="2147483692" r:id="rId6"/>
  </p:sldMasterIdLst>
  <p:notesMasterIdLst>
    <p:notesMasterId r:id="rId101"/>
  </p:notesMasterIdLst>
  <p:handoutMasterIdLst>
    <p:handoutMasterId r:id="rId102"/>
  </p:handoutMasterIdLst>
  <p:sldIdLst>
    <p:sldId id="259" r:id="rId7"/>
    <p:sldId id="1721" r:id="rId8"/>
    <p:sldId id="2028" r:id="rId9"/>
    <p:sldId id="2029" r:id="rId10"/>
    <p:sldId id="2027" r:id="rId11"/>
    <p:sldId id="1769" r:id="rId12"/>
    <p:sldId id="2044" r:id="rId13"/>
    <p:sldId id="2047" r:id="rId14"/>
    <p:sldId id="2046" r:id="rId15"/>
    <p:sldId id="2001" r:id="rId16"/>
    <p:sldId id="2045" r:id="rId17"/>
    <p:sldId id="2048" r:id="rId18"/>
    <p:sldId id="2049" r:id="rId19"/>
    <p:sldId id="2068" r:id="rId20"/>
    <p:sldId id="2051" r:id="rId21"/>
    <p:sldId id="2053" r:id="rId22"/>
    <p:sldId id="2069" r:id="rId23"/>
    <p:sldId id="2059" r:id="rId24"/>
    <p:sldId id="2060" r:id="rId25"/>
    <p:sldId id="2061" r:id="rId26"/>
    <p:sldId id="2062" r:id="rId27"/>
    <p:sldId id="1970" r:id="rId28"/>
    <p:sldId id="2065" r:id="rId29"/>
    <p:sldId id="2066" r:id="rId30"/>
    <p:sldId id="2070" r:id="rId31"/>
    <p:sldId id="2071" r:id="rId32"/>
    <p:sldId id="2083" r:id="rId33"/>
    <p:sldId id="2072" r:id="rId34"/>
    <p:sldId id="2073" r:id="rId35"/>
    <p:sldId id="2074" r:id="rId36"/>
    <p:sldId id="2084" r:id="rId37"/>
    <p:sldId id="2085" r:id="rId38"/>
    <p:sldId id="2086" r:id="rId39"/>
    <p:sldId id="2076" r:id="rId40"/>
    <p:sldId id="2077" r:id="rId41"/>
    <p:sldId id="2078" r:id="rId42"/>
    <p:sldId id="2079" r:id="rId43"/>
    <p:sldId id="2080" r:id="rId44"/>
    <p:sldId id="2081" r:id="rId45"/>
    <p:sldId id="2082" r:id="rId46"/>
    <p:sldId id="2030" r:id="rId47"/>
    <p:sldId id="1680" r:id="rId48"/>
    <p:sldId id="2034" r:id="rId49"/>
    <p:sldId id="2033" r:id="rId50"/>
    <p:sldId id="2032" r:id="rId51"/>
    <p:sldId id="2031" r:id="rId52"/>
    <p:sldId id="2010" r:id="rId53"/>
    <p:sldId id="1929" r:id="rId54"/>
    <p:sldId id="2037" r:id="rId55"/>
    <p:sldId id="2035" r:id="rId56"/>
    <p:sldId id="2036" r:id="rId57"/>
    <p:sldId id="1912" r:id="rId58"/>
    <p:sldId id="2038" r:id="rId59"/>
    <p:sldId id="1736" r:id="rId60"/>
    <p:sldId id="2041" r:id="rId61"/>
    <p:sldId id="2039" r:id="rId62"/>
    <p:sldId id="2042" r:id="rId63"/>
    <p:sldId id="1913" r:id="rId64"/>
    <p:sldId id="2012" r:id="rId65"/>
    <p:sldId id="1914" r:id="rId66"/>
    <p:sldId id="2013" r:id="rId67"/>
    <p:sldId id="1666" r:id="rId68"/>
    <p:sldId id="1668" r:id="rId69"/>
    <p:sldId id="2043" r:id="rId70"/>
    <p:sldId id="1920" r:id="rId71"/>
    <p:sldId id="2067" r:id="rId72"/>
    <p:sldId id="2089" r:id="rId73"/>
    <p:sldId id="2117" r:id="rId74"/>
    <p:sldId id="2116" r:id="rId75"/>
    <p:sldId id="2115" r:id="rId76"/>
    <p:sldId id="2112" r:id="rId77"/>
    <p:sldId id="2113" r:id="rId78"/>
    <p:sldId id="2092" r:id="rId79"/>
    <p:sldId id="2094" r:id="rId80"/>
    <p:sldId id="2118" r:id="rId81"/>
    <p:sldId id="2095" r:id="rId82"/>
    <p:sldId id="2097" r:id="rId83"/>
    <p:sldId id="2119" r:id="rId84"/>
    <p:sldId id="2099" r:id="rId85"/>
    <p:sldId id="2100" r:id="rId86"/>
    <p:sldId id="2101" r:id="rId87"/>
    <p:sldId id="2102" r:id="rId88"/>
    <p:sldId id="2103" r:id="rId89"/>
    <p:sldId id="2104" r:id="rId90"/>
    <p:sldId id="2105" r:id="rId91"/>
    <p:sldId id="2106" r:id="rId92"/>
    <p:sldId id="1948" r:id="rId93"/>
    <p:sldId id="2108" r:id="rId94"/>
    <p:sldId id="2121" r:id="rId95"/>
    <p:sldId id="2122" r:id="rId96"/>
    <p:sldId id="1950" r:id="rId97"/>
    <p:sldId id="2120" r:id="rId98"/>
    <p:sldId id="2110" r:id="rId99"/>
    <p:sldId id="1614" r:id="rId100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2028"/>
            <p14:sldId id="2029"/>
            <p14:sldId id="2027"/>
            <p14:sldId id="1769"/>
            <p14:sldId id="2044"/>
            <p14:sldId id="2047"/>
            <p14:sldId id="2046"/>
            <p14:sldId id="2001"/>
            <p14:sldId id="2045"/>
            <p14:sldId id="2048"/>
            <p14:sldId id="2049"/>
            <p14:sldId id="2068"/>
            <p14:sldId id="2051"/>
            <p14:sldId id="2053"/>
            <p14:sldId id="2069"/>
            <p14:sldId id="2059"/>
            <p14:sldId id="2060"/>
            <p14:sldId id="2061"/>
            <p14:sldId id="2062"/>
            <p14:sldId id="1970"/>
            <p14:sldId id="2065"/>
            <p14:sldId id="2066"/>
            <p14:sldId id="2070"/>
            <p14:sldId id="2071"/>
            <p14:sldId id="2083"/>
            <p14:sldId id="2072"/>
            <p14:sldId id="2073"/>
            <p14:sldId id="2074"/>
            <p14:sldId id="2084"/>
            <p14:sldId id="2085"/>
            <p14:sldId id="2086"/>
            <p14:sldId id="2076"/>
            <p14:sldId id="2077"/>
            <p14:sldId id="2078"/>
            <p14:sldId id="2079"/>
            <p14:sldId id="2080"/>
            <p14:sldId id="2081"/>
            <p14:sldId id="2082"/>
            <p14:sldId id="2030"/>
            <p14:sldId id="1680"/>
            <p14:sldId id="2034"/>
            <p14:sldId id="2033"/>
            <p14:sldId id="2032"/>
            <p14:sldId id="2031"/>
            <p14:sldId id="2010"/>
            <p14:sldId id="1929"/>
            <p14:sldId id="2037"/>
            <p14:sldId id="2035"/>
            <p14:sldId id="2036"/>
            <p14:sldId id="1912"/>
            <p14:sldId id="2038"/>
            <p14:sldId id="1736"/>
            <p14:sldId id="2041"/>
            <p14:sldId id="2039"/>
            <p14:sldId id="2042"/>
            <p14:sldId id="1913"/>
            <p14:sldId id="2012"/>
            <p14:sldId id="1914"/>
            <p14:sldId id="2013"/>
            <p14:sldId id="1666"/>
            <p14:sldId id="1668"/>
            <p14:sldId id="2043"/>
            <p14:sldId id="1920"/>
            <p14:sldId id="2067"/>
            <p14:sldId id="2089"/>
            <p14:sldId id="2117"/>
            <p14:sldId id="2116"/>
            <p14:sldId id="2115"/>
            <p14:sldId id="2112"/>
            <p14:sldId id="2113"/>
            <p14:sldId id="2092"/>
            <p14:sldId id="2094"/>
            <p14:sldId id="2118"/>
            <p14:sldId id="2095"/>
            <p14:sldId id="2097"/>
            <p14:sldId id="2119"/>
            <p14:sldId id="2099"/>
            <p14:sldId id="2100"/>
            <p14:sldId id="2101"/>
            <p14:sldId id="2102"/>
            <p14:sldId id="2103"/>
            <p14:sldId id="2104"/>
            <p14:sldId id="2105"/>
            <p14:sldId id="2106"/>
            <p14:sldId id="1948"/>
            <p14:sldId id="2108"/>
            <p14:sldId id="2121"/>
            <p14:sldId id="2122"/>
            <p14:sldId id="1950"/>
            <p14:sldId id="2120"/>
            <p14:sldId id="2110"/>
            <p14:sldId id="1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BE2"/>
    <a:srgbClr val="DC8621"/>
    <a:srgbClr val="003366"/>
    <a:srgbClr val="80C0E0"/>
    <a:srgbClr val="4472C4"/>
    <a:srgbClr val="5D9CC7"/>
    <a:srgbClr val="5B9BD5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2464" autoAdjust="0"/>
  </p:normalViewPr>
  <p:slideViewPr>
    <p:cSldViewPr snapToGrid="0" showGuides="1">
      <p:cViewPr varScale="1">
        <p:scale>
          <a:sx n="54" d="100"/>
          <a:sy n="54" d="100"/>
        </p:scale>
        <p:origin x="1070" y="82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2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07" Type="http://schemas.openxmlformats.org/officeDocument/2006/relationships/tableStyles" Target="tableStyles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commentAuthors" Target="commentAuthors.xml"/><Relationship Id="rId108" Type="http://schemas.microsoft.com/office/2016/11/relationships/changesInfo" Target="changesInfos/changesInfo1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theme" Target="theme/theme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microsoft.com/office/2018/10/relationships/authors" Target="authors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customXml" Target="../customXml/item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768B9E09-3234-4128-980F-C2836DE517E4}"/>
    <pc:docChg chg="undo custSel modSld">
      <pc:chgData name="Fauve Duprez" userId="59fdc1fb-507d-4cdb-a31c-e3fd651e0acf" providerId="ADAL" clId="{768B9E09-3234-4128-980F-C2836DE517E4}" dt="2024-11-28T16:15:12.060" v="65" actId="478"/>
      <pc:docMkLst>
        <pc:docMk/>
      </pc:docMkLst>
      <pc:sldChg chg="modSp mod">
        <pc:chgData name="Fauve Duprez" userId="59fdc1fb-507d-4cdb-a31c-e3fd651e0acf" providerId="ADAL" clId="{768B9E09-3234-4128-980F-C2836DE517E4}" dt="2024-11-26T10:06:19.294" v="7" actId="20577"/>
        <pc:sldMkLst>
          <pc:docMk/>
          <pc:sldMk cId="4162507869" sldId="259"/>
        </pc:sldMkLst>
        <pc:spChg chg="mod">
          <ac:chgData name="Fauve Duprez" userId="59fdc1fb-507d-4cdb-a31c-e3fd651e0acf" providerId="ADAL" clId="{768B9E09-3234-4128-980F-C2836DE517E4}" dt="2024-11-26T10:06:19.294" v="7" actId="20577"/>
          <ac:spMkLst>
            <pc:docMk/>
            <pc:sldMk cId="4162507869" sldId="259"/>
            <ac:spMk id="2" creationId="{1D528B7A-3168-440C-A60C-A036931164EC}"/>
          </ac:spMkLst>
        </pc:spChg>
      </pc:sldChg>
      <pc:sldChg chg="delSp mod">
        <pc:chgData name="Fauve Duprez" userId="59fdc1fb-507d-4cdb-a31c-e3fd651e0acf" providerId="ADAL" clId="{768B9E09-3234-4128-980F-C2836DE517E4}" dt="2024-11-28T16:13:24.998" v="64" actId="478"/>
        <pc:sldMkLst>
          <pc:docMk/>
          <pc:sldMk cId="87977084" sldId="1666"/>
        </pc:sldMkLst>
        <pc:spChg chg="del">
          <ac:chgData name="Fauve Duprez" userId="59fdc1fb-507d-4cdb-a31c-e3fd651e0acf" providerId="ADAL" clId="{768B9E09-3234-4128-980F-C2836DE517E4}" dt="2024-11-28T16:13:24.998" v="64" actId="478"/>
          <ac:spMkLst>
            <pc:docMk/>
            <pc:sldMk cId="87977084" sldId="1666"/>
            <ac:spMk id="12" creationId="{3C563EF9-E2A2-4861-B7E8-EFB6F760270B}"/>
          </ac:spMkLst>
        </pc:spChg>
      </pc:sldChg>
      <pc:sldChg chg="delSp mod">
        <pc:chgData name="Fauve Duprez" userId="59fdc1fb-507d-4cdb-a31c-e3fd651e0acf" providerId="ADAL" clId="{768B9E09-3234-4128-980F-C2836DE517E4}" dt="2024-11-28T16:10:55.685" v="58" actId="478"/>
        <pc:sldMkLst>
          <pc:docMk/>
          <pc:sldMk cId="4123590398" sldId="1912"/>
        </pc:sldMkLst>
        <pc:spChg chg="del">
          <ac:chgData name="Fauve Duprez" userId="59fdc1fb-507d-4cdb-a31c-e3fd651e0acf" providerId="ADAL" clId="{768B9E09-3234-4128-980F-C2836DE517E4}" dt="2024-11-28T16:10:55.685" v="58" actId="478"/>
          <ac:spMkLst>
            <pc:docMk/>
            <pc:sldMk cId="4123590398" sldId="1912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12:51.712" v="60" actId="478"/>
        <pc:sldMkLst>
          <pc:docMk/>
          <pc:sldMk cId="3913591251" sldId="1913"/>
        </pc:sldMkLst>
        <pc:spChg chg="del">
          <ac:chgData name="Fauve Duprez" userId="59fdc1fb-507d-4cdb-a31c-e3fd651e0acf" providerId="ADAL" clId="{768B9E09-3234-4128-980F-C2836DE517E4}" dt="2024-11-28T16:12:51.712" v="60" actId="478"/>
          <ac:spMkLst>
            <pc:docMk/>
            <pc:sldMk cId="3913591251" sldId="1913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13:18.322" v="62" actId="478"/>
        <pc:sldMkLst>
          <pc:docMk/>
          <pc:sldMk cId="1773584779" sldId="1914"/>
        </pc:sldMkLst>
        <pc:spChg chg="del">
          <ac:chgData name="Fauve Duprez" userId="59fdc1fb-507d-4cdb-a31c-e3fd651e0acf" providerId="ADAL" clId="{768B9E09-3234-4128-980F-C2836DE517E4}" dt="2024-11-28T16:13:18.322" v="62" actId="478"/>
          <ac:spMkLst>
            <pc:docMk/>
            <pc:sldMk cId="1773584779" sldId="1914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15:12.060" v="65" actId="478"/>
        <pc:sldMkLst>
          <pc:docMk/>
          <pc:sldMk cId="3061508551" sldId="1920"/>
        </pc:sldMkLst>
        <pc:spChg chg="del">
          <ac:chgData name="Fauve Duprez" userId="59fdc1fb-507d-4cdb-a31c-e3fd651e0acf" providerId="ADAL" clId="{768B9E09-3234-4128-980F-C2836DE517E4}" dt="2024-11-28T16:15:12.060" v="65" actId="478"/>
          <ac:spMkLst>
            <pc:docMk/>
            <pc:sldMk cId="3061508551" sldId="1920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07:59.577" v="54" actId="478"/>
        <pc:sldMkLst>
          <pc:docMk/>
          <pc:sldMk cId="1157777055" sldId="1929"/>
        </pc:sldMkLst>
        <pc:spChg chg="del">
          <ac:chgData name="Fauve Duprez" userId="59fdc1fb-507d-4cdb-a31c-e3fd651e0acf" providerId="ADAL" clId="{768B9E09-3234-4128-980F-C2836DE517E4}" dt="2024-11-28T16:07:59.577" v="54" actId="478"/>
          <ac:spMkLst>
            <pc:docMk/>
            <pc:sldMk cId="1157777055" sldId="1929"/>
            <ac:spMk id="5" creationId="{0E5FB4D5-B452-4AA4-B83E-8DA93E143B9E}"/>
          </ac:spMkLst>
        </pc:spChg>
      </pc:sldChg>
      <pc:sldChg chg="delSp modSp mod">
        <pc:chgData name="Fauve Duprez" userId="59fdc1fb-507d-4cdb-a31c-e3fd651e0acf" providerId="ADAL" clId="{768B9E09-3234-4128-980F-C2836DE517E4}" dt="2024-11-26T10:08:54.153" v="20" actId="478"/>
        <pc:sldMkLst>
          <pc:docMk/>
          <pc:sldMk cId="3966654825" sldId="1970"/>
        </pc:sldMkLst>
        <pc:spChg chg="del">
          <ac:chgData name="Fauve Duprez" userId="59fdc1fb-507d-4cdb-a31c-e3fd651e0acf" providerId="ADAL" clId="{768B9E09-3234-4128-980F-C2836DE517E4}" dt="2024-11-26T10:08:54.153" v="20" actId="478"/>
          <ac:spMkLst>
            <pc:docMk/>
            <pc:sldMk cId="3966654825" sldId="1970"/>
            <ac:spMk id="12" creationId="{3C563EF9-E2A2-4861-B7E8-EFB6F760270B}"/>
          </ac:spMkLst>
        </pc:spChg>
        <pc:picChg chg="mod">
          <ac:chgData name="Fauve Duprez" userId="59fdc1fb-507d-4cdb-a31c-e3fd651e0acf" providerId="ADAL" clId="{768B9E09-3234-4128-980F-C2836DE517E4}" dt="2024-11-26T10:08:52.139" v="19" actId="1076"/>
          <ac:picMkLst>
            <pc:docMk/>
            <pc:sldMk cId="3966654825" sldId="1970"/>
            <ac:picMk id="4" creationId="{FA8181DE-0D06-40F8-A69A-ED46C4E65D35}"/>
          </ac:picMkLst>
        </pc:picChg>
      </pc:sldChg>
      <pc:sldChg chg="delSp mod">
        <pc:chgData name="Fauve Duprez" userId="59fdc1fb-507d-4cdb-a31c-e3fd651e0acf" providerId="ADAL" clId="{768B9E09-3234-4128-980F-C2836DE517E4}" dt="2024-11-28T16:07:54.703" v="53" actId="478"/>
        <pc:sldMkLst>
          <pc:docMk/>
          <pc:sldMk cId="2601070043" sldId="2010"/>
        </pc:sldMkLst>
        <pc:spChg chg="del">
          <ac:chgData name="Fauve Duprez" userId="59fdc1fb-507d-4cdb-a31c-e3fd651e0acf" providerId="ADAL" clId="{768B9E09-3234-4128-980F-C2836DE517E4}" dt="2024-11-28T16:07:54.703" v="53" actId="478"/>
          <ac:spMkLst>
            <pc:docMk/>
            <pc:sldMk cId="2601070043" sldId="2010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13:08.847" v="61" actId="478"/>
        <pc:sldMkLst>
          <pc:docMk/>
          <pc:sldMk cId="1943161816" sldId="2012"/>
        </pc:sldMkLst>
        <pc:spChg chg="del">
          <ac:chgData name="Fauve Duprez" userId="59fdc1fb-507d-4cdb-a31c-e3fd651e0acf" providerId="ADAL" clId="{768B9E09-3234-4128-980F-C2836DE517E4}" dt="2024-11-28T16:13:08.847" v="61" actId="478"/>
          <ac:spMkLst>
            <pc:docMk/>
            <pc:sldMk cId="1943161816" sldId="2012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13:22.094" v="63" actId="478"/>
        <pc:sldMkLst>
          <pc:docMk/>
          <pc:sldMk cId="1990170823" sldId="2013"/>
        </pc:sldMkLst>
        <pc:spChg chg="del">
          <ac:chgData name="Fauve Duprez" userId="59fdc1fb-507d-4cdb-a31c-e3fd651e0acf" providerId="ADAL" clId="{768B9E09-3234-4128-980F-C2836DE517E4}" dt="2024-11-28T16:13:22.094" v="63" actId="478"/>
          <ac:spMkLst>
            <pc:docMk/>
            <pc:sldMk cId="1990170823" sldId="2013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6:26.503" v="8" actId="478"/>
        <pc:sldMkLst>
          <pc:docMk/>
          <pc:sldMk cId="1487761844" sldId="2028"/>
        </pc:sldMkLst>
        <pc:spChg chg="del">
          <ac:chgData name="Fauve Duprez" userId="59fdc1fb-507d-4cdb-a31c-e3fd651e0acf" providerId="ADAL" clId="{768B9E09-3234-4128-980F-C2836DE517E4}" dt="2024-11-26T10:06:26.503" v="8" actId="478"/>
          <ac:spMkLst>
            <pc:docMk/>
            <pc:sldMk cId="1487761844" sldId="2028"/>
            <ac:spMk id="6" creationId="{A2987B71-2BDD-4742-8E61-1BFEDD9BA27B}"/>
          </ac:spMkLst>
        </pc:spChg>
      </pc:sldChg>
      <pc:sldChg chg="delSp mod">
        <pc:chgData name="Fauve Duprez" userId="59fdc1fb-507d-4cdb-a31c-e3fd651e0acf" providerId="ADAL" clId="{768B9E09-3234-4128-980F-C2836DE517E4}" dt="2024-11-28T16:08:41.468" v="56" actId="478"/>
        <pc:sldMkLst>
          <pc:docMk/>
          <pc:sldMk cId="1749518840" sldId="2035"/>
        </pc:sldMkLst>
        <pc:spChg chg="del">
          <ac:chgData name="Fauve Duprez" userId="59fdc1fb-507d-4cdb-a31c-e3fd651e0acf" providerId="ADAL" clId="{768B9E09-3234-4128-980F-C2836DE517E4}" dt="2024-11-28T16:08:41.468" v="56" actId="478"/>
          <ac:spMkLst>
            <pc:docMk/>
            <pc:sldMk cId="1749518840" sldId="2035"/>
            <ac:spMk id="6" creationId="{863FEE13-4088-18BF-76E0-D6B19E3DD5AC}"/>
          </ac:spMkLst>
        </pc:spChg>
      </pc:sldChg>
      <pc:sldChg chg="delSp mod">
        <pc:chgData name="Fauve Duprez" userId="59fdc1fb-507d-4cdb-a31c-e3fd651e0acf" providerId="ADAL" clId="{768B9E09-3234-4128-980F-C2836DE517E4}" dt="2024-11-28T16:08:51.118" v="57" actId="478"/>
        <pc:sldMkLst>
          <pc:docMk/>
          <pc:sldMk cId="3888982129" sldId="2036"/>
        </pc:sldMkLst>
        <pc:spChg chg="del">
          <ac:chgData name="Fauve Duprez" userId="59fdc1fb-507d-4cdb-a31c-e3fd651e0acf" providerId="ADAL" clId="{768B9E09-3234-4128-980F-C2836DE517E4}" dt="2024-11-28T16:08:51.118" v="57" actId="478"/>
          <ac:spMkLst>
            <pc:docMk/>
            <pc:sldMk cId="3888982129" sldId="2036"/>
            <ac:spMk id="6" creationId="{863FEE13-4088-18BF-76E0-D6B19E3DD5AC}"/>
          </ac:spMkLst>
        </pc:spChg>
      </pc:sldChg>
      <pc:sldChg chg="delSp mod">
        <pc:chgData name="Fauve Duprez" userId="59fdc1fb-507d-4cdb-a31c-e3fd651e0acf" providerId="ADAL" clId="{768B9E09-3234-4128-980F-C2836DE517E4}" dt="2024-11-28T16:08:03.387" v="55" actId="478"/>
        <pc:sldMkLst>
          <pc:docMk/>
          <pc:sldMk cId="793039552" sldId="2037"/>
        </pc:sldMkLst>
        <pc:spChg chg="del">
          <ac:chgData name="Fauve Duprez" userId="59fdc1fb-507d-4cdb-a31c-e3fd651e0acf" providerId="ADAL" clId="{768B9E09-3234-4128-980F-C2836DE517E4}" dt="2024-11-28T16:08:03.387" v="55" actId="478"/>
          <ac:spMkLst>
            <pc:docMk/>
            <pc:sldMk cId="793039552" sldId="2037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11:02.053" v="59" actId="478"/>
        <pc:sldMkLst>
          <pc:docMk/>
          <pc:sldMk cId="1122194538" sldId="2038"/>
        </pc:sldMkLst>
        <pc:spChg chg="del">
          <ac:chgData name="Fauve Duprez" userId="59fdc1fb-507d-4cdb-a31c-e3fd651e0acf" providerId="ADAL" clId="{768B9E09-3234-4128-980F-C2836DE517E4}" dt="2024-11-28T16:11:02.053" v="59" actId="478"/>
          <ac:spMkLst>
            <pc:docMk/>
            <pc:sldMk cId="1122194538" sldId="2038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7:21.882" v="9" actId="478"/>
        <pc:sldMkLst>
          <pc:docMk/>
          <pc:sldMk cId="2635594164" sldId="2048"/>
        </pc:sldMkLst>
        <pc:spChg chg="del">
          <ac:chgData name="Fauve Duprez" userId="59fdc1fb-507d-4cdb-a31c-e3fd651e0acf" providerId="ADAL" clId="{768B9E09-3234-4128-980F-C2836DE517E4}" dt="2024-11-26T10:07:21.882" v="9" actId="478"/>
          <ac:spMkLst>
            <pc:docMk/>
            <pc:sldMk cId="2635594164" sldId="2048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7:30.006" v="10" actId="478"/>
        <pc:sldMkLst>
          <pc:docMk/>
          <pc:sldMk cId="3133762187" sldId="2049"/>
        </pc:sldMkLst>
        <pc:spChg chg="del">
          <ac:chgData name="Fauve Duprez" userId="59fdc1fb-507d-4cdb-a31c-e3fd651e0acf" providerId="ADAL" clId="{768B9E09-3234-4128-980F-C2836DE517E4}" dt="2024-11-26T10:07:30.006" v="10" actId="478"/>
          <ac:spMkLst>
            <pc:docMk/>
            <pc:sldMk cId="3133762187" sldId="2049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7:58.153" v="12" actId="478"/>
        <pc:sldMkLst>
          <pc:docMk/>
          <pc:sldMk cId="3797842869" sldId="2051"/>
        </pc:sldMkLst>
        <pc:spChg chg="del">
          <ac:chgData name="Fauve Duprez" userId="59fdc1fb-507d-4cdb-a31c-e3fd651e0acf" providerId="ADAL" clId="{768B9E09-3234-4128-980F-C2836DE517E4}" dt="2024-11-26T10:07:58.153" v="12" actId="478"/>
          <ac:spMkLst>
            <pc:docMk/>
            <pc:sldMk cId="3797842869" sldId="2051"/>
            <ac:spMk id="6" creationId="{863FEE13-4088-18BF-76E0-D6B19E3DD5AC}"/>
          </ac:spMkLst>
        </pc:spChg>
      </pc:sldChg>
      <pc:sldChg chg="delSp mod">
        <pc:chgData name="Fauve Duprez" userId="59fdc1fb-507d-4cdb-a31c-e3fd651e0acf" providerId="ADAL" clId="{768B9E09-3234-4128-980F-C2836DE517E4}" dt="2024-11-26T10:08:07.053" v="13" actId="478"/>
        <pc:sldMkLst>
          <pc:docMk/>
          <pc:sldMk cId="804149711" sldId="2053"/>
        </pc:sldMkLst>
        <pc:spChg chg="del">
          <ac:chgData name="Fauve Duprez" userId="59fdc1fb-507d-4cdb-a31c-e3fd651e0acf" providerId="ADAL" clId="{768B9E09-3234-4128-980F-C2836DE517E4}" dt="2024-11-26T10:08:07.053" v="13" actId="478"/>
          <ac:spMkLst>
            <pc:docMk/>
            <pc:sldMk cId="804149711" sldId="2053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8:21.976" v="14" actId="478"/>
        <pc:sldMkLst>
          <pc:docMk/>
          <pc:sldMk cId="3488777933" sldId="2059"/>
        </pc:sldMkLst>
        <pc:spChg chg="del">
          <ac:chgData name="Fauve Duprez" userId="59fdc1fb-507d-4cdb-a31c-e3fd651e0acf" providerId="ADAL" clId="{768B9E09-3234-4128-980F-C2836DE517E4}" dt="2024-11-26T10:08:21.976" v="14" actId="478"/>
          <ac:spMkLst>
            <pc:docMk/>
            <pc:sldMk cId="3488777933" sldId="2059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8:25.523" v="15" actId="478"/>
        <pc:sldMkLst>
          <pc:docMk/>
          <pc:sldMk cId="932671256" sldId="2060"/>
        </pc:sldMkLst>
        <pc:spChg chg="del">
          <ac:chgData name="Fauve Duprez" userId="59fdc1fb-507d-4cdb-a31c-e3fd651e0acf" providerId="ADAL" clId="{768B9E09-3234-4128-980F-C2836DE517E4}" dt="2024-11-26T10:08:25.523" v="15" actId="478"/>
          <ac:spMkLst>
            <pc:docMk/>
            <pc:sldMk cId="932671256" sldId="2060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8:40.958" v="16" actId="478"/>
        <pc:sldMkLst>
          <pc:docMk/>
          <pc:sldMk cId="12897156" sldId="2061"/>
        </pc:sldMkLst>
        <pc:spChg chg="del">
          <ac:chgData name="Fauve Duprez" userId="59fdc1fb-507d-4cdb-a31c-e3fd651e0acf" providerId="ADAL" clId="{768B9E09-3234-4128-980F-C2836DE517E4}" dt="2024-11-26T10:08:40.958" v="16" actId="478"/>
          <ac:spMkLst>
            <pc:docMk/>
            <pc:sldMk cId="12897156" sldId="2061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8:45.607" v="17" actId="478"/>
        <pc:sldMkLst>
          <pc:docMk/>
          <pc:sldMk cId="762118791" sldId="2062"/>
        </pc:sldMkLst>
        <pc:spChg chg="del">
          <ac:chgData name="Fauve Duprez" userId="59fdc1fb-507d-4cdb-a31c-e3fd651e0acf" providerId="ADAL" clId="{768B9E09-3234-4128-980F-C2836DE517E4}" dt="2024-11-26T10:08:45.607" v="17" actId="478"/>
          <ac:spMkLst>
            <pc:docMk/>
            <pc:sldMk cId="762118791" sldId="2062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6T10:09:36.971" v="21" actId="478"/>
        <pc:sldMkLst>
          <pc:docMk/>
          <pc:sldMk cId="231776674" sldId="2066"/>
        </pc:sldMkLst>
        <pc:spChg chg="del">
          <ac:chgData name="Fauve Duprez" userId="59fdc1fb-507d-4cdb-a31c-e3fd651e0acf" providerId="ADAL" clId="{768B9E09-3234-4128-980F-C2836DE517E4}" dt="2024-11-26T10:09:36.971" v="21" actId="478"/>
          <ac:spMkLst>
            <pc:docMk/>
            <pc:sldMk cId="231776674" sldId="2066"/>
            <ac:spMk id="5" creationId="{0E5FB4D5-B452-4AA4-B83E-8DA93E143B9E}"/>
          </ac:spMkLst>
        </pc:spChg>
      </pc:sldChg>
      <pc:sldChg chg="modSp mod">
        <pc:chgData name="Fauve Duprez" userId="59fdc1fb-507d-4cdb-a31c-e3fd651e0acf" providerId="ADAL" clId="{768B9E09-3234-4128-980F-C2836DE517E4}" dt="2024-11-26T10:19:32.417" v="44"/>
        <pc:sldMkLst>
          <pc:docMk/>
          <pc:sldMk cId="3377217503" sldId="2067"/>
        </pc:sldMkLst>
        <pc:spChg chg="mod">
          <ac:chgData name="Fauve Duprez" userId="59fdc1fb-507d-4cdb-a31c-e3fd651e0acf" providerId="ADAL" clId="{768B9E09-3234-4128-980F-C2836DE517E4}" dt="2024-11-26T10:19:32.417" v="44"/>
          <ac:spMkLst>
            <pc:docMk/>
            <pc:sldMk cId="3377217503" sldId="2067"/>
            <ac:spMk id="2" creationId="{1D528B7A-3168-440C-A60C-A036931164EC}"/>
          </ac:spMkLst>
        </pc:spChg>
      </pc:sldChg>
      <pc:sldChg chg="delSp mod">
        <pc:chgData name="Fauve Duprez" userId="59fdc1fb-507d-4cdb-a31c-e3fd651e0acf" providerId="ADAL" clId="{768B9E09-3234-4128-980F-C2836DE517E4}" dt="2024-11-26T10:07:36.766" v="11" actId="478"/>
        <pc:sldMkLst>
          <pc:docMk/>
          <pc:sldMk cId="4106062167" sldId="2068"/>
        </pc:sldMkLst>
        <pc:spChg chg="del">
          <ac:chgData name="Fauve Duprez" userId="59fdc1fb-507d-4cdb-a31c-e3fd651e0acf" providerId="ADAL" clId="{768B9E09-3234-4128-980F-C2836DE517E4}" dt="2024-11-26T10:07:36.766" v="11" actId="478"/>
          <ac:spMkLst>
            <pc:docMk/>
            <pc:sldMk cId="4106062167" sldId="2068"/>
            <ac:spMk id="5" creationId="{0E5FB4D5-B452-4AA4-B83E-8DA93E143B9E}"/>
          </ac:spMkLst>
        </pc:spChg>
      </pc:sldChg>
      <pc:sldChg chg="modSp mod">
        <pc:chgData name="Fauve Duprez" userId="59fdc1fb-507d-4cdb-a31c-e3fd651e0acf" providerId="ADAL" clId="{768B9E09-3234-4128-980F-C2836DE517E4}" dt="2024-11-26T10:13:59.278" v="43" actId="20577"/>
        <pc:sldMkLst>
          <pc:docMk/>
          <pc:sldMk cId="3914026202" sldId="2070"/>
        </pc:sldMkLst>
        <pc:spChg chg="mod">
          <ac:chgData name="Fauve Duprez" userId="59fdc1fb-507d-4cdb-a31c-e3fd651e0acf" providerId="ADAL" clId="{768B9E09-3234-4128-980F-C2836DE517E4}" dt="2024-11-26T10:13:59.278" v="43" actId="20577"/>
          <ac:spMkLst>
            <pc:docMk/>
            <pc:sldMk cId="3914026202" sldId="2070"/>
            <ac:spMk id="3" creationId="{AFA9732D-AB41-4AF6-9647-B5196F5786EE}"/>
          </ac:spMkLst>
        </pc:spChg>
      </pc:sldChg>
      <pc:sldChg chg="delSp mod">
        <pc:chgData name="Fauve Duprez" userId="59fdc1fb-507d-4cdb-a31c-e3fd651e0acf" providerId="ADAL" clId="{768B9E09-3234-4128-980F-C2836DE517E4}" dt="2024-11-28T16:06:38.090" v="46" actId="478"/>
        <pc:sldMkLst>
          <pc:docMk/>
          <pc:sldMk cId="3481569661" sldId="2072"/>
        </pc:sldMkLst>
        <pc:spChg chg="del">
          <ac:chgData name="Fauve Duprez" userId="59fdc1fb-507d-4cdb-a31c-e3fd651e0acf" providerId="ADAL" clId="{768B9E09-3234-4128-980F-C2836DE517E4}" dt="2024-11-28T16:06:38.090" v="46" actId="478"/>
          <ac:spMkLst>
            <pc:docMk/>
            <pc:sldMk cId="3481569661" sldId="2072"/>
            <ac:spMk id="6" creationId="{863FEE13-4088-18BF-76E0-D6B19E3DD5AC}"/>
          </ac:spMkLst>
        </pc:spChg>
      </pc:sldChg>
      <pc:sldChg chg="delSp mod">
        <pc:chgData name="Fauve Duprez" userId="59fdc1fb-507d-4cdb-a31c-e3fd651e0acf" providerId="ADAL" clId="{768B9E09-3234-4128-980F-C2836DE517E4}" dt="2024-11-28T16:06:18.078" v="45" actId="478"/>
        <pc:sldMkLst>
          <pc:docMk/>
          <pc:sldMk cId="2348625057" sldId="2073"/>
        </pc:sldMkLst>
        <pc:spChg chg="del">
          <ac:chgData name="Fauve Duprez" userId="59fdc1fb-507d-4cdb-a31c-e3fd651e0acf" providerId="ADAL" clId="{768B9E09-3234-4128-980F-C2836DE517E4}" dt="2024-11-28T16:06:18.078" v="45" actId="478"/>
          <ac:spMkLst>
            <pc:docMk/>
            <pc:sldMk cId="2348625057" sldId="2073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06:47.919" v="47" actId="478"/>
        <pc:sldMkLst>
          <pc:docMk/>
          <pc:sldMk cId="1771947816" sldId="2076"/>
        </pc:sldMkLst>
        <pc:spChg chg="del">
          <ac:chgData name="Fauve Duprez" userId="59fdc1fb-507d-4cdb-a31c-e3fd651e0acf" providerId="ADAL" clId="{768B9E09-3234-4128-980F-C2836DE517E4}" dt="2024-11-28T16:06:47.919" v="47" actId="478"/>
          <ac:spMkLst>
            <pc:docMk/>
            <pc:sldMk cId="1771947816" sldId="2076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06:52.468" v="48" actId="478"/>
        <pc:sldMkLst>
          <pc:docMk/>
          <pc:sldMk cId="3663528800" sldId="2077"/>
        </pc:sldMkLst>
        <pc:spChg chg="del">
          <ac:chgData name="Fauve Duprez" userId="59fdc1fb-507d-4cdb-a31c-e3fd651e0acf" providerId="ADAL" clId="{768B9E09-3234-4128-980F-C2836DE517E4}" dt="2024-11-28T16:06:52.468" v="48" actId="478"/>
          <ac:spMkLst>
            <pc:docMk/>
            <pc:sldMk cId="3663528800" sldId="2077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06:55.936" v="49" actId="478"/>
        <pc:sldMkLst>
          <pc:docMk/>
          <pc:sldMk cId="449993345" sldId="2078"/>
        </pc:sldMkLst>
        <pc:spChg chg="del">
          <ac:chgData name="Fauve Duprez" userId="59fdc1fb-507d-4cdb-a31c-e3fd651e0acf" providerId="ADAL" clId="{768B9E09-3234-4128-980F-C2836DE517E4}" dt="2024-11-28T16:06:55.936" v="49" actId="478"/>
          <ac:spMkLst>
            <pc:docMk/>
            <pc:sldMk cId="449993345" sldId="2078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06:58.494" v="50" actId="478"/>
        <pc:sldMkLst>
          <pc:docMk/>
          <pc:sldMk cId="4069568477" sldId="2079"/>
        </pc:sldMkLst>
        <pc:spChg chg="del">
          <ac:chgData name="Fauve Duprez" userId="59fdc1fb-507d-4cdb-a31c-e3fd651e0acf" providerId="ADAL" clId="{768B9E09-3234-4128-980F-C2836DE517E4}" dt="2024-11-28T16:06:58.494" v="50" actId="478"/>
          <ac:spMkLst>
            <pc:docMk/>
            <pc:sldMk cId="4069568477" sldId="2079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768B9E09-3234-4128-980F-C2836DE517E4}" dt="2024-11-28T16:07:01.541" v="51" actId="478"/>
        <pc:sldMkLst>
          <pc:docMk/>
          <pc:sldMk cId="2463860811" sldId="2080"/>
        </pc:sldMkLst>
        <pc:spChg chg="del">
          <ac:chgData name="Fauve Duprez" userId="59fdc1fb-507d-4cdb-a31c-e3fd651e0acf" providerId="ADAL" clId="{768B9E09-3234-4128-980F-C2836DE517E4}" dt="2024-11-28T16:07:01.541" v="51" actId="478"/>
          <ac:spMkLst>
            <pc:docMk/>
            <pc:sldMk cId="2463860811" sldId="2080"/>
            <ac:spMk id="12" creationId="{3C563EF9-E2A2-4861-B7E8-EFB6F760270B}"/>
          </ac:spMkLst>
        </pc:spChg>
      </pc:sldChg>
      <pc:sldChg chg="delSp mod">
        <pc:chgData name="Fauve Duprez" userId="59fdc1fb-507d-4cdb-a31c-e3fd651e0acf" providerId="ADAL" clId="{768B9E09-3234-4128-980F-C2836DE517E4}" dt="2024-11-28T16:07:25.739" v="52" actId="478"/>
        <pc:sldMkLst>
          <pc:docMk/>
          <pc:sldMk cId="4072340759" sldId="2082"/>
        </pc:sldMkLst>
        <pc:spChg chg="del">
          <ac:chgData name="Fauve Duprez" userId="59fdc1fb-507d-4cdb-a31c-e3fd651e0acf" providerId="ADAL" clId="{768B9E09-3234-4128-980F-C2836DE517E4}" dt="2024-11-28T16:07:25.739" v="52" actId="478"/>
          <ac:spMkLst>
            <pc:docMk/>
            <pc:sldMk cId="4072340759" sldId="2082"/>
            <ac:spMk id="5" creationId="{0E5FB4D5-B452-4AA4-B83E-8DA93E143B9E}"/>
          </ac:spMkLst>
        </pc:spChg>
      </pc:sldChg>
    </pc:docChg>
  </pc:docChgLst>
  <pc:docChgLst>
    <pc:chgData name="Fauve Duprez" userId="59fdc1fb-507d-4cdb-a31c-e3fd651e0acf" providerId="ADAL" clId="{F80ECC3C-7C9B-4F3A-827B-CCC57A29F7A0}"/>
    <pc:docChg chg="modSld">
      <pc:chgData name="Fauve Duprez" userId="59fdc1fb-507d-4cdb-a31c-e3fd651e0acf" providerId="ADAL" clId="{F80ECC3C-7C9B-4F3A-827B-CCC57A29F7A0}" dt="2024-08-06T11:33:41.503" v="24" actId="20577"/>
      <pc:docMkLst>
        <pc:docMk/>
      </pc:docMkLst>
      <pc:sldChg chg="modSp mod">
        <pc:chgData name="Fauve Duprez" userId="59fdc1fb-507d-4cdb-a31c-e3fd651e0acf" providerId="ADAL" clId="{F80ECC3C-7C9B-4F3A-827B-CCC57A29F7A0}" dt="2024-08-06T11:32:47.322" v="19" actId="20577"/>
        <pc:sldMkLst>
          <pc:docMk/>
          <pc:sldMk cId="4162507869" sldId="259"/>
        </pc:sldMkLst>
        <pc:spChg chg="mod">
          <ac:chgData name="Fauve Duprez" userId="59fdc1fb-507d-4cdb-a31c-e3fd651e0acf" providerId="ADAL" clId="{F80ECC3C-7C9B-4F3A-827B-CCC57A29F7A0}" dt="2024-08-06T11:32:47.322" v="19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modSp mod">
        <pc:chgData name="Fauve Duprez" userId="59fdc1fb-507d-4cdb-a31c-e3fd651e0acf" providerId="ADAL" clId="{F80ECC3C-7C9B-4F3A-827B-CCC57A29F7A0}" dt="2024-08-06T11:33:05.343" v="20" actId="20577"/>
        <pc:sldMkLst>
          <pc:docMk/>
          <pc:sldMk cId="4021574165" sldId="1721"/>
        </pc:sldMkLst>
        <pc:spChg chg="mod">
          <ac:chgData name="Fauve Duprez" userId="59fdc1fb-507d-4cdb-a31c-e3fd651e0acf" providerId="ADAL" clId="{F80ECC3C-7C9B-4F3A-827B-CCC57A29F7A0}" dt="2024-08-06T11:33:05.343" v="20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F80ECC3C-7C9B-4F3A-827B-CCC57A29F7A0}" dt="2024-08-06T11:33:13.421" v="21" actId="20577"/>
        <pc:sldMkLst>
          <pc:docMk/>
          <pc:sldMk cId="2357406962" sldId="1769"/>
        </pc:sldMkLst>
        <pc:spChg chg="mod">
          <ac:chgData name="Fauve Duprez" userId="59fdc1fb-507d-4cdb-a31c-e3fd651e0acf" providerId="ADAL" clId="{F80ECC3C-7C9B-4F3A-827B-CCC57A29F7A0}" dt="2024-08-06T11:33:13.421" v="21" actId="20577"/>
          <ac:spMkLst>
            <pc:docMk/>
            <pc:sldMk cId="2357406962" sldId="1769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F80ECC3C-7C9B-4F3A-827B-CCC57A29F7A0}" dt="2024-08-06T11:33:29.813" v="23" actId="20577"/>
        <pc:sldMkLst>
          <pc:docMk/>
          <pc:sldMk cId="238202101" sldId="2030"/>
        </pc:sldMkLst>
        <pc:spChg chg="mod">
          <ac:chgData name="Fauve Duprez" userId="59fdc1fb-507d-4cdb-a31c-e3fd651e0acf" providerId="ADAL" clId="{F80ECC3C-7C9B-4F3A-827B-CCC57A29F7A0}" dt="2024-08-06T11:33:29.813" v="23" actId="20577"/>
          <ac:spMkLst>
            <pc:docMk/>
            <pc:sldMk cId="238202101" sldId="2030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F80ECC3C-7C9B-4F3A-827B-CCC57A29F7A0}" dt="2024-08-06T11:33:41.503" v="24" actId="20577"/>
        <pc:sldMkLst>
          <pc:docMk/>
          <pc:sldMk cId="3377217503" sldId="2067"/>
        </pc:sldMkLst>
        <pc:spChg chg="mod">
          <ac:chgData name="Fauve Duprez" userId="59fdc1fb-507d-4cdb-a31c-e3fd651e0acf" providerId="ADAL" clId="{F80ECC3C-7C9B-4F3A-827B-CCC57A29F7A0}" dt="2024-08-06T11:33:41.503" v="24" actId="20577"/>
          <ac:spMkLst>
            <pc:docMk/>
            <pc:sldMk cId="3377217503" sldId="2067"/>
            <ac:spMk id="4" creationId="{AFADBEE7-7DB1-4468-A19F-EE1EC696AF82}"/>
          </ac:spMkLst>
        </pc:spChg>
      </pc:sldChg>
    </pc:docChg>
  </pc:docChgLst>
  <pc:docChgLst>
    <pc:chgData name="Thijs Hauspie" userId="c5aa01d0-0751-4207-a587-d7124c844d8f" providerId="ADAL" clId="{DA38665A-D2EF-4503-AD33-27E99CB462D0}"/>
    <pc:docChg chg="undo redo custSel addSld delSld modSld sldOrd modSection">
      <pc:chgData name="Thijs Hauspie" userId="c5aa01d0-0751-4207-a587-d7124c844d8f" providerId="ADAL" clId="{DA38665A-D2EF-4503-AD33-27E99CB462D0}" dt="2023-11-29T13:46:27.664" v="5369"/>
      <pc:docMkLst>
        <pc:docMk/>
      </pc:docMkLst>
      <pc:sldChg chg="modSp mod">
        <pc:chgData name="Thijs Hauspie" userId="c5aa01d0-0751-4207-a587-d7124c844d8f" providerId="ADAL" clId="{DA38665A-D2EF-4503-AD33-27E99CB462D0}" dt="2023-11-28T21:35:23.003" v="2151" actId="403"/>
        <pc:sldMkLst>
          <pc:docMk/>
          <pc:sldMk cId="4162507869" sldId="259"/>
        </pc:sldMkLst>
        <pc:spChg chg="mod">
          <ac:chgData name="Thijs Hauspie" userId="c5aa01d0-0751-4207-a587-d7124c844d8f" providerId="ADAL" clId="{DA38665A-D2EF-4503-AD33-27E99CB462D0}" dt="2023-11-28T21:35:23.003" v="2151" actId="403"/>
          <ac:spMkLst>
            <pc:docMk/>
            <pc:sldMk cId="4162507869" sldId="259"/>
            <ac:spMk id="4" creationId="{AFADBEE7-7DB1-4468-A19F-EE1EC696AF82}"/>
          </ac:spMkLst>
        </pc:spChg>
      </pc:sldChg>
      <pc:sldChg chg="modSp add mod">
        <pc:chgData name="Thijs Hauspie" userId="c5aa01d0-0751-4207-a587-d7124c844d8f" providerId="ADAL" clId="{DA38665A-D2EF-4503-AD33-27E99CB462D0}" dt="2023-11-28T16:33:10.897" v="364" actId="1076"/>
        <pc:sldMkLst>
          <pc:docMk/>
          <pc:sldMk cId="87977084" sldId="1666"/>
        </pc:sldMkLst>
        <pc:spChg chg="mod">
          <ac:chgData name="Thijs Hauspie" userId="c5aa01d0-0751-4207-a587-d7124c844d8f" providerId="ADAL" clId="{DA38665A-D2EF-4503-AD33-27E99CB462D0}" dt="2023-11-28T16:32:09.749" v="360"/>
          <ac:spMkLst>
            <pc:docMk/>
            <pc:sldMk cId="87977084" sldId="1666"/>
            <ac:spMk id="5" creationId="{3A004925-A370-44E2-A732-52A6295CBDEB}"/>
          </ac:spMkLst>
        </pc:spChg>
        <pc:picChg chg="mod">
          <ac:chgData name="Thijs Hauspie" userId="c5aa01d0-0751-4207-a587-d7124c844d8f" providerId="ADAL" clId="{DA38665A-D2EF-4503-AD33-27E99CB462D0}" dt="2023-11-28T16:33:10.897" v="364" actId="1076"/>
          <ac:picMkLst>
            <pc:docMk/>
            <pc:sldMk cId="87977084" sldId="1666"/>
            <ac:picMk id="4" creationId="{FA8181DE-0D06-40F8-A69A-ED46C4E65D35}"/>
          </ac:picMkLst>
        </pc:picChg>
      </pc:sldChg>
      <pc:sldChg chg="addSp delSp modSp add mod">
        <pc:chgData name="Thijs Hauspie" userId="c5aa01d0-0751-4207-a587-d7124c844d8f" providerId="ADAL" clId="{DA38665A-D2EF-4503-AD33-27E99CB462D0}" dt="2023-11-28T17:13:37.337" v="936" actId="1076"/>
        <pc:sldMkLst>
          <pc:docMk/>
          <pc:sldMk cId="3670847624" sldId="1668"/>
        </pc:sldMkLst>
        <pc:spChg chg="mod">
          <ac:chgData name="Thijs Hauspie" userId="c5aa01d0-0751-4207-a587-d7124c844d8f" providerId="ADAL" clId="{DA38665A-D2EF-4503-AD33-27E99CB462D0}" dt="2023-11-28T16:34:53.580" v="371"/>
          <ac:spMkLst>
            <pc:docMk/>
            <pc:sldMk cId="3670847624" sldId="1668"/>
            <ac:spMk id="5" creationId="{3A004925-A370-44E2-A732-52A6295CBDEB}"/>
          </ac:spMkLst>
        </pc:spChg>
        <pc:spChg chg="mod">
          <ac:chgData name="Thijs Hauspie" userId="c5aa01d0-0751-4207-a587-d7124c844d8f" providerId="ADAL" clId="{DA38665A-D2EF-4503-AD33-27E99CB462D0}" dt="2023-11-28T17:13:36.138" v="935" actId="14"/>
          <ac:spMkLst>
            <pc:docMk/>
            <pc:sldMk cId="3670847624" sldId="1668"/>
            <ac:spMk id="6" creationId="{D218D92A-74AD-49F8-A8A9-AD801B689B50}"/>
          </ac:spMkLst>
        </pc:spChg>
        <pc:picChg chg="del">
          <ac:chgData name="Thijs Hauspie" userId="c5aa01d0-0751-4207-a587-d7124c844d8f" providerId="ADAL" clId="{DA38665A-D2EF-4503-AD33-27E99CB462D0}" dt="2023-11-28T16:38:36.935" v="372" actId="478"/>
          <ac:picMkLst>
            <pc:docMk/>
            <pc:sldMk cId="3670847624" sldId="1668"/>
            <ac:picMk id="4" creationId="{2C2DC487-4209-4347-948A-EAC5B2735AFB}"/>
          </ac:picMkLst>
        </pc:picChg>
        <pc:picChg chg="del">
          <ac:chgData name="Thijs Hauspie" userId="c5aa01d0-0751-4207-a587-d7124c844d8f" providerId="ADAL" clId="{DA38665A-D2EF-4503-AD33-27E99CB462D0}" dt="2023-11-28T16:38:39.072" v="373" actId="478"/>
          <ac:picMkLst>
            <pc:docMk/>
            <pc:sldMk cId="3670847624" sldId="1668"/>
            <ac:picMk id="7" creationId="{E938D5FE-8DD0-4793-AB21-FB2F8FDD9AD7}"/>
          </ac:picMkLst>
        </pc:picChg>
        <pc:picChg chg="add mod">
          <ac:chgData name="Thijs Hauspie" userId="c5aa01d0-0751-4207-a587-d7124c844d8f" providerId="ADAL" clId="{DA38665A-D2EF-4503-AD33-27E99CB462D0}" dt="2023-11-28T17:13:37.337" v="936" actId="1076"/>
          <ac:picMkLst>
            <pc:docMk/>
            <pc:sldMk cId="3670847624" sldId="1668"/>
            <ac:picMk id="8" creationId="{EABFCD5F-E78D-617F-46A4-E27195FACD38}"/>
          </ac:picMkLst>
        </pc:picChg>
        <pc:picChg chg="add del">
          <ac:chgData name="Thijs Hauspie" userId="c5aa01d0-0751-4207-a587-d7124c844d8f" providerId="ADAL" clId="{DA38665A-D2EF-4503-AD33-27E99CB462D0}" dt="2023-11-28T16:39:28.320" v="379" actId="478"/>
          <ac:picMkLst>
            <pc:docMk/>
            <pc:sldMk cId="3670847624" sldId="1668"/>
            <ac:picMk id="10" creationId="{54BC1914-6E80-4916-63AB-6E26C65292D0}"/>
          </ac:picMkLst>
        </pc:picChg>
        <pc:picChg chg="add mod">
          <ac:chgData name="Thijs Hauspie" userId="c5aa01d0-0751-4207-a587-d7124c844d8f" providerId="ADAL" clId="{DA38665A-D2EF-4503-AD33-27E99CB462D0}" dt="2023-11-28T16:39:39.295" v="385" actId="1076"/>
          <ac:picMkLst>
            <pc:docMk/>
            <pc:sldMk cId="3670847624" sldId="1668"/>
            <ac:picMk id="12" creationId="{04665BE5-8DAB-E8D2-E987-30C5CC2EEA47}"/>
          </ac:picMkLst>
        </pc:picChg>
        <pc:picChg chg="add del mod">
          <ac:chgData name="Thijs Hauspie" userId="c5aa01d0-0751-4207-a587-d7124c844d8f" providerId="ADAL" clId="{DA38665A-D2EF-4503-AD33-27E99CB462D0}" dt="2023-11-28T16:53:08.539" v="433" actId="21"/>
          <ac:picMkLst>
            <pc:docMk/>
            <pc:sldMk cId="3670847624" sldId="1668"/>
            <ac:picMk id="13" creationId="{F109068E-0ED4-646F-B621-8A266A772F5E}"/>
          </ac:picMkLst>
        </pc:picChg>
      </pc:sldChg>
      <pc:sldChg chg="modSp mod">
        <pc:chgData name="Thijs Hauspie" userId="c5aa01d0-0751-4207-a587-d7124c844d8f" providerId="ADAL" clId="{DA38665A-D2EF-4503-AD33-27E99CB462D0}" dt="2023-11-29T08:24:47.194" v="2163" actId="403"/>
        <pc:sldMkLst>
          <pc:docMk/>
          <pc:sldMk cId="4018008952" sldId="1680"/>
        </pc:sldMkLst>
        <pc:spChg chg="mod">
          <ac:chgData name="Thijs Hauspie" userId="c5aa01d0-0751-4207-a587-d7124c844d8f" providerId="ADAL" clId="{DA38665A-D2EF-4503-AD33-27E99CB462D0}" dt="2023-11-29T08:24:47.194" v="2163" actId="403"/>
          <ac:spMkLst>
            <pc:docMk/>
            <pc:sldMk cId="4018008952" sldId="1680"/>
            <ac:spMk id="2" creationId="{2487FA35-A2A9-47D2-B705-6EA42514C1AE}"/>
          </ac:spMkLst>
        </pc:spChg>
      </pc:sldChg>
      <pc:sldChg chg="addSp delSp modSp mod">
        <pc:chgData name="Thijs Hauspie" userId="c5aa01d0-0751-4207-a587-d7124c844d8f" providerId="ADAL" clId="{DA38665A-D2EF-4503-AD33-27E99CB462D0}" dt="2023-11-28T15:28:45.916" v="235" actId="1076"/>
        <pc:sldMkLst>
          <pc:docMk/>
          <pc:sldMk cId="912549233" sldId="1736"/>
        </pc:sldMkLst>
        <pc:spChg chg="mod">
          <ac:chgData name="Thijs Hauspie" userId="c5aa01d0-0751-4207-a587-d7124c844d8f" providerId="ADAL" clId="{DA38665A-D2EF-4503-AD33-27E99CB462D0}" dt="2023-11-28T15:23:08.937" v="137" actId="20577"/>
          <ac:spMkLst>
            <pc:docMk/>
            <pc:sldMk cId="912549233" sldId="1736"/>
            <ac:spMk id="3" creationId="{3CDE1E18-32B6-415F-BB7E-BD52DF9237A0}"/>
          </ac:spMkLst>
        </pc:spChg>
        <pc:spChg chg="del">
          <ac:chgData name="Thijs Hauspie" userId="c5aa01d0-0751-4207-a587-d7124c844d8f" providerId="ADAL" clId="{DA38665A-D2EF-4503-AD33-27E99CB462D0}" dt="2023-11-28T15:28:44.343" v="234" actId="478"/>
          <ac:spMkLst>
            <pc:docMk/>
            <pc:sldMk cId="912549233" sldId="1736"/>
            <ac:spMk id="5" creationId="{6F258E83-974B-48F2-8F14-B1D94DB291B2}"/>
          </ac:spMkLst>
        </pc:spChg>
        <pc:picChg chg="add mod">
          <ac:chgData name="Thijs Hauspie" userId="c5aa01d0-0751-4207-a587-d7124c844d8f" providerId="ADAL" clId="{DA38665A-D2EF-4503-AD33-27E99CB462D0}" dt="2023-11-28T15:28:42.159" v="233" actId="1076"/>
          <ac:picMkLst>
            <pc:docMk/>
            <pc:sldMk cId="912549233" sldId="1736"/>
            <ac:picMk id="7" creationId="{ACA786ED-F9BF-E58E-50A0-1880985588EF}"/>
          </ac:picMkLst>
        </pc:picChg>
        <pc:picChg chg="add mod">
          <ac:chgData name="Thijs Hauspie" userId="c5aa01d0-0751-4207-a587-d7124c844d8f" providerId="ADAL" clId="{DA38665A-D2EF-4503-AD33-27E99CB462D0}" dt="2023-11-28T15:28:45.916" v="235" actId="1076"/>
          <ac:picMkLst>
            <pc:docMk/>
            <pc:sldMk cId="912549233" sldId="1736"/>
            <ac:picMk id="8" creationId="{3CC37CC2-B108-87B0-08BE-6DAA7E726DF6}"/>
          </ac:picMkLst>
        </pc:picChg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649963982" sldId="176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291000262" sldId="1762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531235983" sldId="178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742242949" sldId="1788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4115517203" sldId="1789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733060434" sldId="179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691673434" sldId="183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660470628" sldId="183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4008671164" sldId="184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983396007" sldId="184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436791669" sldId="1847"/>
        </pc:sldMkLst>
      </pc:sldChg>
      <pc:sldChg chg="modSp mod">
        <pc:chgData name="Thijs Hauspie" userId="c5aa01d0-0751-4207-a587-d7124c844d8f" providerId="ADAL" clId="{DA38665A-D2EF-4503-AD33-27E99CB462D0}" dt="2023-11-28T15:27:19.589" v="226"/>
        <pc:sldMkLst>
          <pc:docMk/>
          <pc:sldMk cId="3913591251" sldId="1913"/>
        </pc:sldMkLst>
        <pc:spChg chg="mod">
          <ac:chgData name="Thijs Hauspie" userId="c5aa01d0-0751-4207-a587-d7124c844d8f" providerId="ADAL" clId="{DA38665A-D2EF-4503-AD33-27E99CB462D0}" dt="2023-11-28T15:27:19.589" v="226"/>
          <ac:spMkLst>
            <pc:docMk/>
            <pc:sldMk cId="3913591251" sldId="1913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DA38665A-D2EF-4503-AD33-27E99CB462D0}" dt="2023-11-28T16:29:31.393" v="346"/>
        <pc:sldMkLst>
          <pc:docMk/>
          <pc:sldMk cId="1773584779" sldId="1914"/>
        </pc:sldMkLst>
        <pc:spChg chg="mod">
          <ac:chgData name="Thijs Hauspie" userId="c5aa01d0-0751-4207-a587-d7124c844d8f" providerId="ADAL" clId="{DA38665A-D2EF-4503-AD33-27E99CB462D0}" dt="2023-11-28T16:29:31.393" v="346"/>
          <ac:spMkLst>
            <pc:docMk/>
            <pc:sldMk cId="1773584779" sldId="1914"/>
            <ac:spMk id="7" creationId="{2511D50A-E399-4DFD-994E-025F7BF843B6}"/>
          </ac:spMkLst>
        </pc:spChg>
      </pc:sldChg>
      <pc:sldChg chg="modSp del mod">
        <pc:chgData name="Thijs Hauspie" userId="c5aa01d0-0751-4207-a587-d7124c844d8f" providerId="ADAL" clId="{DA38665A-D2EF-4503-AD33-27E99CB462D0}" dt="2023-11-28T16:33:18.406" v="365" actId="47"/>
        <pc:sldMkLst>
          <pc:docMk/>
          <pc:sldMk cId="2958057923" sldId="1916"/>
        </pc:sldMkLst>
        <pc:spChg chg="mod">
          <ac:chgData name="Thijs Hauspie" userId="c5aa01d0-0751-4207-a587-d7124c844d8f" providerId="ADAL" clId="{DA38665A-D2EF-4503-AD33-27E99CB462D0}" dt="2023-11-28T16:32:16.196" v="361"/>
          <ac:spMkLst>
            <pc:docMk/>
            <pc:sldMk cId="2958057923" sldId="1916"/>
            <ac:spMk id="7" creationId="{2511D50A-E399-4DFD-994E-025F7BF843B6}"/>
          </ac:spMkLst>
        </pc:spChg>
      </pc:sldChg>
      <pc:sldChg chg="del">
        <pc:chgData name="Thijs Hauspie" userId="c5aa01d0-0751-4207-a587-d7124c844d8f" providerId="ADAL" clId="{DA38665A-D2EF-4503-AD33-27E99CB462D0}" dt="2023-11-28T16:34:37.692" v="368" actId="47"/>
        <pc:sldMkLst>
          <pc:docMk/>
          <pc:sldMk cId="1419625566" sldId="1917"/>
        </pc:sldMkLst>
      </pc:sldChg>
      <pc:sldChg chg="del">
        <pc:chgData name="Thijs Hauspie" userId="c5aa01d0-0751-4207-a587-d7124c844d8f" providerId="ADAL" clId="{DA38665A-D2EF-4503-AD33-27E99CB462D0}" dt="2023-11-28T16:34:39.189" v="369" actId="47"/>
        <pc:sldMkLst>
          <pc:docMk/>
          <pc:sldMk cId="1568167252" sldId="1918"/>
        </pc:sldMkLst>
      </pc:sldChg>
      <pc:sldChg chg="modSp mod">
        <pc:chgData name="Thijs Hauspie" userId="c5aa01d0-0751-4207-a587-d7124c844d8f" providerId="ADAL" clId="{DA38665A-D2EF-4503-AD33-27E99CB462D0}" dt="2023-11-28T17:12:59.044" v="932" actId="20577"/>
        <pc:sldMkLst>
          <pc:docMk/>
          <pc:sldMk cId="3061508551" sldId="1920"/>
        </pc:sldMkLst>
        <pc:spChg chg="mod">
          <ac:chgData name="Thijs Hauspie" userId="c5aa01d0-0751-4207-a587-d7124c844d8f" providerId="ADAL" clId="{DA38665A-D2EF-4503-AD33-27E99CB462D0}" dt="2023-11-28T17:12:59.044" v="932" actId="20577"/>
          <ac:spMkLst>
            <pc:docMk/>
            <pc:sldMk cId="3061508551" sldId="1920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6:54:27.700" v="504"/>
          <ac:spMkLst>
            <pc:docMk/>
            <pc:sldMk cId="3061508551" sldId="1920"/>
            <ac:spMk id="7" creationId="{2511D50A-E399-4DFD-994E-025F7BF843B6}"/>
          </ac:spMkLst>
        </pc:spChg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84028302" sldId="1921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432980060" sldId="1925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4226645351" sldId="1928"/>
        </pc:sldMkLst>
      </pc:sldChg>
      <pc:sldChg chg="del">
        <pc:chgData name="Thijs Hauspie" userId="c5aa01d0-0751-4207-a587-d7124c844d8f" providerId="ADAL" clId="{DA38665A-D2EF-4503-AD33-27E99CB462D0}" dt="2023-11-28T16:34:36.114" v="367" actId="47"/>
        <pc:sldMkLst>
          <pc:docMk/>
          <pc:sldMk cId="1900243790" sldId="1930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204640794" sldId="1931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222488378" sldId="1932"/>
        </pc:sldMkLst>
      </pc:sldChg>
      <pc:sldChg chg="delSp modSp mod">
        <pc:chgData name="Thijs Hauspie" userId="c5aa01d0-0751-4207-a587-d7124c844d8f" providerId="ADAL" clId="{DA38665A-D2EF-4503-AD33-27E99CB462D0}" dt="2023-11-29T13:08:06.953" v="4824" actId="478"/>
        <pc:sldMkLst>
          <pc:docMk/>
          <pc:sldMk cId="1553935732" sldId="1948"/>
        </pc:sldMkLst>
        <pc:spChg chg="mod">
          <ac:chgData name="Thijs Hauspie" userId="c5aa01d0-0751-4207-a587-d7124c844d8f" providerId="ADAL" clId="{DA38665A-D2EF-4503-AD33-27E99CB462D0}" dt="2023-11-29T13:04:18.296" v="4798"/>
          <ac:spMkLst>
            <pc:docMk/>
            <pc:sldMk cId="1553935732" sldId="1948"/>
            <ac:spMk id="5" creationId="{3A004925-A370-44E2-A732-52A6295CBDEB}"/>
          </ac:spMkLst>
        </pc:spChg>
        <pc:grpChg chg="del">
          <ac:chgData name="Thijs Hauspie" userId="c5aa01d0-0751-4207-a587-d7124c844d8f" providerId="ADAL" clId="{DA38665A-D2EF-4503-AD33-27E99CB462D0}" dt="2023-11-29T13:04:20.911" v="4799" actId="478"/>
          <ac:grpSpMkLst>
            <pc:docMk/>
            <pc:sldMk cId="1553935732" sldId="1948"/>
            <ac:grpSpMk id="20" creationId="{AB2A89DD-519F-3C8B-1A44-4B76A3489AE2}"/>
          </ac:grpSpMkLst>
        </pc:grpChg>
        <pc:grpChg chg="mod">
          <ac:chgData name="Thijs Hauspie" userId="c5aa01d0-0751-4207-a587-d7124c844d8f" providerId="ADAL" clId="{DA38665A-D2EF-4503-AD33-27E99CB462D0}" dt="2023-11-29T13:05:24.961" v="4802" actId="1076"/>
          <ac:grpSpMkLst>
            <pc:docMk/>
            <pc:sldMk cId="1553935732" sldId="1948"/>
            <ac:grpSpMk id="26" creationId="{9D5645BC-CD74-4587-95BD-3153464CB681}"/>
          </ac:grpSpMkLst>
        </pc:grpChg>
        <pc:picChg chg="mod">
          <ac:chgData name="Thijs Hauspie" userId="c5aa01d0-0751-4207-a587-d7124c844d8f" providerId="ADAL" clId="{DA38665A-D2EF-4503-AD33-27E99CB462D0}" dt="2023-11-29T13:05:27.849" v="4804" actId="14826"/>
          <ac:picMkLst>
            <pc:docMk/>
            <pc:sldMk cId="1553935732" sldId="1948"/>
            <ac:picMk id="4" creationId="{FA8181DE-0D06-40F8-A69A-ED46C4E65D35}"/>
          </ac:picMkLst>
        </pc:picChg>
        <pc:picChg chg="del">
          <ac:chgData name="Thijs Hauspie" userId="c5aa01d0-0751-4207-a587-d7124c844d8f" providerId="ADAL" clId="{DA38665A-D2EF-4503-AD33-27E99CB462D0}" dt="2023-11-29T13:08:06.953" v="4824" actId="478"/>
          <ac:picMkLst>
            <pc:docMk/>
            <pc:sldMk cId="1553935732" sldId="1948"/>
            <ac:picMk id="27" creationId="{688F523B-38C8-379F-E507-082F8525E97F}"/>
          </ac:picMkLst>
        </pc:picChg>
      </pc:sldChg>
      <pc:sldChg chg="add del">
        <pc:chgData name="Thijs Hauspie" userId="c5aa01d0-0751-4207-a587-d7124c844d8f" providerId="ADAL" clId="{DA38665A-D2EF-4503-AD33-27E99CB462D0}" dt="2023-11-29T13:06:14.532" v="4807" actId="47"/>
        <pc:sldMkLst>
          <pc:docMk/>
          <pc:sldMk cId="1513782228" sldId="1949"/>
        </pc:sldMkLst>
      </pc:sldChg>
      <pc:sldChg chg="addSp delSp modSp add mod ord">
        <pc:chgData name="Thijs Hauspie" userId="c5aa01d0-0751-4207-a587-d7124c844d8f" providerId="ADAL" clId="{DA38665A-D2EF-4503-AD33-27E99CB462D0}" dt="2023-11-29T13:17:24.960" v="5119"/>
        <pc:sldMkLst>
          <pc:docMk/>
          <pc:sldMk cId="3905289055" sldId="1950"/>
        </pc:sldMkLst>
        <pc:spChg chg="add mod">
          <ac:chgData name="Thijs Hauspie" userId="c5aa01d0-0751-4207-a587-d7124c844d8f" providerId="ADAL" clId="{DA38665A-D2EF-4503-AD33-27E99CB462D0}" dt="2023-11-29T13:08:12.001" v="4825"/>
          <ac:spMkLst>
            <pc:docMk/>
            <pc:sldMk cId="3905289055" sldId="1950"/>
            <ac:spMk id="4" creationId="{D4256363-4799-2C4F-23DC-E9C403161A5D}"/>
          </ac:spMkLst>
        </pc:spChg>
        <pc:spChg chg="mod">
          <ac:chgData name="Thijs Hauspie" userId="c5aa01d0-0751-4207-a587-d7124c844d8f" providerId="ADAL" clId="{DA38665A-D2EF-4503-AD33-27E99CB462D0}" dt="2023-11-29T13:17:24.960" v="5119"/>
          <ac:spMkLst>
            <pc:docMk/>
            <pc:sldMk cId="3905289055" sldId="1950"/>
            <ac:spMk id="5" creationId="{3A004925-A370-44E2-A732-52A6295CBDEB}"/>
          </ac:spMkLst>
        </pc:spChg>
        <pc:spChg chg="mod">
          <ac:chgData name="Thijs Hauspie" userId="c5aa01d0-0751-4207-a587-d7124c844d8f" providerId="ADAL" clId="{DA38665A-D2EF-4503-AD33-27E99CB462D0}" dt="2023-11-29T13:14:17.631" v="5072" actId="20577"/>
          <ac:spMkLst>
            <pc:docMk/>
            <pc:sldMk cId="3905289055" sldId="1950"/>
            <ac:spMk id="6" creationId="{D218D92A-74AD-49F8-A8A9-AD801B689B50}"/>
          </ac:spMkLst>
        </pc:spChg>
        <pc:spChg chg="mod">
          <ac:chgData name="Thijs Hauspie" userId="c5aa01d0-0751-4207-a587-d7124c844d8f" providerId="ADAL" clId="{DA38665A-D2EF-4503-AD33-27E99CB462D0}" dt="2023-11-29T13:10:13.885" v="4895" actId="1076"/>
          <ac:spMkLst>
            <pc:docMk/>
            <pc:sldMk cId="3905289055" sldId="1950"/>
            <ac:spMk id="13" creationId="{31949EB6-5237-4B95-BD60-439BBBCD9699}"/>
          </ac:spMkLst>
        </pc:spChg>
        <pc:spChg chg="mod">
          <ac:chgData name="Thijs Hauspie" userId="c5aa01d0-0751-4207-a587-d7124c844d8f" providerId="ADAL" clId="{DA38665A-D2EF-4503-AD33-27E99CB462D0}" dt="2023-11-29T13:10:13.885" v="4895" actId="1076"/>
          <ac:spMkLst>
            <pc:docMk/>
            <pc:sldMk cId="3905289055" sldId="1950"/>
            <ac:spMk id="14" creationId="{18EC113B-FB1C-4807-9DEE-718205CBA96E}"/>
          </ac:spMkLst>
        </pc:spChg>
        <pc:spChg chg="mod">
          <ac:chgData name="Thijs Hauspie" userId="c5aa01d0-0751-4207-a587-d7124c844d8f" providerId="ADAL" clId="{DA38665A-D2EF-4503-AD33-27E99CB462D0}" dt="2023-11-29T13:14:36.322" v="5074" actId="14100"/>
          <ac:spMkLst>
            <pc:docMk/>
            <pc:sldMk cId="3905289055" sldId="1950"/>
            <ac:spMk id="21" creationId="{2F73656A-1191-4CA1-88EF-3B5508A1740B}"/>
          </ac:spMkLst>
        </pc:spChg>
        <pc:picChg chg="mod">
          <ac:chgData name="Thijs Hauspie" userId="c5aa01d0-0751-4207-a587-d7124c844d8f" providerId="ADAL" clId="{DA38665A-D2EF-4503-AD33-27E99CB462D0}" dt="2023-11-29T13:10:13.885" v="4895" actId="1076"/>
          <ac:picMkLst>
            <pc:docMk/>
            <pc:sldMk cId="3905289055" sldId="1950"/>
            <ac:picMk id="2" creationId="{5E6A6D79-994C-4E07-8B89-313F61B38667}"/>
          </ac:picMkLst>
        </pc:picChg>
        <pc:picChg chg="del">
          <ac:chgData name="Thijs Hauspie" userId="c5aa01d0-0751-4207-a587-d7124c844d8f" providerId="ADAL" clId="{DA38665A-D2EF-4503-AD33-27E99CB462D0}" dt="2023-11-29T13:07:59.890" v="4822" actId="478"/>
          <ac:picMkLst>
            <pc:docMk/>
            <pc:sldMk cId="3905289055" sldId="1950"/>
            <ac:picMk id="3" creationId="{459CEF5C-17FC-A4BF-15A6-8D8B5CBFB892}"/>
          </ac:picMkLst>
        </pc:picChg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136585835" sldId="195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75074898" sldId="195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44622623" sldId="1957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801155604" sldId="1968"/>
        </pc:sldMkLst>
      </pc:sldChg>
      <pc:sldChg chg="modSp add mod">
        <pc:chgData name="Thijs Hauspie" userId="c5aa01d0-0751-4207-a587-d7124c844d8f" providerId="ADAL" clId="{DA38665A-D2EF-4503-AD33-27E99CB462D0}" dt="2023-11-28T21:06:44.080" v="2007" actId="1076"/>
        <pc:sldMkLst>
          <pc:docMk/>
          <pc:sldMk cId="3966654825" sldId="1970"/>
        </pc:sldMkLst>
        <pc:spChg chg="mod">
          <ac:chgData name="Thijs Hauspie" userId="c5aa01d0-0751-4207-a587-d7124c844d8f" providerId="ADAL" clId="{DA38665A-D2EF-4503-AD33-27E99CB462D0}" dt="2023-11-28T21:03:44.077" v="2001"/>
          <ac:spMkLst>
            <pc:docMk/>
            <pc:sldMk cId="3966654825" sldId="1970"/>
            <ac:spMk id="5" creationId="{3A004925-A370-44E2-A732-52A6295CBDEB}"/>
          </ac:spMkLst>
        </pc:spChg>
        <pc:picChg chg="mod">
          <ac:chgData name="Thijs Hauspie" userId="c5aa01d0-0751-4207-a587-d7124c844d8f" providerId="ADAL" clId="{DA38665A-D2EF-4503-AD33-27E99CB462D0}" dt="2023-11-28T21:06:44.080" v="2007" actId="1076"/>
          <ac:picMkLst>
            <pc:docMk/>
            <pc:sldMk cId="3966654825" sldId="1970"/>
            <ac:picMk id="4" creationId="{FA8181DE-0D06-40F8-A69A-ED46C4E65D35}"/>
          </ac:picMkLst>
        </pc:picChg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002741614" sldId="1987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801358357" sldId="1988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939707961" sldId="1989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382148263" sldId="1990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838748998" sldId="199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141534995" sldId="1992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729324391" sldId="199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623811327" sldId="1994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415583911" sldId="199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009752203" sldId="199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456348669" sldId="1997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770679617" sldId="1998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376043787" sldId="1999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379087568" sldId="2000"/>
        </pc:sldMkLst>
      </pc:sldChg>
      <pc:sldChg chg="delSp modSp add mod">
        <pc:chgData name="Thijs Hauspie" userId="c5aa01d0-0751-4207-a587-d7124c844d8f" providerId="ADAL" clId="{DA38665A-D2EF-4503-AD33-27E99CB462D0}" dt="2023-11-28T17:38:47.602" v="1346"/>
        <pc:sldMkLst>
          <pc:docMk/>
          <pc:sldMk cId="778702691" sldId="2001"/>
        </pc:sldMkLst>
        <pc:spChg chg="del">
          <ac:chgData name="Thijs Hauspie" userId="c5aa01d0-0751-4207-a587-d7124c844d8f" providerId="ADAL" clId="{DA38665A-D2EF-4503-AD33-27E99CB462D0}" dt="2023-11-28T17:38:27.190" v="1344" actId="478"/>
          <ac:spMkLst>
            <pc:docMk/>
            <pc:sldMk cId="778702691" sldId="2001"/>
            <ac:spMk id="127" creationId="{A60089BD-7999-4CAB-9801-44DBBCFFD570}"/>
          </ac:spMkLst>
        </pc:spChg>
        <pc:graphicFrameChg chg="mod">
          <ac:chgData name="Thijs Hauspie" userId="c5aa01d0-0751-4207-a587-d7124c844d8f" providerId="ADAL" clId="{DA38665A-D2EF-4503-AD33-27E99CB462D0}" dt="2023-11-28T17:38:47.602" v="1346"/>
          <ac:graphicFrameMkLst>
            <pc:docMk/>
            <pc:sldMk cId="778702691" sldId="2001"/>
            <ac:graphicFrameMk id="91" creationId="{3CFB8AB4-FEFB-4A84-B384-AEC2F695BE45}"/>
          </ac:graphicFrameMkLst>
        </pc:graphicFrameChg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940641321" sldId="200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290580480" sldId="2002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109592085" sldId="200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877697754" sldId="2004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724635611" sldId="200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991910351" sldId="200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100870946" sldId="2007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061680254" sldId="2009"/>
        </pc:sldMkLst>
      </pc:sldChg>
      <pc:sldChg chg="modSp mod">
        <pc:chgData name="Thijs Hauspie" userId="c5aa01d0-0751-4207-a587-d7124c844d8f" providerId="ADAL" clId="{DA38665A-D2EF-4503-AD33-27E99CB462D0}" dt="2023-11-28T16:29:17.496" v="345" actId="20577"/>
        <pc:sldMkLst>
          <pc:docMk/>
          <pc:sldMk cId="1943161816" sldId="2012"/>
        </pc:sldMkLst>
        <pc:spChg chg="mod">
          <ac:chgData name="Thijs Hauspie" userId="c5aa01d0-0751-4207-a587-d7124c844d8f" providerId="ADAL" clId="{DA38665A-D2EF-4503-AD33-27E99CB462D0}" dt="2023-11-28T16:29:17.496" v="345" actId="20577"/>
          <ac:spMkLst>
            <pc:docMk/>
            <pc:sldMk cId="1943161816" sldId="2012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5:27:25.595" v="227"/>
          <ac:spMkLst>
            <pc:docMk/>
            <pc:sldMk cId="1943161816" sldId="2012"/>
            <ac:spMk id="7" creationId="{2511D50A-E399-4DFD-994E-025F7BF843B6}"/>
          </ac:spMkLst>
        </pc:spChg>
      </pc:sldChg>
      <pc:sldChg chg="addSp delSp modSp mod">
        <pc:chgData name="Thijs Hauspie" userId="c5aa01d0-0751-4207-a587-d7124c844d8f" providerId="ADAL" clId="{DA38665A-D2EF-4503-AD33-27E99CB462D0}" dt="2023-11-28T16:31:44.602" v="358" actId="1076"/>
        <pc:sldMkLst>
          <pc:docMk/>
          <pc:sldMk cId="1990170823" sldId="2013"/>
        </pc:sldMkLst>
        <pc:spChg chg="mod">
          <ac:chgData name="Thijs Hauspie" userId="c5aa01d0-0751-4207-a587-d7124c844d8f" providerId="ADAL" clId="{DA38665A-D2EF-4503-AD33-27E99CB462D0}" dt="2023-11-28T16:31:29.298" v="354" actId="5793"/>
          <ac:spMkLst>
            <pc:docMk/>
            <pc:sldMk cId="1990170823" sldId="2013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6:30:03.597" v="347"/>
          <ac:spMkLst>
            <pc:docMk/>
            <pc:sldMk cId="1990170823" sldId="2013"/>
            <ac:spMk id="7" creationId="{2511D50A-E399-4DFD-994E-025F7BF843B6}"/>
          </ac:spMkLst>
        </pc:spChg>
        <pc:picChg chg="del">
          <ac:chgData name="Thijs Hauspie" userId="c5aa01d0-0751-4207-a587-d7124c844d8f" providerId="ADAL" clId="{DA38665A-D2EF-4503-AD33-27E99CB462D0}" dt="2023-11-28T16:31:31.433" v="355" actId="478"/>
          <ac:picMkLst>
            <pc:docMk/>
            <pc:sldMk cId="1990170823" sldId="2013"/>
            <ac:picMk id="2" creationId="{383EC8FC-E863-8726-CE8A-8300887E15CB}"/>
          </ac:picMkLst>
        </pc:picChg>
        <pc:picChg chg="add mod">
          <ac:chgData name="Thijs Hauspie" userId="c5aa01d0-0751-4207-a587-d7124c844d8f" providerId="ADAL" clId="{DA38665A-D2EF-4503-AD33-27E99CB462D0}" dt="2023-11-28T16:31:44.602" v="358" actId="1076"/>
          <ac:picMkLst>
            <pc:docMk/>
            <pc:sldMk cId="1990170823" sldId="2013"/>
            <ac:picMk id="6" creationId="{475D7908-8318-68C4-C4BE-77B10EC5F158}"/>
          </ac:picMkLst>
        </pc:picChg>
      </pc:sldChg>
      <pc:sldChg chg="del">
        <pc:chgData name="Thijs Hauspie" userId="c5aa01d0-0751-4207-a587-d7124c844d8f" providerId="ADAL" clId="{DA38665A-D2EF-4503-AD33-27E99CB462D0}" dt="2023-11-28T16:34:41.620" v="370" actId="47"/>
        <pc:sldMkLst>
          <pc:docMk/>
          <pc:sldMk cId="962150809" sldId="2015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264081225" sldId="2016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601026334" sldId="2017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93063135" sldId="2018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09022799" sldId="2019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134821296" sldId="2020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3950660047" sldId="2021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374017515" sldId="2022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40656345" sldId="2024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945592144" sldId="2025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412741998" sldId="2026"/>
        </pc:sldMkLst>
      </pc:sldChg>
      <pc:sldChg chg="modSp mod">
        <pc:chgData name="Thijs Hauspie" userId="c5aa01d0-0751-4207-a587-d7124c844d8f" providerId="ADAL" clId="{DA38665A-D2EF-4503-AD33-27E99CB462D0}" dt="2023-11-28T21:34:54.168" v="2147" actId="403"/>
        <pc:sldMkLst>
          <pc:docMk/>
          <pc:sldMk cId="2794043961" sldId="2033"/>
        </pc:sldMkLst>
        <pc:spChg chg="mod">
          <ac:chgData name="Thijs Hauspie" userId="c5aa01d0-0751-4207-a587-d7124c844d8f" providerId="ADAL" clId="{DA38665A-D2EF-4503-AD33-27E99CB462D0}" dt="2023-11-28T21:34:54.168" v="2147" actId="403"/>
          <ac:spMkLst>
            <pc:docMk/>
            <pc:sldMk cId="2794043961" sldId="2033"/>
            <ac:spMk id="2" creationId="{2487FA35-A2A9-47D2-B705-6EA42514C1AE}"/>
          </ac:spMkLst>
        </pc:spChg>
      </pc:sldChg>
      <pc:sldChg chg="modSp mod">
        <pc:chgData name="Thijs Hauspie" userId="c5aa01d0-0751-4207-a587-d7124c844d8f" providerId="ADAL" clId="{DA38665A-D2EF-4503-AD33-27E99CB462D0}" dt="2023-11-28T21:34:57.730" v="2148" actId="403"/>
        <pc:sldMkLst>
          <pc:docMk/>
          <pc:sldMk cId="3498546545" sldId="2034"/>
        </pc:sldMkLst>
        <pc:spChg chg="mod">
          <ac:chgData name="Thijs Hauspie" userId="c5aa01d0-0751-4207-a587-d7124c844d8f" providerId="ADAL" clId="{DA38665A-D2EF-4503-AD33-27E99CB462D0}" dt="2023-11-28T21:34:57.730" v="2148" actId="403"/>
          <ac:spMkLst>
            <pc:docMk/>
            <pc:sldMk cId="3498546545" sldId="2034"/>
            <ac:spMk id="2" creationId="{2487FA35-A2A9-47D2-B705-6EA42514C1AE}"/>
          </ac:spMkLst>
        </pc:spChg>
      </pc:sldChg>
      <pc:sldChg chg="modSp mod">
        <pc:chgData name="Thijs Hauspie" userId="c5aa01d0-0751-4207-a587-d7124c844d8f" providerId="ADAL" clId="{DA38665A-D2EF-4503-AD33-27E99CB462D0}" dt="2023-11-28T15:29:10.005" v="236"/>
        <pc:sldMkLst>
          <pc:docMk/>
          <pc:sldMk cId="219920642" sldId="2039"/>
        </pc:sldMkLst>
        <pc:spChg chg="mod">
          <ac:chgData name="Thijs Hauspie" userId="c5aa01d0-0751-4207-a587-d7124c844d8f" providerId="ADAL" clId="{DA38665A-D2EF-4503-AD33-27E99CB462D0}" dt="2023-11-28T15:29:10.005" v="236"/>
          <ac:spMkLst>
            <pc:docMk/>
            <pc:sldMk cId="219920642" sldId="2039"/>
            <ac:spMk id="2" creationId="{CB15C49E-74BB-4B20-BF2C-68F451A912DF}"/>
          </ac:spMkLst>
        </pc:spChg>
        <pc:spChg chg="mod">
          <ac:chgData name="Thijs Hauspie" userId="c5aa01d0-0751-4207-a587-d7124c844d8f" providerId="ADAL" clId="{DA38665A-D2EF-4503-AD33-27E99CB462D0}" dt="2023-11-28T15:24:41.381" v="224" actId="207"/>
          <ac:spMkLst>
            <pc:docMk/>
            <pc:sldMk cId="219920642" sldId="2039"/>
            <ac:spMk id="3" creationId="{3CDE1E18-32B6-415F-BB7E-BD52DF9237A0}"/>
          </ac:spMkLst>
        </pc:spChg>
      </pc:sldChg>
      <pc:sldChg chg="del">
        <pc:chgData name="Thijs Hauspie" userId="c5aa01d0-0751-4207-a587-d7124c844d8f" providerId="ADAL" clId="{DA38665A-D2EF-4503-AD33-27E99CB462D0}" dt="2023-11-28T15:27:15.093" v="225" actId="47"/>
        <pc:sldMkLst>
          <pc:docMk/>
          <pc:sldMk cId="97781896" sldId="2040"/>
        </pc:sldMkLst>
      </pc:sldChg>
      <pc:sldChg chg="modSp mod ord">
        <pc:chgData name="Thijs Hauspie" userId="c5aa01d0-0751-4207-a587-d7124c844d8f" providerId="ADAL" clId="{DA38665A-D2EF-4503-AD33-27E99CB462D0}" dt="2023-11-28T15:24:20.312" v="223" actId="20577"/>
        <pc:sldMkLst>
          <pc:docMk/>
          <pc:sldMk cId="4241904707" sldId="2041"/>
        </pc:sldMkLst>
        <pc:spChg chg="mod">
          <ac:chgData name="Thijs Hauspie" userId="c5aa01d0-0751-4207-a587-d7124c844d8f" providerId="ADAL" clId="{DA38665A-D2EF-4503-AD33-27E99CB462D0}" dt="2023-11-28T15:23:19.647" v="148" actId="20577"/>
          <ac:spMkLst>
            <pc:docMk/>
            <pc:sldMk cId="4241904707" sldId="2041"/>
            <ac:spMk id="3" creationId="{3CDE1E18-32B6-415F-BB7E-BD52DF9237A0}"/>
          </ac:spMkLst>
        </pc:spChg>
        <pc:spChg chg="mod">
          <ac:chgData name="Thijs Hauspie" userId="c5aa01d0-0751-4207-a587-d7124c844d8f" providerId="ADAL" clId="{DA38665A-D2EF-4503-AD33-27E99CB462D0}" dt="2023-11-28T15:24:20.312" v="223" actId="20577"/>
          <ac:spMkLst>
            <pc:docMk/>
            <pc:sldMk cId="4241904707" sldId="2041"/>
            <ac:spMk id="5" creationId="{6F258E83-974B-48F2-8F14-B1D94DB291B2}"/>
          </ac:spMkLst>
        </pc:spChg>
        <pc:picChg chg="mod">
          <ac:chgData name="Thijs Hauspie" userId="c5aa01d0-0751-4207-a587-d7124c844d8f" providerId="ADAL" clId="{DA38665A-D2EF-4503-AD33-27E99CB462D0}" dt="2023-11-28T15:23:27.312" v="149" actId="14826"/>
          <ac:picMkLst>
            <pc:docMk/>
            <pc:sldMk cId="4241904707" sldId="2041"/>
            <ac:picMk id="7" creationId="{F60FC699-8C4E-A724-EA8E-4F4A5291265E}"/>
          </ac:picMkLst>
        </pc:picChg>
        <pc:picChg chg="mod">
          <ac:chgData name="Thijs Hauspie" userId="c5aa01d0-0751-4207-a587-d7124c844d8f" providerId="ADAL" clId="{DA38665A-D2EF-4503-AD33-27E99CB462D0}" dt="2023-11-28T15:23:37.723" v="150" actId="14826"/>
          <ac:picMkLst>
            <pc:docMk/>
            <pc:sldMk cId="4241904707" sldId="2041"/>
            <ac:picMk id="9" creationId="{88703555-466A-6EA2-C42C-D5DFE0DC9FA4}"/>
          </ac:picMkLst>
        </pc:picChg>
        <pc:picChg chg="mod">
          <ac:chgData name="Thijs Hauspie" userId="c5aa01d0-0751-4207-a587-d7124c844d8f" providerId="ADAL" clId="{DA38665A-D2EF-4503-AD33-27E99CB462D0}" dt="2023-11-28T15:23:49.507" v="151" actId="14826"/>
          <ac:picMkLst>
            <pc:docMk/>
            <pc:sldMk cId="4241904707" sldId="2041"/>
            <ac:picMk id="10" creationId="{831C7335-AB36-2061-2864-AD78C12DCEEA}"/>
          </ac:picMkLst>
        </pc:picChg>
      </pc:sldChg>
      <pc:sldChg chg="add">
        <pc:chgData name="Thijs Hauspie" userId="c5aa01d0-0751-4207-a587-d7124c844d8f" providerId="ADAL" clId="{DA38665A-D2EF-4503-AD33-27E99CB462D0}" dt="2023-11-28T15:22:42.939" v="96" actId="2890"/>
        <pc:sldMkLst>
          <pc:docMk/>
          <pc:sldMk cId="1479908840" sldId="2042"/>
        </pc:sldMkLst>
      </pc:sldChg>
      <pc:sldChg chg="addSp delSp modSp add mod">
        <pc:chgData name="Thijs Hauspie" userId="c5aa01d0-0751-4207-a587-d7124c844d8f" providerId="ADAL" clId="{DA38665A-D2EF-4503-AD33-27E99CB462D0}" dt="2023-11-28T16:54:16.369" v="503" actId="20577"/>
        <pc:sldMkLst>
          <pc:docMk/>
          <pc:sldMk cId="992091532" sldId="2043"/>
        </pc:sldMkLst>
        <pc:spChg chg="mod">
          <ac:chgData name="Thijs Hauspie" userId="c5aa01d0-0751-4207-a587-d7124c844d8f" providerId="ADAL" clId="{DA38665A-D2EF-4503-AD33-27E99CB462D0}" dt="2023-11-28T16:52:31.491" v="427"/>
          <ac:spMkLst>
            <pc:docMk/>
            <pc:sldMk cId="992091532" sldId="2043"/>
            <ac:spMk id="5" creationId="{3A004925-A370-44E2-A732-52A6295CBDEB}"/>
          </ac:spMkLst>
        </pc:spChg>
        <pc:spChg chg="mod">
          <ac:chgData name="Thijs Hauspie" userId="c5aa01d0-0751-4207-a587-d7124c844d8f" providerId="ADAL" clId="{DA38665A-D2EF-4503-AD33-27E99CB462D0}" dt="2023-11-28T16:54:16.369" v="503" actId="20577"/>
          <ac:spMkLst>
            <pc:docMk/>
            <pc:sldMk cId="992091532" sldId="2043"/>
            <ac:spMk id="6" creationId="{D218D92A-74AD-49F8-A8A9-AD801B689B50}"/>
          </ac:spMkLst>
        </pc:spChg>
        <pc:spChg chg="mod">
          <ac:chgData name="Thijs Hauspie" userId="c5aa01d0-0751-4207-a587-d7124c844d8f" providerId="ADAL" clId="{DA38665A-D2EF-4503-AD33-27E99CB462D0}" dt="2023-11-28T16:53:14.635" v="434" actId="1076"/>
          <ac:spMkLst>
            <pc:docMk/>
            <pc:sldMk cId="992091532" sldId="2043"/>
            <ac:spMk id="15" creationId="{9416A202-B109-4020-B74B-B96FFC638D4B}"/>
          </ac:spMkLst>
        </pc:spChg>
        <pc:spChg chg="mod">
          <ac:chgData name="Thijs Hauspie" userId="c5aa01d0-0751-4207-a587-d7124c844d8f" providerId="ADAL" clId="{DA38665A-D2EF-4503-AD33-27E99CB462D0}" dt="2023-11-28T16:53:14.635" v="434" actId="1076"/>
          <ac:spMkLst>
            <pc:docMk/>
            <pc:sldMk cId="992091532" sldId="2043"/>
            <ac:spMk id="17" creationId="{F5DDE4C7-1F19-44D2-9B17-99DF6A1C96F0}"/>
          </ac:spMkLst>
        </pc:spChg>
        <pc:spChg chg="mod">
          <ac:chgData name="Thijs Hauspie" userId="c5aa01d0-0751-4207-a587-d7124c844d8f" providerId="ADAL" clId="{DA38665A-D2EF-4503-AD33-27E99CB462D0}" dt="2023-11-28T16:53:14.635" v="434" actId="1076"/>
          <ac:spMkLst>
            <pc:docMk/>
            <pc:sldMk cId="992091532" sldId="2043"/>
            <ac:spMk id="21" creationId="{2F73656A-1191-4CA1-88EF-3B5508A1740B}"/>
          </ac:spMkLst>
        </pc:spChg>
        <pc:spChg chg="del">
          <ac:chgData name="Thijs Hauspie" userId="c5aa01d0-0751-4207-a587-d7124c844d8f" providerId="ADAL" clId="{DA38665A-D2EF-4503-AD33-27E99CB462D0}" dt="2023-11-28T16:39:50.082" v="387" actId="478"/>
          <ac:spMkLst>
            <pc:docMk/>
            <pc:sldMk cId="992091532" sldId="2043"/>
            <ac:spMk id="24" creationId="{E4BEDDAC-F6D8-4283-AE5A-3253BBCD90FE}"/>
          </ac:spMkLst>
        </pc:spChg>
        <pc:picChg chg="mod">
          <ac:chgData name="Thijs Hauspie" userId="c5aa01d0-0751-4207-a587-d7124c844d8f" providerId="ADAL" clId="{DA38665A-D2EF-4503-AD33-27E99CB462D0}" dt="2023-11-28T16:53:14.635" v="434" actId="1076"/>
          <ac:picMkLst>
            <pc:docMk/>
            <pc:sldMk cId="992091532" sldId="2043"/>
            <ac:picMk id="2" creationId="{5E6A6D79-994C-4E07-8B89-313F61B38667}"/>
          </ac:picMkLst>
        </pc:picChg>
        <pc:picChg chg="add mod">
          <ac:chgData name="Thijs Hauspie" userId="c5aa01d0-0751-4207-a587-d7124c844d8f" providerId="ADAL" clId="{DA38665A-D2EF-4503-AD33-27E99CB462D0}" dt="2023-11-28T16:53:52.077" v="439" actId="1076"/>
          <ac:picMkLst>
            <pc:docMk/>
            <pc:sldMk cId="992091532" sldId="2043"/>
            <ac:picMk id="10" creationId="{45D4D8B2-2754-18D2-94B5-EEBF7B311BB2}"/>
          </ac:picMkLst>
        </pc:picChg>
        <pc:picChg chg="del">
          <ac:chgData name="Thijs Hauspie" userId="c5aa01d0-0751-4207-a587-d7124c844d8f" providerId="ADAL" clId="{DA38665A-D2EF-4503-AD33-27E99CB462D0}" dt="2023-11-28T16:39:48.488" v="386" actId="478"/>
          <ac:picMkLst>
            <pc:docMk/>
            <pc:sldMk cId="992091532" sldId="2043"/>
            <ac:picMk id="22" creationId="{92631D79-A579-4CFB-BE4D-8065AF5F56B3}"/>
          </ac:picMkLst>
        </pc:picChg>
        <pc:cxnChg chg="mod">
          <ac:chgData name="Thijs Hauspie" userId="c5aa01d0-0751-4207-a587-d7124c844d8f" providerId="ADAL" clId="{DA38665A-D2EF-4503-AD33-27E99CB462D0}" dt="2023-11-28T16:53:14.635" v="434" actId="1076"/>
          <ac:cxnSpMkLst>
            <pc:docMk/>
            <pc:sldMk cId="992091532" sldId="2043"/>
            <ac:cxnSpMk id="8" creationId="{F77AB7CD-D11D-46AD-A1C0-0B8AB13DA0DA}"/>
          </ac:cxnSpMkLst>
        </pc:cxnChg>
        <pc:cxnChg chg="mod">
          <ac:chgData name="Thijs Hauspie" userId="c5aa01d0-0751-4207-a587-d7124c844d8f" providerId="ADAL" clId="{DA38665A-D2EF-4503-AD33-27E99CB462D0}" dt="2023-11-28T16:53:14.635" v="434" actId="1076"/>
          <ac:cxnSpMkLst>
            <pc:docMk/>
            <pc:sldMk cId="992091532" sldId="2043"/>
            <ac:cxnSpMk id="19" creationId="{71ED1D57-8ED4-4086-B1A0-430A41886BA7}"/>
          </ac:cxnSpMkLst>
        </pc:cxnChg>
      </pc:sldChg>
      <pc:sldChg chg="modSp add mod ord">
        <pc:chgData name="Thijs Hauspie" userId="c5aa01d0-0751-4207-a587-d7124c844d8f" providerId="ADAL" clId="{DA38665A-D2EF-4503-AD33-27E99CB462D0}" dt="2023-11-29T08:33:22.981" v="2251" actId="20577"/>
        <pc:sldMkLst>
          <pc:docMk/>
          <pc:sldMk cId="277808791" sldId="2044"/>
        </pc:sldMkLst>
        <pc:spChg chg="mod">
          <ac:chgData name="Thijs Hauspie" userId="c5aa01d0-0751-4207-a587-d7124c844d8f" providerId="ADAL" clId="{DA38665A-D2EF-4503-AD33-27E99CB462D0}" dt="2023-11-28T21:20:05.131" v="2125" actId="403"/>
          <ac:spMkLst>
            <pc:docMk/>
            <pc:sldMk cId="277808791" sldId="2044"/>
            <ac:spMk id="2" creationId="{2487FA35-A2A9-47D2-B705-6EA42514C1AE}"/>
          </ac:spMkLst>
        </pc:spChg>
        <pc:spChg chg="mod">
          <ac:chgData name="Thijs Hauspie" userId="c5aa01d0-0751-4207-a587-d7124c844d8f" providerId="ADAL" clId="{DA38665A-D2EF-4503-AD33-27E99CB462D0}" dt="2023-11-29T08:33:22.981" v="2251" actId="20577"/>
          <ac:spMkLst>
            <pc:docMk/>
            <pc:sldMk cId="277808791" sldId="2044"/>
            <ac:spMk id="3" creationId="{AFA9732D-AB41-4AF6-9647-B5196F5786EE}"/>
          </ac:spMkLst>
        </pc:spChg>
      </pc:sldChg>
      <pc:sldChg chg="add del">
        <pc:chgData name="Thijs Hauspie" userId="c5aa01d0-0751-4207-a587-d7124c844d8f" providerId="ADAL" clId="{DA38665A-D2EF-4503-AD33-27E99CB462D0}" dt="2023-11-28T17:22:08.340" v="939" actId="47"/>
        <pc:sldMkLst>
          <pc:docMk/>
          <pc:sldMk cId="3426744231" sldId="2044"/>
        </pc:sldMkLst>
      </pc:sldChg>
      <pc:sldChg chg="modSp add">
        <pc:chgData name="Thijs Hauspie" userId="c5aa01d0-0751-4207-a587-d7124c844d8f" providerId="ADAL" clId="{DA38665A-D2EF-4503-AD33-27E99CB462D0}" dt="2023-11-28T17:41:42.186" v="1348"/>
        <pc:sldMkLst>
          <pc:docMk/>
          <pc:sldMk cId="85943350" sldId="2045"/>
        </pc:sldMkLst>
        <pc:graphicFrameChg chg="mod">
          <ac:chgData name="Thijs Hauspie" userId="c5aa01d0-0751-4207-a587-d7124c844d8f" providerId="ADAL" clId="{DA38665A-D2EF-4503-AD33-27E99CB462D0}" dt="2023-11-28T17:41:42.186" v="1348"/>
          <ac:graphicFrameMkLst>
            <pc:docMk/>
            <pc:sldMk cId="85943350" sldId="2045"/>
            <ac:graphicFrameMk id="91" creationId="{3CFB8AB4-FEFB-4A84-B384-AEC2F695BE45}"/>
          </ac:graphicFrameMkLst>
        </pc:graphicFrameChg>
      </pc:sldChg>
      <pc:sldChg chg="modSp add mod">
        <pc:chgData name="Thijs Hauspie" userId="c5aa01d0-0751-4207-a587-d7124c844d8f" providerId="ADAL" clId="{DA38665A-D2EF-4503-AD33-27E99CB462D0}" dt="2023-11-29T08:33:42.342" v="2259"/>
        <pc:sldMkLst>
          <pc:docMk/>
          <pc:sldMk cId="2443013166" sldId="2046"/>
        </pc:sldMkLst>
        <pc:spChg chg="mod">
          <ac:chgData name="Thijs Hauspie" userId="c5aa01d0-0751-4207-a587-d7124c844d8f" providerId="ADAL" clId="{DA38665A-D2EF-4503-AD33-27E99CB462D0}" dt="2023-11-28T21:20:18.982" v="2127" actId="403"/>
          <ac:spMkLst>
            <pc:docMk/>
            <pc:sldMk cId="2443013166" sldId="2046"/>
            <ac:spMk id="2" creationId="{2487FA35-A2A9-47D2-B705-6EA42514C1AE}"/>
          </ac:spMkLst>
        </pc:spChg>
        <pc:spChg chg="mod">
          <ac:chgData name="Thijs Hauspie" userId="c5aa01d0-0751-4207-a587-d7124c844d8f" providerId="ADAL" clId="{DA38665A-D2EF-4503-AD33-27E99CB462D0}" dt="2023-11-29T08:33:42.342" v="2259"/>
          <ac:spMkLst>
            <pc:docMk/>
            <pc:sldMk cId="2443013166" sldId="2046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DA38665A-D2EF-4503-AD33-27E99CB462D0}" dt="2023-11-29T08:33:35.168" v="2258" actId="20577"/>
        <pc:sldMkLst>
          <pc:docMk/>
          <pc:sldMk cId="1423928108" sldId="2047"/>
        </pc:sldMkLst>
        <pc:spChg chg="mod">
          <ac:chgData name="Thijs Hauspie" userId="c5aa01d0-0751-4207-a587-d7124c844d8f" providerId="ADAL" clId="{DA38665A-D2EF-4503-AD33-27E99CB462D0}" dt="2023-11-28T21:20:09.103" v="2126" actId="403"/>
          <ac:spMkLst>
            <pc:docMk/>
            <pc:sldMk cId="1423928108" sldId="2047"/>
            <ac:spMk id="2" creationId="{2487FA35-A2A9-47D2-B705-6EA42514C1AE}"/>
          </ac:spMkLst>
        </pc:spChg>
        <pc:spChg chg="mod">
          <ac:chgData name="Thijs Hauspie" userId="c5aa01d0-0751-4207-a587-d7124c844d8f" providerId="ADAL" clId="{DA38665A-D2EF-4503-AD33-27E99CB462D0}" dt="2023-11-29T08:33:35.168" v="2258" actId="20577"/>
          <ac:spMkLst>
            <pc:docMk/>
            <pc:sldMk cId="1423928108" sldId="2047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DA38665A-D2EF-4503-AD33-27E99CB462D0}" dt="2023-11-29T09:10:48.247" v="2642" actId="20577"/>
        <pc:sldMkLst>
          <pc:docMk/>
          <pc:sldMk cId="2635594164" sldId="2048"/>
        </pc:sldMkLst>
        <pc:spChg chg="mod">
          <ac:chgData name="Thijs Hauspie" userId="c5aa01d0-0751-4207-a587-d7124c844d8f" providerId="ADAL" clId="{DA38665A-D2EF-4503-AD33-27E99CB462D0}" dt="2023-11-29T09:10:48.247" v="2642" actId="20577"/>
          <ac:spMkLst>
            <pc:docMk/>
            <pc:sldMk cId="2635594164" sldId="2048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7:47:34.422" v="1359"/>
          <ac:spMkLst>
            <pc:docMk/>
            <pc:sldMk cId="2635594164" sldId="2048"/>
            <ac:spMk id="7" creationId="{2511D50A-E399-4DFD-994E-025F7BF843B6}"/>
          </ac:spMkLst>
        </pc:spChg>
      </pc:sldChg>
      <pc:sldChg chg="addSp delSp modSp add mod">
        <pc:chgData name="Thijs Hauspie" userId="c5aa01d0-0751-4207-a587-d7124c844d8f" providerId="ADAL" clId="{DA38665A-D2EF-4503-AD33-27E99CB462D0}" dt="2023-11-29T09:10:54.984" v="2644" actId="20577"/>
        <pc:sldMkLst>
          <pc:docMk/>
          <pc:sldMk cId="3133762187" sldId="2049"/>
        </pc:sldMkLst>
        <pc:spChg chg="mod">
          <ac:chgData name="Thijs Hauspie" userId="c5aa01d0-0751-4207-a587-d7124c844d8f" providerId="ADAL" clId="{DA38665A-D2EF-4503-AD33-27E99CB462D0}" dt="2023-11-29T09:10:54.984" v="2644" actId="20577"/>
          <ac:spMkLst>
            <pc:docMk/>
            <pc:sldMk cId="3133762187" sldId="2049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7:49:38.730" v="1365"/>
          <ac:spMkLst>
            <pc:docMk/>
            <pc:sldMk cId="3133762187" sldId="2049"/>
            <ac:spMk id="7" creationId="{2511D50A-E399-4DFD-994E-025F7BF843B6}"/>
          </ac:spMkLst>
        </pc:spChg>
        <pc:picChg chg="add mod">
          <ac:chgData name="Thijs Hauspie" userId="c5aa01d0-0751-4207-a587-d7124c844d8f" providerId="ADAL" clId="{DA38665A-D2EF-4503-AD33-27E99CB462D0}" dt="2023-11-28T19:32:15.773" v="1389" actId="1076"/>
          <ac:picMkLst>
            <pc:docMk/>
            <pc:sldMk cId="3133762187" sldId="2049"/>
            <ac:picMk id="6" creationId="{2E7E8D81-508F-CC1E-9121-23FF6E0B23A2}"/>
          </ac:picMkLst>
        </pc:picChg>
        <pc:picChg chg="del">
          <ac:chgData name="Thijs Hauspie" userId="c5aa01d0-0751-4207-a587-d7124c844d8f" providerId="ADAL" clId="{DA38665A-D2EF-4503-AD33-27E99CB462D0}" dt="2023-11-28T19:32:06.255" v="1384" actId="478"/>
          <ac:picMkLst>
            <pc:docMk/>
            <pc:sldMk cId="3133762187" sldId="2049"/>
            <ac:picMk id="9" creationId="{E4CD0EFF-78A6-14A8-AC86-A7DC4A7224C5}"/>
          </ac:picMkLst>
        </pc:picChg>
        <pc:picChg chg="add mod">
          <ac:chgData name="Thijs Hauspie" userId="c5aa01d0-0751-4207-a587-d7124c844d8f" providerId="ADAL" clId="{DA38665A-D2EF-4503-AD33-27E99CB462D0}" dt="2023-11-28T19:32:29.499" v="1394" actId="1076"/>
          <ac:picMkLst>
            <pc:docMk/>
            <pc:sldMk cId="3133762187" sldId="2049"/>
            <ac:picMk id="10" creationId="{9785C490-B14C-492B-74A0-5962116D685B}"/>
          </ac:picMkLst>
        </pc:picChg>
        <pc:picChg chg="del">
          <ac:chgData name="Thijs Hauspie" userId="c5aa01d0-0751-4207-a587-d7124c844d8f" providerId="ADAL" clId="{DA38665A-D2EF-4503-AD33-27E99CB462D0}" dt="2023-11-28T19:32:05.714" v="1383" actId="478"/>
          <ac:picMkLst>
            <pc:docMk/>
            <pc:sldMk cId="3133762187" sldId="2049"/>
            <ac:picMk id="20" creationId="{F668DA70-E6F1-0FA7-3267-09E9EF6209CD}"/>
          </ac:picMkLst>
        </pc:picChg>
        <pc:picChg chg="del">
          <ac:chgData name="Thijs Hauspie" userId="c5aa01d0-0751-4207-a587-d7124c844d8f" providerId="ADAL" clId="{DA38665A-D2EF-4503-AD33-27E99CB462D0}" dt="2023-11-28T19:32:06.716" v="1385" actId="478"/>
          <ac:picMkLst>
            <pc:docMk/>
            <pc:sldMk cId="3133762187" sldId="2049"/>
            <ac:picMk id="22" creationId="{C0C9F2A3-8EE0-307A-0C28-6CBD212FE51A}"/>
          </ac:picMkLst>
        </pc:picChg>
      </pc:sldChg>
      <pc:sldChg chg="delSp modSp add del mod">
        <pc:chgData name="Thijs Hauspie" userId="c5aa01d0-0751-4207-a587-d7124c844d8f" providerId="ADAL" clId="{DA38665A-D2EF-4503-AD33-27E99CB462D0}" dt="2023-11-28T19:32:49.288" v="1398" actId="47"/>
        <pc:sldMkLst>
          <pc:docMk/>
          <pc:sldMk cId="945344193" sldId="2050"/>
        </pc:sldMkLst>
        <pc:spChg chg="mod">
          <ac:chgData name="Thijs Hauspie" userId="c5aa01d0-0751-4207-a587-d7124c844d8f" providerId="ADAL" clId="{DA38665A-D2EF-4503-AD33-27E99CB462D0}" dt="2023-11-28T17:49:36.331" v="1364"/>
          <ac:spMkLst>
            <pc:docMk/>
            <pc:sldMk cId="945344193" sldId="2050"/>
            <ac:spMk id="7" creationId="{2511D50A-E399-4DFD-994E-025F7BF843B6}"/>
          </ac:spMkLst>
        </pc:spChg>
        <pc:spChg chg="del">
          <ac:chgData name="Thijs Hauspie" userId="c5aa01d0-0751-4207-a587-d7124c844d8f" providerId="ADAL" clId="{DA38665A-D2EF-4503-AD33-27E99CB462D0}" dt="2023-11-28T19:32:45.582" v="1396" actId="21"/>
          <ac:spMkLst>
            <pc:docMk/>
            <pc:sldMk cId="945344193" sldId="2050"/>
            <ac:spMk id="14" creationId="{60C0FAC1-2F23-293F-B870-5FE33A3B7F5B}"/>
          </ac:spMkLst>
        </pc:spChg>
      </pc:sldChg>
      <pc:sldChg chg="addSp delSp modSp add mod">
        <pc:chgData name="Thijs Hauspie" userId="c5aa01d0-0751-4207-a587-d7124c844d8f" providerId="ADAL" clId="{DA38665A-D2EF-4503-AD33-27E99CB462D0}" dt="2023-11-29T09:01:41.355" v="2640" actId="14100"/>
        <pc:sldMkLst>
          <pc:docMk/>
          <pc:sldMk cId="3797842869" sldId="2051"/>
        </pc:sldMkLst>
        <pc:spChg chg="mod">
          <ac:chgData name="Thijs Hauspie" userId="c5aa01d0-0751-4207-a587-d7124c844d8f" providerId="ADAL" clId="{DA38665A-D2EF-4503-AD33-27E99CB462D0}" dt="2023-11-28T19:26:55.677" v="1366" actId="313"/>
          <ac:spMkLst>
            <pc:docMk/>
            <pc:sldMk cId="3797842869" sldId="2051"/>
            <ac:spMk id="2" creationId="{393110EB-E970-4C56-9FC0-BC2CFFA24651}"/>
          </ac:spMkLst>
        </pc:spChg>
        <pc:spChg chg="del">
          <ac:chgData name="Thijs Hauspie" userId="c5aa01d0-0751-4207-a587-d7124c844d8f" providerId="ADAL" clId="{DA38665A-D2EF-4503-AD33-27E99CB462D0}" dt="2023-11-28T19:54:36.333" v="1642" actId="478"/>
          <ac:spMkLst>
            <pc:docMk/>
            <pc:sldMk cId="3797842869" sldId="2051"/>
            <ac:spMk id="17" creationId="{49B859B0-F6A7-C57B-D738-73CA72B10E08}"/>
          </ac:spMkLst>
        </pc:spChg>
        <pc:picChg chg="del">
          <ac:chgData name="Thijs Hauspie" userId="c5aa01d0-0751-4207-a587-d7124c844d8f" providerId="ADAL" clId="{DA38665A-D2EF-4503-AD33-27E99CB462D0}" dt="2023-11-28T19:54:18.892" v="1634" actId="478"/>
          <ac:picMkLst>
            <pc:docMk/>
            <pc:sldMk cId="3797842869" sldId="2051"/>
            <ac:picMk id="5" creationId="{9EFFCEE4-069B-8278-752B-5860239F1F8E}"/>
          </ac:picMkLst>
        </pc:picChg>
        <pc:picChg chg="add mod">
          <ac:chgData name="Thijs Hauspie" userId="c5aa01d0-0751-4207-a587-d7124c844d8f" providerId="ADAL" clId="{DA38665A-D2EF-4503-AD33-27E99CB462D0}" dt="2023-11-29T09:01:41.355" v="2640" actId="14100"/>
          <ac:picMkLst>
            <pc:docMk/>
            <pc:sldMk cId="3797842869" sldId="2051"/>
            <ac:picMk id="7" creationId="{15B4834C-BB53-7136-A0D1-584CFC6B24A3}"/>
          </ac:picMkLst>
        </pc:picChg>
        <pc:picChg chg="add mod">
          <ac:chgData name="Thijs Hauspie" userId="c5aa01d0-0751-4207-a587-d7124c844d8f" providerId="ADAL" clId="{DA38665A-D2EF-4503-AD33-27E99CB462D0}" dt="2023-11-29T08:38:54.538" v="2349" actId="14826"/>
          <ac:picMkLst>
            <pc:docMk/>
            <pc:sldMk cId="3797842869" sldId="2051"/>
            <ac:picMk id="10" creationId="{425BA4D0-51B8-DD0C-BCAE-F362F6CBF26B}"/>
          </ac:picMkLst>
        </pc:picChg>
        <pc:picChg chg="del">
          <ac:chgData name="Thijs Hauspie" userId="c5aa01d0-0751-4207-a587-d7124c844d8f" providerId="ADAL" clId="{DA38665A-D2EF-4503-AD33-27E99CB462D0}" dt="2023-11-28T19:54:42.439" v="1645" actId="478"/>
          <ac:picMkLst>
            <pc:docMk/>
            <pc:sldMk cId="3797842869" sldId="2051"/>
            <ac:picMk id="12" creationId="{BCA9E0A8-6C37-0EBD-7F84-E689299E0DB4}"/>
          </ac:picMkLst>
        </pc:picChg>
        <pc:picChg chg="add mod">
          <ac:chgData name="Thijs Hauspie" userId="c5aa01d0-0751-4207-a587-d7124c844d8f" providerId="ADAL" clId="{DA38665A-D2EF-4503-AD33-27E99CB462D0}" dt="2023-11-29T08:46:52.630" v="2521" actId="1076"/>
          <ac:picMkLst>
            <pc:docMk/>
            <pc:sldMk cId="3797842869" sldId="2051"/>
            <ac:picMk id="13" creationId="{80782D74-BABB-DC1A-8068-CD4BEC772B0D}"/>
          </ac:picMkLst>
        </pc:picChg>
        <pc:picChg chg="del">
          <ac:chgData name="Thijs Hauspie" userId="c5aa01d0-0751-4207-a587-d7124c844d8f" providerId="ADAL" clId="{DA38665A-D2EF-4503-AD33-27E99CB462D0}" dt="2023-11-28T19:54:33.921" v="1641" actId="478"/>
          <ac:picMkLst>
            <pc:docMk/>
            <pc:sldMk cId="3797842869" sldId="2051"/>
            <ac:picMk id="14" creationId="{AD51FC06-456A-F711-AB5B-77B9B11292C6}"/>
          </ac:picMkLst>
        </pc:picChg>
        <pc:picChg chg="del">
          <ac:chgData name="Thijs Hauspie" userId="c5aa01d0-0751-4207-a587-d7124c844d8f" providerId="ADAL" clId="{DA38665A-D2EF-4503-AD33-27E99CB462D0}" dt="2023-11-28T19:54:44.452" v="1646" actId="478"/>
          <ac:picMkLst>
            <pc:docMk/>
            <pc:sldMk cId="3797842869" sldId="2051"/>
            <ac:picMk id="16" creationId="{4295985B-7E30-FA30-1306-5099AA4ED35C}"/>
          </ac:picMkLst>
        </pc:picChg>
        <pc:picChg chg="add mod">
          <ac:chgData name="Thijs Hauspie" userId="c5aa01d0-0751-4207-a587-d7124c844d8f" providerId="ADAL" clId="{DA38665A-D2EF-4503-AD33-27E99CB462D0}" dt="2023-11-29T08:47:20.604" v="2526" actId="1076"/>
          <ac:picMkLst>
            <pc:docMk/>
            <pc:sldMk cId="3797842869" sldId="2051"/>
            <ac:picMk id="18" creationId="{66B7830C-1054-731A-CE7E-CD9472E88FD4}"/>
          </ac:picMkLst>
        </pc:picChg>
      </pc:sldChg>
      <pc:sldChg chg="modSp add del mod">
        <pc:chgData name="Thijs Hauspie" userId="c5aa01d0-0751-4207-a587-d7124c844d8f" providerId="ADAL" clId="{DA38665A-D2EF-4503-AD33-27E99CB462D0}" dt="2023-11-28T19:56:27.685" v="1661" actId="47"/>
        <pc:sldMkLst>
          <pc:docMk/>
          <pc:sldMk cId="3319040441" sldId="2052"/>
        </pc:sldMkLst>
        <pc:spChg chg="mod">
          <ac:chgData name="Thijs Hauspie" userId="c5aa01d0-0751-4207-a587-d7124c844d8f" providerId="ADAL" clId="{DA38665A-D2EF-4503-AD33-27E99CB462D0}" dt="2023-11-28T19:27:00.236" v="1367" actId="313"/>
          <ac:spMkLst>
            <pc:docMk/>
            <pc:sldMk cId="3319040441" sldId="2052"/>
            <ac:spMk id="2" creationId="{393110EB-E970-4C56-9FC0-BC2CFFA24651}"/>
          </ac:spMkLst>
        </pc:spChg>
      </pc:sldChg>
      <pc:sldChg chg="modSp add mod modNotesTx">
        <pc:chgData name="Thijs Hauspie" userId="c5aa01d0-0751-4207-a587-d7124c844d8f" providerId="ADAL" clId="{DA38665A-D2EF-4503-AD33-27E99CB462D0}" dt="2023-11-29T12:09:38.292" v="4130" actId="20577"/>
        <pc:sldMkLst>
          <pc:docMk/>
          <pc:sldMk cId="804149711" sldId="2053"/>
        </pc:sldMkLst>
        <pc:spChg chg="mod">
          <ac:chgData name="Thijs Hauspie" userId="c5aa01d0-0751-4207-a587-d7124c844d8f" providerId="ADAL" clId="{DA38665A-D2EF-4503-AD33-27E99CB462D0}" dt="2023-11-29T12:09:38.292" v="4130" actId="20577"/>
          <ac:spMkLst>
            <pc:docMk/>
            <pc:sldMk cId="804149711" sldId="2053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9:27:01.011" v="1368" actId="313"/>
          <ac:spMkLst>
            <pc:docMk/>
            <pc:sldMk cId="804149711" sldId="2053"/>
            <ac:spMk id="7" creationId="{2511D50A-E399-4DFD-994E-025F7BF843B6}"/>
          </ac:spMkLst>
        </pc:spChg>
      </pc:sldChg>
      <pc:sldChg chg="modSp add del mod">
        <pc:chgData name="Thijs Hauspie" userId="c5aa01d0-0751-4207-a587-d7124c844d8f" providerId="ADAL" clId="{DA38665A-D2EF-4503-AD33-27E99CB462D0}" dt="2023-11-28T20:36:07.136" v="1665" actId="47"/>
        <pc:sldMkLst>
          <pc:docMk/>
          <pc:sldMk cId="2723559427" sldId="2054"/>
        </pc:sldMkLst>
        <pc:spChg chg="mod">
          <ac:chgData name="Thijs Hauspie" userId="c5aa01d0-0751-4207-a587-d7124c844d8f" providerId="ADAL" clId="{DA38665A-D2EF-4503-AD33-27E99CB462D0}" dt="2023-11-28T19:27:01.578" v="1369" actId="313"/>
          <ac:spMkLst>
            <pc:docMk/>
            <pc:sldMk cId="2723559427" sldId="2054"/>
            <ac:spMk id="7" creationId="{2511D50A-E399-4DFD-994E-025F7BF843B6}"/>
          </ac:spMkLst>
        </pc:spChg>
      </pc:sldChg>
      <pc:sldChg chg="addSp modSp add del mod modNotesTx">
        <pc:chgData name="Thijs Hauspie" userId="c5aa01d0-0751-4207-a587-d7124c844d8f" providerId="ADAL" clId="{DA38665A-D2EF-4503-AD33-27E99CB462D0}" dt="2023-11-29T12:14:08.396" v="4314" actId="47"/>
        <pc:sldMkLst>
          <pc:docMk/>
          <pc:sldMk cId="2510675381" sldId="2055"/>
        </pc:sldMkLst>
        <pc:spChg chg="mod">
          <ac:chgData name="Thijs Hauspie" userId="c5aa01d0-0751-4207-a587-d7124c844d8f" providerId="ADAL" clId="{DA38665A-D2EF-4503-AD33-27E99CB462D0}" dt="2023-11-28T19:27:02.139" v="1370" actId="313"/>
          <ac:spMkLst>
            <pc:docMk/>
            <pc:sldMk cId="2510675381" sldId="2055"/>
            <ac:spMk id="2" creationId="{CB15C49E-74BB-4B20-BF2C-68F451A912DF}"/>
          </ac:spMkLst>
        </pc:spChg>
        <pc:spChg chg="mod">
          <ac:chgData name="Thijs Hauspie" userId="c5aa01d0-0751-4207-a587-d7124c844d8f" providerId="ADAL" clId="{DA38665A-D2EF-4503-AD33-27E99CB462D0}" dt="2023-11-29T08:41:45.029" v="2393" actId="20577"/>
          <ac:spMkLst>
            <pc:docMk/>
            <pc:sldMk cId="2510675381" sldId="2055"/>
            <ac:spMk id="3" creationId="{3CDE1E18-32B6-415F-BB7E-BD52DF9237A0}"/>
          </ac:spMkLst>
        </pc:spChg>
        <pc:picChg chg="add mod">
          <ac:chgData name="Thijs Hauspie" userId="c5aa01d0-0751-4207-a587-d7124c844d8f" providerId="ADAL" clId="{DA38665A-D2EF-4503-AD33-27E99CB462D0}" dt="2023-11-29T08:41:48.681" v="2394" actId="1076"/>
          <ac:picMkLst>
            <pc:docMk/>
            <pc:sldMk cId="2510675381" sldId="2055"/>
            <ac:picMk id="5" creationId="{BB96D4C1-16C5-8F16-8B23-0F9D7149BCF6}"/>
          </ac:picMkLst>
        </pc:picChg>
        <pc:picChg chg="mod">
          <ac:chgData name="Thijs Hauspie" userId="c5aa01d0-0751-4207-a587-d7124c844d8f" providerId="ADAL" clId="{DA38665A-D2EF-4503-AD33-27E99CB462D0}" dt="2023-11-29T08:41:36.712" v="2361" actId="14100"/>
          <ac:picMkLst>
            <pc:docMk/>
            <pc:sldMk cId="2510675381" sldId="2055"/>
            <ac:picMk id="7" creationId="{ACA786ED-F9BF-E58E-50A0-1880985588EF}"/>
          </ac:picMkLst>
        </pc:picChg>
        <pc:picChg chg="mod">
          <ac:chgData name="Thijs Hauspie" userId="c5aa01d0-0751-4207-a587-d7124c844d8f" providerId="ADAL" clId="{DA38665A-D2EF-4503-AD33-27E99CB462D0}" dt="2023-11-28T20:39:07.661" v="1767" actId="1076"/>
          <ac:picMkLst>
            <pc:docMk/>
            <pc:sldMk cId="2510675381" sldId="2055"/>
            <ac:picMk id="8" creationId="{3CC37CC2-B108-87B0-08BE-6DAA7E726DF6}"/>
          </ac:picMkLst>
        </pc:picChg>
      </pc:sldChg>
      <pc:sldChg chg="modSp add del mod">
        <pc:chgData name="Thijs Hauspie" userId="c5aa01d0-0751-4207-a587-d7124c844d8f" providerId="ADAL" clId="{DA38665A-D2EF-4503-AD33-27E99CB462D0}" dt="2023-11-28T20:51:42.081" v="1856" actId="47"/>
        <pc:sldMkLst>
          <pc:docMk/>
          <pc:sldMk cId="571286995" sldId="2056"/>
        </pc:sldMkLst>
        <pc:spChg chg="mod">
          <ac:chgData name="Thijs Hauspie" userId="c5aa01d0-0751-4207-a587-d7124c844d8f" providerId="ADAL" clId="{DA38665A-D2EF-4503-AD33-27E99CB462D0}" dt="2023-11-28T19:27:02.685" v="1371" actId="313"/>
          <ac:spMkLst>
            <pc:docMk/>
            <pc:sldMk cId="571286995" sldId="2056"/>
            <ac:spMk id="2" creationId="{CB15C49E-74BB-4B20-BF2C-68F451A912DF}"/>
          </ac:spMkLst>
        </pc:spChg>
      </pc:sldChg>
      <pc:sldChg chg="modSp add del mod">
        <pc:chgData name="Thijs Hauspie" userId="c5aa01d0-0751-4207-a587-d7124c844d8f" providerId="ADAL" clId="{DA38665A-D2EF-4503-AD33-27E99CB462D0}" dt="2023-11-28T20:55:26.847" v="1857" actId="47"/>
        <pc:sldMkLst>
          <pc:docMk/>
          <pc:sldMk cId="1105043342" sldId="2057"/>
        </pc:sldMkLst>
        <pc:spChg chg="mod">
          <ac:chgData name="Thijs Hauspie" userId="c5aa01d0-0751-4207-a587-d7124c844d8f" providerId="ADAL" clId="{DA38665A-D2EF-4503-AD33-27E99CB462D0}" dt="2023-11-28T19:27:03.178" v="1372" actId="313"/>
          <ac:spMkLst>
            <pc:docMk/>
            <pc:sldMk cId="1105043342" sldId="2057"/>
            <ac:spMk id="2" creationId="{CB15C49E-74BB-4B20-BF2C-68F451A912DF}"/>
          </ac:spMkLst>
        </pc:spChg>
      </pc:sldChg>
      <pc:sldChg chg="modSp add del mod">
        <pc:chgData name="Thijs Hauspie" userId="c5aa01d0-0751-4207-a587-d7124c844d8f" providerId="ADAL" clId="{DA38665A-D2EF-4503-AD33-27E99CB462D0}" dt="2023-11-28T20:55:28.443" v="1858" actId="47"/>
        <pc:sldMkLst>
          <pc:docMk/>
          <pc:sldMk cId="2595958048" sldId="2058"/>
        </pc:sldMkLst>
        <pc:spChg chg="mod">
          <ac:chgData name="Thijs Hauspie" userId="c5aa01d0-0751-4207-a587-d7124c844d8f" providerId="ADAL" clId="{DA38665A-D2EF-4503-AD33-27E99CB462D0}" dt="2023-11-28T19:27:03.784" v="1373" actId="313"/>
          <ac:spMkLst>
            <pc:docMk/>
            <pc:sldMk cId="2595958048" sldId="2058"/>
            <ac:spMk id="2" creationId="{CB15C49E-74BB-4B20-BF2C-68F451A912DF}"/>
          </ac:spMkLst>
        </pc:spChg>
      </pc:sldChg>
      <pc:sldChg chg="modSp add mod">
        <pc:chgData name="Thijs Hauspie" userId="c5aa01d0-0751-4207-a587-d7124c844d8f" providerId="ADAL" clId="{DA38665A-D2EF-4503-AD33-27E99CB462D0}" dt="2023-11-28T19:27:04.436" v="1374" actId="313"/>
        <pc:sldMkLst>
          <pc:docMk/>
          <pc:sldMk cId="3488777933" sldId="2059"/>
        </pc:sldMkLst>
        <pc:spChg chg="mod">
          <ac:chgData name="Thijs Hauspie" userId="c5aa01d0-0751-4207-a587-d7124c844d8f" providerId="ADAL" clId="{DA38665A-D2EF-4503-AD33-27E99CB462D0}" dt="2023-11-28T19:27:04.436" v="1374" actId="313"/>
          <ac:spMkLst>
            <pc:docMk/>
            <pc:sldMk cId="3488777933" sldId="2059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8T20:59:37.159" v="1979" actId="20577"/>
        <pc:sldMkLst>
          <pc:docMk/>
          <pc:sldMk cId="932671256" sldId="2060"/>
        </pc:sldMkLst>
        <pc:spChg chg="mod">
          <ac:chgData name="Thijs Hauspie" userId="c5aa01d0-0751-4207-a587-d7124c844d8f" providerId="ADAL" clId="{DA38665A-D2EF-4503-AD33-27E99CB462D0}" dt="2023-11-28T20:59:37.159" v="1979" actId="20577"/>
          <ac:spMkLst>
            <pc:docMk/>
            <pc:sldMk cId="932671256" sldId="2060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9:27:04.951" v="1375" actId="313"/>
          <ac:spMkLst>
            <pc:docMk/>
            <pc:sldMk cId="932671256" sldId="2060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8T19:27:05.421" v="1376" actId="313"/>
        <pc:sldMkLst>
          <pc:docMk/>
          <pc:sldMk cId="12897156" sldId="2061"/>
        </pc:sldMkLst>
        <pc:spChg chg="mod">
          <ac:chgData name="Thijs Hauspie" userId="c5aa01d0-0751-4207-a587-d7124c844d8f" providerId="ADAL" clId="{DA38665A-D2EF-4503-AD33-27E99CB462D0}" dt="2023-11-28T19:27:05.421" v="1376" actId="313"/>
          <ac:spMkLst>
            <pc:docMk/>
            <pc:sldMk cId="12897156" sldId="2061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9T08:43:02.205" v="2471" actId="20577"/>
        <pc:sldMkLst>
          <pc:docMk/>
          <pc:sldMk cId="762118791" sldId="2062"/>
        </pc:sldMkLst>
        <pc:spChg chg="mod">
          <ac:chgData name="Thijs Hauspie" userId="c5aa01d0-0751-4207-a587-d7124c844d8f" providerId="ADAL" clId="{DA38665A-D2EF-4503-AD33-27E99CB462D0}" dt="2023-11-29T08:43:02.205" v="2471" actId="20577"/>
          <ac:spMkLst>
            <pc:docMk/>
            <pc:sldMk cId="762118791" sldId="2062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9:27:05.883" v="1377" actId="313"/>
          <ac:spMkLst>
            <pc:docMk/>
            <pc:sldMk cId="762118791" sldId="2062"/>
            <ac:spMk id="7" creationId="{2511D50A-E399-4DFD-994E-025F7BF843B6}"/>
          </ac:spMkLst>
        </pc:spChg>
        <pc:picChg chg="mod">
          <ac:chgData name="Thijs Hauspie" userId="c5aa01d0-0751-4207-a587-d7124c844d8f" providerId="ADAL" clId="{DA38665A-D2EF-4503-AD33-27E99CB462D0}" dt="2023-11-28T21:00:42.186" v="1999" actId="14100"/>
          <ac:picMkLst>
            <pc:docMk/>
            <pc:sldMk cId="762118791" sldId="2062"/>
            <ac:picMk id="6" creationId="{475D7908-8318-68C4-C4BE-77B10EC5F158}"/>
          </ac:picMkLst>
        </pc:picChg>
      </pc:sldChg>
      <pc:sldChg chg="modSp add del mod">
        <pc:chgData name="Thijs Hauspie" userId="c5aa01d0-0751-4207-a587-d7124c844d8f" providerId="ADAL" clId="{DA38665A-D2EF-4503-AD33-27E99CB462D0}" dt="2023-11-28T21:06:50.697" v="2008" actId="47"/>
        <pc:sldMkLst>
          <pc:docMk/>
          <pc:sldMk cId="412314498" sldId="2063"/>
        </pc:sldMkLst>
        <pc:spChg chg="mod">
          <ac:chgData name="Thijs Hauspie" userId="c5aa01d0-0751-4207-a587-d7124c844d8f" providerId="ADAL" clId="{DA38665A-D2EF-4503-AD33-27E99CB462D0}" dt="2023-11-28T19:27:06.369" v="1378" actId="313"/>
          <ac:spMkLst>
            <pc:docMk/>
            <pc:sldMk cId="412314498" sldId="2063"/>
            <ac:spMk id="5" creationId="{3A004925-A370-44E2-A732-52A6295CBDEB}"/>
          </ac:spMkLst>
        </pc:spChg>
      </pc:sldChg>
      <pc:sldChg chg="delSp modSp add del mod">
        <pc:chgData name="Thijs Hauspie" userId="c5aa01d0-0751-4207-a587-d7124c844d8f" providerId="ADAL" clId="{DA38665A-D2EF-4503-AD33-27E99CB462D0}" dt="2023-11-28T21:07:51.218" v="2015" actId="2696"/>
        <pc:sldMkLst>
          <pc:docMk/>
          <pc:sldMk cId="2800776841" sldId="2064"/>
        </pc:sldMkLst>
        <pc:spChg chg="mod">
          <ac:chgData name="Thijs Hauspie" userId="c5aa01d0-0751-4207-a587-d7124c844d8f" providerId="ADAL" clId="{DA38665A-D2EF-4503-AD33-27E99CB462D0}" dt="2023-11-28T19:27:06.757" v="1379" actId="313"/>
          <ac:spMkLst>
            <pc:docMk/>
            <pc:sldMk cId="2800776841" sldId="2064"/>
            <ac:spMk id="5" creationId="{3A004925-A370-44E2-A732-52A6295CBDEB}"/>
          </ac:spMkLst>
        </pc:spChg>
        <pc:picChg chg="del mod">
          <ac:chgData name="Thijs Hauspie" userId="c5aa01d0-0751-4207-a587-d7124c844d8f" providerId="ADAL" clId="{DA38665A-D2EF-4503-AD33-27E99CB462D0}" dt="2023-11-28T21:07:47.191" v="2014" actId="21"/>
          <ac:picMkLst>
            <pc:docMk/>
            <pc:sldMk cId="2800776841" sldId="2064"/>
            <ac:picMk id="8" creationId="{EABFCD5F-E78D-617F-46A4-E27195FACD38}"/>
          </ac:picMkLst>
        </pc:picChg>
        <pc:picChg chg="del">
          <ac:chgData name="Thijs Hauspie" userId="c5aa01d0-0751-4207-a587-d7124c844d8f" providerId="ADAL" clId="{DA38665A-D2EF-4503-AD33-27E99CB462D0}" dt="2023-11-28T21:07:22.915" v="2012" actId="478"/>
          <ac:picMkLst>
            <pc:docMk/>
            <pc:sldMk cId="2800776841" sldId="2064"/>
            <ac:picMk id="12" creationId="{04665BE5-8DAB-E8D2-E987-30C5CC2EEA47}"/>
          </ac:picMkLst>
        </pc:picChg>
      </pc:sldChg>
      <pc:sldChg chg="addSp delSp modSp add mod">
        <pc:chgData name="Thijs Hauspie" userId="c5aa01d0-0751-4207-a587-d7124c844d8f" providerId="ADAL" clId="{DA38665A-D2EF-4503-AD33-27E99CB462D0}" dt="2023-11-29T08:50:40.812" v="2528" actId="1076"/>
        <pc:sldMkLst>
          <pc:docMk/>
          <pc:sldMk cId="3046180038" sldId="2065"/>
        </pc:sldMkLst>
        <pc:spChg chg="mod">
          <ac:chgData name="Thijs Hauspie" userId="c5aa01d0-0751-4207-a587-d7124c844d8f" providerId="ADAL" clId="{DA38665A-D2EF-4503-AD33-27E99CB462D0}" dt="2023-11-28T19:27:07.222" v="1380" actId="313"/>
          <ac:spMkLst>
            <pc:docMk/>
            <pc:sldMk cId="3046180038" sldId="2065"/>
            <ac:spMk id="5" creationId="{3A004925-A370-44E2-A732-52A6295CBDEB}"/>
          </ac:spMkLst>
        </pc:spChg>
        <pc:spChg chg="mod">
          <ac:chgData name="Thijs Hauspie" userId="c5aa01d0-0751-4207-a587-d7124c844d8f" providerId="ADAL" clId="{DA38665A-D2EF-4503-AD33-27E99CB462D0}" dt="2023-11-29T08:43:29.575" v="2478" actId="20577"/>
          <ac:spMkLst>
            <pc:docMk/>
            <pc:sldMk cId="3046180038" sldId="2065"/>
            <ac:spMk id="6" creationId="{D218D92A-74AD-49F8-A8A9-AD801B689B50}"/>
          </ac:spMkLst>
        </pc:spChg>
        <pc:spChg chg="mod">
          <ac:chgData name="Thijs Hauspie" userId="c5aa01d0-0751-4207-a587-d7124c844d8f" providerId="ADAL" clId="{DA38665A-D2EF-4503-AD33-27E99CB462D0}" dt="2023-11-29T08:50:40.812" v="2528" actId="1076"/>
          <ac:spMkLst>
            <pc:docMk/>
            <pc:sldMk cId="3046180038" sldId="2065"/>
            <ac:spMk id="15" creationId="{9416A202-B109-4020-B74B-B96FFC638D4B}"/>
          </ac:spMkLst>
        </pc:spChg>
        <pc:spChg chg="mod">
          <ac:chgData name="Thijs Hauspie" userId="c5aa01d0-0751-4207-a587-d7124c844d8f" providerId="ADAL" clId="{DA38665A-D2EF-4503-AD33-27E99CB462D0}" dt="2023-11-29T08:50:40.812" v="2528" actId="1076"/>
          <ac:spMkLst>
            <pc:docMk/>
            <pc:sldMk cId="3046180038" sldId="2065"/>
            <ac:spMk id="17" creationId="{F5DDE4C7-1F19-44D2-9B17-99DF6A1C96F0}"/>
          </ac:spMkLst>
        </pc:spChg>
        <pc:spChg chg="del">
          <ac:chgData name="Thijs Hauspie" userId="c5aa01d0-0751-4207-a587-d7124c844d8f" providerId="ADAL" clId="{DA38665A-D2EF-4503-AD33-27E99CB462D0}" dt="2023-11-28T21:09:31.211" v="2023" actId="478"/>
          <ac:spMkLst>
            <pc:docMk/>
            <pc:sldMk cId="3046180038" sldId="2065"/>
            <ac:spMk id="21" creationId="{2F73656A-1191-4CA1-88EF-3B5508A1740B}"/>
          </ac:spMkLst>
        </pc:spChg>
        <pc:picChg chg="del">
          <ac:chgData name="Thijs Hauspie" userId="c5aa01d0-0751-4207-a587-d7124c844d8f" providerId="ADAL" clId="{DA38665A-D2EF-4503-AD33-27E99CB462D0}" dt="2023-11-28T21:09:32.827" v="2024" actId="478"/>
          <ac:picMkLst>
            <pc:docMk/>
            <pc:sldMk cId="3046180038" sldId="2065"/>
            <ac:picMk id="2" creationId="{5E6A6D79-994C-4E07-8B89-313F61B38667}"/>
          </ac:picMkLst>
        </pc:picChg>
        <pc:picChg chg="add mod">
          <ac:chgData name="Thijs Hauspie" userId="c5aa01d0-0751-4207-a587-d7124c844d8f" providerId="ADAL" clId="{DA38665A-D2EF-4503-AD33-27E99CB462D0}" dt="2023-11-28T21:08:15.996" v="2022" actId="1076"/>
          <ac:picMkLst>
            <pc:docMk/>
            <pc:sldMk cId="3046180038" sldId="2065"/>
            <ac:picMk id="4" creationId="{A9D8103E-0B66-B95F-86F7-FFA60F9A7F64}"/>
          </ac:picMkLst>
        </pc:picChg>
        <pc:picChg chg="add mod ord">
          <ac:chgData name="Thijs Hauspie" userId="c5aa01d0-0751-4207-a587-d7124c844d8f" providerId="ADAL" clId="{DA38665A-D2EF-4503-AD33-27E99CB462D0}" dt="2023-11-29T08:50:40.812" v="2528" actId="1076"/>
          <ac:picMkLst>
            <pc:docMk/>
            <pc:sldMk cId="3046180038" sldId="2065"/>
            <ac:picMk id="9" creationId="{8BB9BF04-5BEC-925D-62E1-5550B55BD28B}"/>
          </ac:picMkLst>
        </pc:picChg>
        <pc:picChg chg="del mod">
          <ac:chgData name="Thijs Hauspie" userId="c5aa01d0-0751-4207-a587-d7124c844d8f" providerId="ADAL" clId="{DA38665A-D2EF-4503-AD33-27E99CB462D0}" dt="2023-11-29T08:50:33.827" v="2527" actId="478"/>
          <ac:picMkLst>
            <pc:docMk/>
            <pc:sldMk cId="3046180038" sldId="2065"/>
            <ac:picMk id="10" creationId="{45D4D8B2-2754-18D2-94B5-EEBF7B311BB2}"/>
          </ac:picMkLst>
        </pc:picChg>
        <pc:cxnChg chg="mod">
          <ac:chgData name="Thijs Hauspie" userId="c5aa01d0-0751-4207-a587-d7124c844d8f" providerId="ADAL" clId="{DA38665A-D2EF-4503-AD33-27E99CB462D0}" dt="2023-11-29T08:50:40.812" v="2528" actId="1076"/>
          <ac:cxnSpMkLst>
            <pc:docMk/>
            <pc:sldMk cId="3046180038" sldId="2065"/>
            <ac:cxnSpMk id="8" creationId="{F77AB7CD-D11D-46AD-A1C0-0B8AB13DA0DA}"/>
          </ac:cxnSpMkLst>
        </pc:cxnChg>
        <pc:cxnChg chg="mod">
          <ac:chgData name="Thijs Hauspie" userId="c5aa01d0-0751-4207-a587-d7124c844d8f" providerId="ADAL" clId="{DA38665A-D2EF-4503-AD33-27E99CB462D0}" dt="2023-11-29T08:50:40.812" v="2528" actId="1076"/>
          <ac:cxnSpMkLst>
            <pc:docMk/>
            <pc:sldMk cId="3046180038" sldId="2065"/>
            <ac:cxnSpMk id="19" creationId="{71ED1D57-8ED4-4086-B1A0-430A41886BA7}"/>
          </ac:cxnSpMkLst>
        </pc:cxnChg>
      </pc:sldChg>
      <pc:sldChg chg="modSp add mod">
        <pc:chgData name="Thijs Hauspie" userId="c5aa01d0-0751-4207-a587-d7124c844d8f" providerId="ADAL" clId="{DA38665A-D2EF-4503-AD33-27E99CB462D0}" dt="2023-11-29T08:52:02.121" v="2549" actId="114"/>
        <pc:sldMkLst>
          <pc:docMk/>
          <pc:sldMk cId="231776674" sldId="2066"/>
        </pc:sldMkLst>
        <pc:spChg chg="mod">
          <ac:chgData name="Thijs Hauspie" userId="c5aa01d0-0751-4207-a587-d7124c844d8f" providerId="ADAL" clId="{DA38665A-D2EF-4503-AD33-27E99CB462D0}" dt="2023-11-29T08:52:02.121" v="2549" actId="114"/>
          <ac:spMkLst>
            <pc:docMk/>
            <pc:sldMk cId="231776674" sldId="2066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8T19:27:09.108" v="1381" actId="313"/>
          <ac:spMkLst>
            <pc:docMk/>
            <pc:sldMk cId="231776674" sldId="2066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8T17:48:32.172" v="1362" actId="20577"/>
        <pc:sldMkLst>
          <pc:docMk/>
          <pc:sldMk cId="3377217503" sldId="2067"/>
        </pc:sldMkLst>
        <pc:spChg chg="mod">
          <ac:chgData name="Thijs Hauspie" userId="c5aa01d0-0751-4207-a587-d7124c844d8f" providerId="ADAL" clId="{DA38665A-D2EF-4503-AD33-27E99CB462D0}" dt="2023-11-28T17:48:32.172" v="1362" actId="20577"/>
          <ac:spMkLst>
            <pc:docMk/>
            <pc:sldMk cId="3377217503" sldId="2067"/>
            <ac:spMk id="2" creationId="{1D528B7A-3168-440C-A60C-A036931164EC}"/>
          </ac:spMkLst>
        </pc:spChg>
      </pc:sldChg>
      <pc:sldChg chg="addSp modSp add mod">
        <pc:chgData name="Thijs Hauspie" userId="c5aa01d0-0751-4207-a587-d7124c844d8f" providerId="ADAL" clId="{DA38665A-D2EF-4503-AD33-27E99CB462D0}" dt="2023-11-29T08:40:19.247" v="2357" actId="20577"/>
        <pc:sldMkLst>
          <pc:docMk/>
          <pc:sldMk cId="4106062167" sldId="2068"/>
        </pc:sldMkLst>
        <pc:spChg chg="add mod">
          <ac:chgData name="Thijs Hauspie" userId="c5aa01d0-0751-4207-a587-d7124c844d8f" providerId="ADAL" clId="{DA38665A-D2EF-4503-AD33-27E99CB462D0}" dt="2023-11-29T08:37:49.340" v="2347" actId="1076"/>
          <ac:spMkLst>
            <pc:docMk/>
            <pc:sldMk cId="4106062167" sldId="2068"/>
            <ac:spMk id="2" creationId="{0234651A-A350-89B1-AFA5-2630176D4CEF}"/>
          </ac:spMkLst>
        </pc:spChg>
        <pc:spChg chg="mod">
          <ac:chgData name="Thijs Hauspie" userId="c5aa01d0-0751-4207-a587-d7124c844d8f" providerId="ADAL" clId="{DA38665A-D2EF-4503-AD33-27E99CB462D0}" dt="2023-11-29T08:40:19.247" v="2357" actId="20577"/>
          <ac:spMkLst>
            <pc:docMk/>
            <pc:sldMk cId="4106062167" sldId="2068"/>
            <ac:spMk id="3" creationId="{39011522-9118-40C3-A09B-F25B95FAB7B4}"/>
          </ac:spMkLst>
        </pc:spChg>
      </pc:sldChg>
      <pc:sldChg chg="modSp add mod modNotesTx">
        <pc:chgData name="Thijs Hauspie" userId="c5aa01d0-0751-4207-a587-d7124c844d8f" providerId="ADAL" clId="{DA38665A-D2EF-4503-AD33-27E99CB462D0}" dt="2023-11-29T13:40:26.774" v="5351" actId="14100"/>
        <pc:sldMkLst>
          <pc:docMk/>
          <pc:sldMk cId="2003147335" sldId="2069"/>
        </pc:sldMkLst>
        <pc:spChg chg="mod">
          <ac:chgData name="Thijs Hauspie" userId="c5aa01d0-0751-4207-a587-d7124c844d8f" providerId="ADAL" clId="{DA38665A-D2EF-4503-AD33-27E99CB462D0}" dt="2023-11-29T12:09:51.272" v="4146" actId="20577"/>
          <ac:spMkLst>
            <pc:docMk/>
            <pc:sldMk cId="2003147335" sldId="2069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3:40:26.774" v="5351" actId="14100"/>
          <ac:spMkLst>
            <pc:docMk/>
            <pc:sldMk cId="2003147335" sldId="2069"/>
            <ac:spMk id="5" creationId="{0E5FB4D5-B452-4AA4-B83E-8DA93E143B9E}"/>
          </ac:spMkLst>
        </pc:spChg>
      </pc:sldChg>
      <pc:sldChg chg="modSp add del mod ord">
        <pc:chgData name="Thijs Hauspie" userId="c5aa01d0-0751-4207-a587-d7124c844d8f" providerId="ADAL" clId="{DA38665A-D2EF-4503-AD33-27E99CB462D0}" dt="2023-11-29T08:45:06.276" v="2509" actId="47"/>
        <pc:sldMkLst>
          <pc:docMk/>
          <pc:sldMk cId="3193181928" sldId="2070"/>
        </pc:sldMkLst>
        <pc:spChg chg="mod">
          <ac:chgData name="Thijs Hauspie" userId="c5aa01d0-0751-4207-a587-d7124c844d8f" providerId="ADAL" clId="{DA38665A-D2EF-4503-AD33-27E99CB462D0}" dt="2023-11-28T21:21:01.088" v="2128" actId="403"/>
          <ac:spMkLst>
            <pc:docMk/>
            <pc:sldMk cId="3193181928" sldId="2070"/>
            <ac:spMk id="2" creationId="{2487FA35-A2A9-47D2-B705-6EA42514C1AE}"/>
          </ac:spMkLst>
        </pc:spChg>
      </pc:sldChg>
      <pc:sldChg chg="modSp mod">
        <pc:chgData name="Thijs Hauspie" userId="c5aa01d0-0751-4207-a587-d7124c844d8f" providerId="ADAL" clId="{DA38665A-D2EF-4503-AD33-27E99CB462D0}" dt="2023-11-29T08:59:26.703" v="2558" actId="207"/>
        <pc:sldMkLst>
          <pc:docMk/>
          <pc:sldMk cId="3914026202" sldId="2070"/>
        </pc:sldMkLst>
        <pc:spChg chg="mod">
          <ac:chgData name="Thijs Hauspie" userId="c5aa01d0-0751-4207-a587-d7124c844d8f" providerId="ADAL" clId="{DA38665A-D2EF-4503-AD33-27E99CB462D0}" dt="2023-11-29T08:59:26.703" v="2558" actId="207"/>
          <ac:spMkLst>
            <pc:docMk/>
            <pc:sldMk cId="3914026202" sldId="2070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DA38665A-D2EF-4503-AD33-27E99CB462D0}" dt="2023-11-29T09:00:27.846" v="2637" actId="20577"/>
        <pc:sldMkLst>
          <pc:docMk/>
          <pc:sldMk cId="2038671819" sldId="2071"/>
        </pc:sldMkLst>
        <pc:spChg chg="mod">
          <ac:chgData name="Thijs Hauspie" userId="c5aa01d0-0751-4207-a587-d7124c844d8f" providerId="ADAL" clId="{DA38665A-D2EF-4503-AD33-27E99CB462D0}" dt="2023-11-29T09:00:27.846" v="2637" actId="20577"/>
          <ac:spMkLst>
            <pc:docMk/>
            <pc:sldMk cId="2038671819" sldId="2071"/>
            <ac:spMk id="3" creationId="{AFA9732D-AB41-4AF6-9647-B5196F5786EE}"/>
          </ac:spMkLst>
        </pc:spChg>
      </pc:sldChg>
      <pc:sldChg chg="modSp add del mod">
        <pc:chgData name="Thijs Hauspie" userId="c5aa01d0-0751-4207-a587-d7124c844d8f" providerId="ADAL" clId="{DA38665A-D2EF-4503-AD33-27E99CB462D0}" dt="2023-11-29T08:45:05.189" v="2508" actId="47"/>
        <pc:sldMkLst>
          <pc:docMk/>
          <pc:sldMk cId="3402633614" sldId="2071"/>
        </pc:sldMkLst>
        <pc:spChg chg="mod">
          <ac:chgData name="Thijs Hauspie" userId="c5aa01d0-0751-4207-a587-d7124c844d8f" providerId="ADAL" clId="{DA38665A-D2EF-4503-AD33-27E99CB462D0}" dt="2023-11-29T08:44:09.519" v="2507"/>
          <ac:spMkLst>
            <pc:docMk/>
            <pc:sldMk cId="3402633614" sldId="2071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DA38665A-D2EF-4503-AD33-27E99CB462D0}" dt="2023-11-29T09:19:53.071" v="2667" actId="14100"/>
        <pc:sldMkLst>
          <pc:docMk/>
          <pc:sldMk cId="3481569661" sldId="2072"/>
        </pc:sldMkLst>
        <pc:picChg chg="mod">
          <ac:chgData name="Thijs Hauspie" userId="c5aa01d0-0751-4207-a587-d7124c844d8f" providerId="ADAL" clId="{DA38665A-D2EF-4503-AD33-27E99CB462D0}" dt="2023-11-29T09:19:53.071" v="2667" actId="14100"/>
          <ac:picMkLst>
            <pc:docMk/>
            <pc:sldMk cId="3481569661" sldId="2072"/>
            <ac:picMk id="7" creationId="{15B4834C-BB53-7136-A0D1-584CFC6B24A3}"/>
          </ac:picMkLst>
        </pc:picChg>
        <pc:picChg chg="mod">
          <ac:chgData name="Thijs Hauspie" userId="c5aa01d0-0751-4207-a587-d7124c844d8f" providerId="ADAL" clId="{DA38665A-D2EF-4503-AD33-27E99CB462D0}" dt="2023-11-29T09:19:15.360" v="2663" actId="14826"/>
          <ac:picMkLst>
            <pc:docMk/>
            <pc:sldMk cId="3481569661" sldId="2072"/>
            <ac:picMk id="10" creationId="{425BA4D0-51B8-DD0C-BCAE-F362F6CBF26B}"/>
          </ac:picMkLst>
        </pc:picChg>
        <pc:picChg chg="mod">
          <ac:chgData name="Thijs Hauspie" userId="c5aa01d0-0751-4207-a587-d7124c844d8f" providerId="ADAL" clId="{DA38665A-D2EF-4503-AD33-27E99CB462D0}" dt="2023-11-29T09:19:22.802" v="2664" actId="14826"/>
          <ac:picMkLst>
            <pc:docMk/>
            <pc:sldMk cId="3481569661" sldId="2072"/>
            <ac:picMk id="13" creationId="{80782D74-BABB-DC1A-8068-CD4BEC772B0D}"/>
          </ac:picMkLst>
        </pc:picChg>
        <pc:picChg chg="mod">
          <ac:chgData name="Thijs Hauspie" userId="c5aa01d0-0751-4207-a587-d7124c844d8f" providerId="ADAL" clId="{DA38665A-D2EF-4503-AD33-27E99CB462D0}" dt="2023-11-29T09:19:30.508" v="2665" actId="14826"/>
          <ac:picMkLst>
            <pc:docMk/>
            <pc:sldMk cId="3481569661" sldId="2072"/>
            <ac:picMk id="18" creationId="{66B7830C-1054-731A-CE7E-CD9472E88FD4}"/>
          </ac:picMkLst>
        </pc:picChg>
      </pc:sldChg>
      <pc:sldChg chg="modSp add mod">
        <pc:chgData name="Thijs Hauspie" userId="c5aa01d0-0751-4207-a587-d7124c844d8f" providerId="ADAL" clId="{DA38665A-D2EF-4503-AD33-27E99CB462D0}" dt="2023-11-29T12:14:20.873" v="4317" actId="20577"/>
        <pc:sldMkLst>
          <pc:docMk/>
          <pc:sldMk cId="2348625057" sldId="2073"/>
        </pc:sldMkLst>
        <pc:spChg chg="mod">
          <ac:chgData name="Thijs Hauspie" userId="c5aa01d0-0751-4207-a587-d7124c844d8f" providerId="ADAL" clId="{DA38665A-D2EF-4503-AD33-27E99CB462D0}" dt="2023-11-29T12:14:20.873" v="4317" actId="20577"/>
          <ac:spMkLst>
            <pc:docMk/>
            <pc:sldMk cId="2348625057" sldId="2073"/>
            <ac:spMk id="3" creationId="{39011522-9118-40C3-A09B-F25B95FAB7B4}"/>
          </ac:spMkLst>
        </pc:spChg>
      </pc:sldChg>
      <pc:sldChg chg="addSp delSp modSp add mod">
        <pc:chgData name="Thijs Hauspie" userId="c5aa01d0-0751-4207-a587-d7124c844d8f" providerId="ADAL" clId="{DA38665A-D2EF-4503-AD33-27E99CB462D0}" dt="2023-11-29T13:41:31.794" v="5357" actId="478"/>
        <pc:sldMkLst>
          <pc:docMk/>
          <pc:sldMk cId="1692719486" sldId="2074"/>
        </pc:sldMkLst>
        <pc:spChg chg="mod">
          <ac:chgData name="Thijs Hauspie" userId="c5aa01d0-0751-4207-a587-d7124c844d8f" providerId="ADAL" clId="{DA38665A-D2EF-4503-AD33-27E99CB462D0}" dt="2023-11-29T12:14:28.103" v="4318" actId="20577"/>
          <ac:spMkLst>
            <pc:docMk/>
            <pc:sldMk cId="1692719486" sldId="2074"/>
            <ac:spMk id="3" creationId="{39011522-9118-40C3-A09B-F25B95FAB7B4}"/>
          </ac:spMkLst>
        </pc:spChg>
        <pc:spChg chg="del mod">
          <ac:chgData name="Thijs Hauspie" userId="c5aa01d0-0751-4207-a587-d7124c844d8f" providerId="ADAL" clId="{DA38665A-D2EF-4503-AD33-27E99CB462D0}" dt="2023-11-29T13:41:17.631" v="5352" actId="478"/>
          <ac:spMkLst>
            <pc:docMk/>
            <pc:sldMk cId="1692719486" sldId="2074"/>
            <ac:spMk id="5" creationId="{0E5FB4D5-B452-4AA4-B83E-8DA93E143B9E}"/>
          </ac:spMkLst>
        </pc:spChg>
        <pc:spChg chg="add del mod">
          <ac:chgData name="Thijs Hauspie" userId="c5aa01d0-0751-4207-a587-d7124c844d8f" providerId="ADAL" clId="{DA38665A-D2EF-4503-AD33-27E99CB462D0}" dt="2023-11-29T13:41:28.681" v="5355" actId="478"/>
          <ac:spMkLst>
            <pc:docMk/>
            <pc:sldMk cId="1692719486" sldId="2074"/>
            <ac:spMk id="6" creationId="{44585B7B-5253-50A7-49CE-E08D42055A9D}"/>
          </ac:spMkLst>
        </pc:spChg>
        <pc:spChg chg="add del mod">
          <ac:chgData name="Thijs Hauspie" userId="c5aa01d0-0751-4207-a587-d7124c844d8f" providerId="ADAL" clId="{DA38665A-D2EF-4503-AD33-27E99CB462D0}" dt="2023-11-29T13:41:31.794" v="5357" actId="478"/>
          <ac:spMkLst>
            <pc:docMk/>
            <pc:sldMk cId="1692719486" sldId="2074"/>
            <ac:spMk id="8" creationId="{82A36CCC-9079-ACA8-5E4B-AB0D87C2D381}"/>
          </ac:spMkLst>
        </pc:spChg>
        <pc:spChg chg="add mod">
          <ac:chgData name="Thijs Hauspie" userId="c5aa01d0-0751-4207-a587-d7124c844d8f" providerId="ADAL" clId="{DA38665A-D2EF-4503-AD33-27E99CB462D0}" dt="2023-11-29T13:41:29.545" v="5356"/>
          <ac:spMkLst>
            <pc:docMk/>
            <pc:sldMk cId="1692719486" sldId="2074"/>
            <ac:spMk id="9" creationId="{04EFAA7B-7566-A088-43D3-3267B47DB74C}"/>
          </ac:spMkLst>
        </pc:spChg>
      </pc:sldChg>
      <pc:sldChg chg="modSp add del mod">
        <pc:chgData name="Thijs Hauspie" userId="c5aa01d0-0751-4207-a587-d7124c844d8f" providerId="ADAL" clId="{DA38665A-D2EF-4503-AD33-27E99CB462D0}" dt="2023-11-29T09:38:07.883" v="2933" actId="47"/>
        <pc:sldMkLst>
          <pc:docMk/>
          <pc:sldMk cId="2176833263" sldId="2075"/>
        </pc:sldMkLst>
        <pc:spChg chg="mod">
          <ac:chgData name="Thijs Hauspie" userId="c5aa01d0-0751-4207-a587-d7124c844d8f" providerId="ADAL" clId="{DA38665A-D2EF-4503-AD33-27E99CB462D0}" dt="2023-11-29T09:33:48.486" v="2817" actId="20577"/>
          <ac:spMkLst>
            <pc:docMk/>
            <pc:sldMk cId="2176833263" sldId="2075"/>
            <ac:spMk id="3" creationId="{3CDE1E18-32B6-415F-BB7E-BD52DF9237A0}"/>
          </ac:spMkLst>
        </pc:spChg>
      </pc:sldChg>
      <pc:sldChg chg="add">
        <pc:chgData name="Thijs Hauspie" userId="c5aa01d0-0751-4207-a587-d7124c844d8f" providerId="ADAL" clId="{DA38665A-D2EF-4503-AD33-27E99CB462D0}" dt="2023-11-29T09:00:54.548" v="2638"/>
        <pc:sldMkLst>
          <pc:docMk/>
          <pc:sldMk cId="1771947816" sldId="2076"/>
        </pc:sldMkLst>
      </pc:sldChg>
      <pc:sldChg chg="modSp add mod">
        <pc:chgData name="Thijs Hauspie" userId="c5aa01d0-0751-4207-a587-d7124c844d8f" providerId="ADAL" clId="{DA38665A-D2EF-4503-AD33-27E99CB462D0}" dt="2023-11-29T09:38:34.338" v="2954"/>
        <pc:sldMkLst>
          <pc:docMk/>
          <pc:sldMk cId="3663528800" sldId="2077"/>
        </pc:sldMkLst>
        <pc:spChg chg="mod">
          <ac:chgData name="Thijs Hauspie" userId="c5aa01d0-0751-4207-a587-d7124c844d8f" providerId="ADAL" clId="{DA38665A-D2EF-4503-AD33-27E99CB462D0}" dt="2023-11-29T09:38:34.338" v="2954"/>
          <ac:spMkLst>
            <pc:docMk/>
            <pc:sldMk cId="3663528800" sldId="2077"/>
            <ac:spMk id="3" creationId="{39011522-9118-40C3-A09B-F25B95FAB7B4}"/>
          </ac:spMkLst>
        </pc:spChg>
      </pc:sldChg>
      <pc:sldChg chg="add">
        <pc:chgData name="Thijs Hauspie" userId="c5aa01d0-0751-4207-a587-d7124c844d8f" providerId="ADAL" clId="{DA38665A-D2EF-4503-AD33-27E99CB462D0}" dt="2023-11-29T09:00:54.548" v="2638"/>
        <pc:sldMkLst>
          <pc:docMk/>
          <pc:sldMk cId="449993345" sldId="2078"/>
        </pc:sldMkLst>
      </pc:sldChg>
      <pc:sldChg chg="modSp add mod">
        <pc:chgData name="Thijs Hauspie" userId="c5aa01d0-0751-4207-a587-d7124c844d8f" providerId="ADAL" clId="{DA38665A-D2EF-4503-AD33-27E99CB462D0}" dt="2023-11-29T09:39:15.125" v="2958" actId="1076"/>
        <pc:sldMkLst>
          <pc:docMk/>
          <pc:sldMk cId="4069568477" sldId="2079"/>
        </pc:sldMkLst>
        <pc:spChg chg="mod">
          <ac:chgData name="Thijs Hauspie" userId="c5aa01d0-0751-4207-a587-d7124c844d8f" providerId="ADAL" clId="{DA38665A-D2EF-4503-AD33-27E99CB462D0}" dt="2023-11-29T09:39:12.824" v="2957"/>
          <ac:spMkLst>
            <pc:docMk/>
            <pc:sldMk cId="4069568477" sldId="2079"/>
            <ac:spMk id="3" creationId="{39011522-9118-40C3-A09B-F25B95FAB7B4}"/>
          </ac:spMkLst>
        </pc:spChg>
        <pc:picChg chg="mod">
          <ac:chgData name="Thijs Hauspie" userId="c5aa01d0-0751-4207-a587-d7124c844d8f" providerId="ADAL" clId="{DA38665A-D2EF-4503-AD33-27E99CB462D0}" dt="2023-11-29T09:39:15.125" v="2958" actId="1076"/>
          <ac:picMkLst>
            <pc:docMk/>
            <pc:sldMk cId="4069568477" sldId="2079"/>
            <ac:picMk id="6" creationId="{475D7908-8318-68C4-C4BE-77B10EC5F158}"/>
          </ac:picMkLst>
        </pc:picChg>
      </pc:sldChg>
      <pc:sldChg chg="modSp add mod">
        <pc:chgData name="Thijs Hauspie" userId="c5aa01d0-0751-4207-a587-d7124c844d8f" providerId="ADAL" clId="{DA38665A-D2EF-4503-AD33-27E99CB462D0}" dt="2023-11-29T09:42:41.416" v="2964"/>
        <pc:sldMkLst>
          <pc:docMk/>
          <pc:sldMk cId="2463860811" sldId="2080"/>
        </pc:sldMkLst>
        <pc:spChg chg="mod">
          <ac:chgData name="Thijs Hauspie" userId="c5aa01d0-0751-4207-a587-d7124c844d8f" providerId="ADAL" clId="{DA38665A-D2EF-4503-AD33-27E99CB462D0}" dt="2023-11-29T09:42:41.416" v="2964"/>
          <ac:spMkLst>
            <pc:docMk/>
            <pc:sldMk cId="2463860811" sldId="2080"/>
            <ac:spMk id="6" creationId="{D218D92A-74AD-49F8-A8A9-AD801B689B50}"/>
          </ac:spMkLst>
        </pc:spChg>
        <pc:spChg chg="mod">
          <ac:chgData name="Thijs Hauspie" userId="c5aa01d0-0751-4207-a587-d7124c844d8f" providerId="ADAL" clId="{DA38665A-D2EF-4503-AD33-27E99CB462D0}" dt="2023-11-29T09:40:24.963" v="2962" actId="1076"/>
          <ac:spMkLst>
            <pc:docMk/>
            <pc:sldMk cId="2463860811" sldId="2080"/>
            <ac:spMk id="30" creationId="{8C9A025B-CEC7-454F-90F3-DCA3ABCD5003}"/>
          </ac:spMkLst>
        </pc:spChg>
        <pc:grpChg chg="mod">
          <ac:chgData name="Thijs Hauspie" userId="c5aa01d0-0751-4207-a587-d7124c844d8f" providerId="ADAL" clId="{DA38665A-D2EF-4503-AD33-27E99CB462D0}" dt="2023-11-29T09:40:19.254" v="2960" actId="1076"/>
          <ac:grpSpMkLst>
            <pc:docMk/>
            <pc:sldMk cId="2463860811" sldId="2080"/>
            <ac:grpSpMk id="21" creationId="{20A981D7-A7E5-4D73-AF05-171DE94228AE}"/>
          </ac:grpSpMkLst>
        </pc:grpChg>
        <pc:grpChg chg="mod">
          <ac:chgData name="Thijs Hauspie" userId="c5aa01d0-0751-4207-a587-d7124c844d8f" providerId="ADAL" clId="{DA38665A-D2EF-4503-AD33-27E99CB462D0}" dt="2023-11-29T09:40:29.103" v="2963" actId="1076"/>
          <ac:grpSpMkLst>
            <pc:docMk/>
            <pc:sldMk cId="2463860811" sldId="2080"/>
            <ac:grpSpMk id="28" creationId="{934B43BD-5546-4994-9FB6-47934D7E33A3}"/>
          </ac:grpSpMkLst>
        </pc:grpChg>
        <pc:picChg chg="mod">
          <ac:chgData name="Thijs Hauspie" userId="c5aa01d0-0751-4207-a587-d7124c844d8f" providerId="ADAL" clId="{DA38665A-D2EF-4503-AD33-27E99CB462D0}" dt="2023-11-29T09:40:08.990" v="2959" actId="14826"/>
          <ac:picMkLst>
            <pc:docMk/>
            <pc:sldMk cId="2463860811" sldId="2080"/>
            <ac:picMk id="4" creationId="{FA8181DE-0D06-40F8-A69A-ED46C4E65D35}"/>
          </ac:picMkLst>
        </pc:picChg>
      </pc:sldChg>
      <pc:sldChg chg="modSp add mod">
        <pc:chgData name="Thijs Hauspie" userId="c5aa01d0-0751-4207-a587-d7124c844d8f" providerId="ADAL" clId="{DA38665A-D2EF-4503-AD33-27E99CB462D0}" dt="2023-11-29T09:48:08.878" v="3148" actId="20577"/>
        <pc:sldMkLst>
          <pc:docMk/>
          <pc:sldMk cId="3113964941" sldId="2081"/>
        </pc:sldMkLst>
        <pc:spChg chg="mod">
          <ac:chgData name="Thijs Hauspie" userId="c5aa01d0-0751-4207-a587-d7124c844d8f" providerId="ADAL" clId="{DA38665A-D2EF-4503-AD33-27E99CB462D0}" dt="2023-11-29T09:48:08.878" v="3148" actId="20577"/>
          <ac:spMkLst>
            <pc:docMk/>
            <pc:sldMk cId="3113964941" sldId="2081"/>
            <ac:spMk id="6" creationId="{D218D92A-74AD-49F8-A8A9-AD801B689B50}"/>
          </ac:spMkLst>
        </pc:spChg>
        <pc:picChg chg="mod">
          <ac:chgData name="Thijs Hauspie" userId="c5aa01d0-0751-4207-a587-d7124c844d8f" providerId="ADAL" clId="{DA38665A-D2EF-4503-AD33-27E99CB462D0}" dt="2023-11-29T09:46:17.782" v="2974" actId="14826"/>
          <ac:picMkLst>
            <pc:docMk/>
            <pc:sldMk cId="3113964941" sldId="2081"/>
            <ac:picMk id="4" creationId="{A9D8103E-0B66-B95F-86F7-FFA60F9A7F64}"/>
          </ac:picMkLst>
        </pc:picChg>
        <pc:picChg chg="mod">
          <ac:chgData name="Thijs Hauspie" userId="c5aa01d0-0751-4207-a587-d7124c844d8f" providerId="ADAL" clId="{DA38665A-D2EF-4503-AD33-27E99CB462D0}" dt="2023-11-29T09:45:45.651" v="2967" actId="14826"/>
          <ac:picMkLst>
            <pc:docMk/>
            <pc:sldMk cId="3113964941" sldId="2081"/>
            <ac:picMk id="9" creationId="{8BB9BF04-5BEC-925D-62E1-5550B55BD28B}"/>
          </ac:picMkLst>
        </pc:picChg>
      </pc:sldChg>
      <pc:sldChg chg="modSp add mod">
        <pc:chgData name="Thijs Hauspie" userId="c5aa01d0-0751-4207-a587-d7124c844d8f" providerId="ADAL" clId="{DA38665A-D2EF-4503-AD33-27E99CB462D0}" dt="2023-11-29T09:50:54.506" v="3191" actId="20577"/>
        <pc:sldMkLst>
          <pc:docMk/>
          <pc:sldMk cId="4072340759" sldId="2082"/>
        </pc:sldMkLst>
        <pc:spChg chg="mod">
          <ac:chgData name="Thijs Hauspie" userId="c5aa01d0-0751-4207-a587-d7124c844d8f" providerId="ADAL" clId="{DA38665A-D2EF-4503-AD33-27E99CB462D0}" dt="2023-11-29T09:50:54.506" v="3191" actId="20577"/>
          <ac:spMkLst>
            <pc:docMk/>
            <pc:sldMk cId="4072340759" sldId="2082"/>
            <ac:spMk id="3" creationId="{39011522-9118-40C3-A09B-F25B95FAB7B4}"/>
          </ac:spMkLst>
        </pc:spChg>
      </pc:sldChg>
      <pc:sldChg chg="delSp modSp add mod ord">
        <pc:chgData name="Thijs Hauspie" userId="c5aa01d0-0751-4207-a587-d7124c844d8f" providerId="ADAL" clId="{DA38665A-D2EF-4503-AD33-27E99CB462D0}" dt="2023-11-29T09:18:29.493" v="2662" actId="478"/>
        <pc:sldMkLst>
          <pc:docMk/>
          <pc:sldMk cId="198593571" sldId="2083"/>
        </pc:sldMkLst>
        <pc:spChg chg="mod">
          <ac:chgData name="Thijs Hauspie" userId="c5aa01d0-0751-4207-a587-d7124c844d8f" providerId="ADAL" clId="{DA38665A-D2EF-4503-AD33-27E99CB462D0}" dt="2023-11-29T09:18:02.300" v="2661" actId="207"/>
          <ac:spMkLst>
            <pc:docMk/>
            <pc:sldMk cId="198593571" sldId="2083"/>
            <ac:spMk id="2" creationId="{0234651A-A350-89B1-AFA5-2630176D4CEF}"/>
          </ac:spMkLst>
        </pc:spChg>
        <pc:spChg chg="del">
          <ac:chgData name="Thijs Hauspie" userId="c5aa01d0-0751-4207-a587-d7124c844d8f" providerId="ADAL" clId="{DA38665A-D2EF-4503-AD33-27E99CB462D0}" dt="2023-11-29T09:18:29.493" v="2662" actId="478"/>
          <ac:spMkLst>
            <pc:docMk/>
            <pc:sldMk cId="198593571" sldId="2083"/>
            <ac:spMk id="5" creationId="{0E5FB4D5-B452-4AA4-B83E-8DA93E143B9E}"/>
          </ac:spMkLst>
        </pc:spChg>
      </pc:sldChg>
      <pc:sldChg chg="delSp add mod ord">
        <pc:chgData name="Thijs Hauspie" userId="c5aa01d0-0751-4207-a587-d7124c844d8f" providerId="ADAL" clId="{DA38665A-D2EF-4503-AD33-27E99CB462D0}" dt="2023-11-29T09:32:40.517" v="2731" actId="478"/>
        <pc:sldMkLst>
          <pc:docMk/>
          <pc:sldMk cId="848894518" sldId="2084"/>
        </pc:sldMkLst>
        <pc:spChg chg="del">
          <ac:chgData name="Thijs Hauspie" userId="c5aa01d0-0751-4207-a587-d7124c844d8f" providerId="ADAL" clId="{DA38665A-D2EF-4503-AD33-27E99CB462D0}" dt="2023-11-29T09:32:40.517" v="2731" actId="478"/>
          <ac:spMkLst>
            <pc:docMk/>
            <pc:sldMk cId="848894518" sldId="2084"/>
            <ac:spMk id="127" creationId="{A60089BD-7999-4CAB-9801-44DBBCFFD570}"/>
          </ac:spMkLst>
        </pc:spChg>
      </pc:sldChg>
      <pc:sldChg chg="modSp add mod">
        <pc:chgData name="Thijs Hauspie" userId="c5aa01d0-0751-4207-a587-d7124c844d8f" providerId="ADAL" clId="{DA38665A-D2EF-4503-AD33-27E99CB462D0}" dt="2023-11-29T09:33:25.739" v="2802" actId="1076"/>
        <pc:sldMkLst>
          <pc:docMk/>
          <pc:sldMk cId="1406383348" sldId="2085"/>
        </pc:sldMkLst>
        <pc:spChg chg="mod">
          <ac:chgData name="Thijs Hauspie" userId="c5aa01d0-0751-4207-a587-d7124c844d8f" providerId="ADAL" clId="{DA38665A-D2EF-4503-AD33-27E99CB462D0}" dt="2023-11-29T09:33:25.739" v="2802" actId="1076"/>
          <ac:spMkLst>
            <pc:docMk/>
            <pc:sldMk cId="1406383348" sldId="2085"/>
            <ac:spMk id="127" creationId="{A60089BD-7999-4CAB-9801-44DBBCFFD570}"/>
          </ac:spMkLst>
        </pc:spChg>
      </pc:sldChg>
      <pc:sldChg chg="addSp delSp modSp add mod ord">
        <pc:chgData name="Thijs Hauspie" userId="c5aa01d0-0751-4207-a587-d7124c844d8f" providerId="ADAL" clId="{DA38665A-D2EF-4503-AD33-27E99CB462D0}" dt="2023-11-29T13:41:50.032" v="5360"/>
        <pc:sldMkLst>
          <pc:docMk/>
          <pc:sldMk cId="1806544558" sldId="2086"/>
        </pc:sldMkLst>
        <pc:spChg chg="mod">
          <ac:chgData name="Thijs Hauspie" userId="c5aa01d0-0751-4207-a587-d7124c844d8f" providerId="ADAL" clId="{DA38665A-D2EF-4503-AD33-27E99CB462D0}" dt="2023-11-29T12:14:43.986" v="4324" actId="20577"/>
          <ac:spMkLst>
            <pc:docMk/>
            <pc:sldMk cId="1806544558" sldId="2086"/>
            <ac:spMk id="3" creationId="{39011522-9118-40C3-A09B-F25B95FAB7B4}"/>
          </ac:spMkLst>
        </pc:spChg>
        <pc:spChg chg="del mod">
          <ac:chgData name="Thijs Hauspie" userId="c5aa01d0-0751-4207-a587-d7124c844d8f" providerId="ADAL" clId="{DA38665A-D2EF-4503-AD33-27E99CB462D0}" dt="2023-11-29T13:41:43.678" v="5358" actId="478"/>
          <ac:spMkLst>
            <pc:docMk/>
            <pc:sldMk cId="1806544558" sldId="2086"/>
            <ac:spMk id="5" creationId="{0E5FB4D5-B452-4AA4-B83E-8DA93E143B9E}"/>
          </ac:spMkLst>
        </pc:spChg>
        <pc:spChg chg="add del mod">
          <ac:chgData name="Thijs Hauspie" userId="c5aa01d0-0751-4207-a587-d7124c844d8f" providerId="ADAL" clId="{DA38665A-D2EF-4503-AD33-27E99CB462D0}" dt="2023-11-29T13:41:49.387" v="5359" actId="478"/>
          <ac:spMkLst>
            <pc:docMk/>
            <pc:sldMk cId="1806544558" sldId="2086"/>
            <ac:spMk id="6" creationId="{948C12DA-E4E8-2030-4251-E9A7B3DC54F6}"/>
          </ac:spMkLst>
        </pc:spChg>
        <pc:spChg chg="add mod">
          <ac:chgData name="Thijs Hauspie" userId="c5aa01d0-0751-4207-a587-d7124c844d8f" providerId="ADAL" clId="{DA38665A-D2EF-4503-AD33-27E99CB462D0}" dt="2023-11-29T13:41:50.032" v="5360"/>
          <ac:spMkLst>
            <pc:docMk/>
            <pc:sldMk cId="1806544558" sldId="2086"/>
            <ac:spMk id="8" creationId="{CA2407BE-CAB3-F36C-BD9C-C7B3FD9856BF}"/>
          </ac:spMkLst>
        </pc:spChg>
      </pc:sldChg>
      <pc:sldChg chg="modSp add del mod">
        <pc:chgData name="Thijs Hauspie" userId="c5aa01d0-0751-4207-a587-d7124c844d8f" providerId="ADAL" clId="{DA38665A-D2EF-4503-AD33-27E99CB462D0}" dt="2023-11-29T11:46:44.835" v="3825" actId="47"/>
        <pc:sldMkLst>
          <pc:docMk/>
          <pc:sldMk cId="3523399459" sldId="2087"/>
        </pc:sldMkLst>
        <pc:spChg chg="mod">
          <ac:chgData name="Thijs Hauspie" userId="c5aa01d0-0751-4207-a587-d7124c844d8f" providerId="ADAL" clId="{DA38665A-D2EF-4503-AD33-27E99CB462D0}" dt="2023-11-29T10:21:49.041" v="3239" actId="20577"/>
          <ac:spMkLst>
            <pc:docMk/>
            <pc:sldMk cId="3523399459" sldId="2087"/>
            <ac:spMk id="2" creationId="{2487FA35-A2A9-47D2-B705-6EA42514C1AE}"/>
          </ac:spMkLst>
        </pc:spChg>
        <pc:spChg chg="mod">
          <ac:chgData name="Thijs Hauspie" userId="c5aa01d0-0751-4207-a587-d7124c844d8f" providerId="ADAL" clId="{DA38665A-D2EF-4503-AD33-27E99CB462D0}" dt="2023-11-29T10:22:54.260" v="3347" actId="20577"/>
          <ac:spMkLst>
            <pc:docMk/>
            <pc:sldMk cId="3523399459" sldId="2087"/>
            <ac:spMk id="3" creationId="{AFA9732D-AB41-4AF6-9647-B5196F5786EE}"/>
          </ac:spMkLst>
        </pc:spChg>
      </pc:sldChg>
      <pc:sldChg chg="modSp add del mod">
        <pc:chgData name="Thijs Hauspie" userId="c5aa01d0-0751-4207-a587-d7124c844d8f" providerId="ADAL" clId="{DA38665A-D2EF-4503-AD33-27E99CB462D0}" dt="2023-11-29T11:46:43.815" v="3824" actId="47"/>
        <pc:sldMkLst>
          <pc:docMk/>
          <pc:sldMk cId="2471284568" sldId="2088"/>
        </pc:sldMkLst>
        <pc:spChg chg="mod">
          <ac:chgData name="Thijs Hauspie" userId="c5aa01d0-0751-4207-a587-d7124c844d8f" providerId="ADAL" clId="{DA38665A-D2EF-4503-AD33-27E99CB462D0}" dt="2023-11-29T10:31:08.136" v="3552" actId="313"/>
          <ac:spMkLst>
            <pc:docMk/>
            <pc:sldMk cId="2471284568" sldId="2088"/>
            <ac:spMk id="2" creationId="{2487FA35-A2A9-47D2-B705-6EA42514C1AE}"/>
          </ac:spMkLst>
        </pc:spChg>
        <pc:spChg chg="mod">
          <ac:chgData name="Thijs Hauspie" userId="c5aa01d0-0751-4207-a587-d7124c844d8f" providerId="ADAL" clId="{DA38665A-D2EF-4503-AD33-27E99CB462D0}" dt="2023-11-29T10:23:08.890" v="3350" actId="20577"/>
          <ac:spMkLst>
            <pc:docMk/>
            <pc:sldMk cId="2471284568" sldId="2088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DA38665A-D2EF-4503-AD33-27E99CB462D0}" dt="2023-11-29T11:53:53.583" v="4078" actId="5793"/>
        <pc:sldMkLst>
          <pc:docMk/>
          <pc:sldMk cId="2570228691" sldId="2089"/>
        </pc:sldMkLst>
        <pc:spChg chg="mod">
          <ac:chgData name="Thijs Hauspie" userId="c5aa01d0-0751-4207-a587-d7124c844d8f" providerId="ADAL" clId="{DA38665A-D2EF-4503-AD33-27E99CB462D0}" dt="2023-11-29T10:31:15.747" v="3553" actId="313"/>
          <ac:spMkLst>
            <pc:docMk/>
            <pc:sldMk cId="2570228691" sldId="2089"/>
            <ac:spMk id="2" creationId="{2487FA35-A2A9-47D2-B705-6EA42514C1AE}"/>
          </ac:spMkLst>
        </pc:spChg>
        <pc:spChg chg="mod">
          <ac:chgData name="Thijs Hauspie" userId="c5aa01d0-0751-4207-a587-d7124c844d8f" providerId="ADAL" clId="{DA38665A-D2EF-4503-AD33-27E99CB462D0}" dt="2023-11-29T11:53:53.583" v="4078" actId="5793"/>
          <ac:spMkLst>
            <pc:docMk/>
            <pc:sldMk cId="2570228691" sldId="2089"/>
            <ac:spMk id="3" creationId="{AFA9732D-AB41-4AF6-9647-B5196F5786EE}"/>
          </ac:spMkLst>
        </pc:spChg>
      </pc:sldChg>
      <pc:sldChg chg="add del">
        <pc:chgData name="Thijs Hauspie" userId="c5aa01d0-0751-4207-a587-d7124c844d8f" providerId="ADAL" clId="{DA38665A-D2EF-4503-AD33-27E99CB462D0}" dt="2023-11-29T10:26:06.629" v="3510" actId="47"/>
        <pc:sldMkLst>
          <pc:docMk/>
          <pc:sldMk cId="1645104940" sldId="2090"/>
        </pc:sldMkLst>
      </pc:sldChg>
      <pc:sldChg chg="add del">
        <pc:chgData name="Thijs Hauspie" userId="c5aa01d0-0751-4207-a587-d7124c844d8f" providerId="ADAL" clId="{DA38665A-D2EF-4503-AD33-27E99CB462D0}" dt="2023-11-29T10:26:05.191" v="3509" actId="47"/>
        <pc:sldMkLst>
          <pc:docMk/>
          <pc:sldMk cId="1163850265" sldId="2091"/>
        </pc:sldMkLst>
      </pc:sldChg>
      <pc:sldChg chg="modSp add mod">
        <pc:chgData name="Thijs Hauspie" userId="c5aa01d0-0751-4207-a587-d7124c844d8f" providerId="ADAL" clId="{DA38665A-D2EF-4503-AD33-27E99CB462D0}" dt="2023-11-29T10:31:18.001" v="3554" actId="313"/>
        <pc:sldMkLst>
          <pc:docMk/>
          <pc:sldMk cId="3161705986" sldId="2092"/>
        </pc:sldMkLst>
        <pc:spChg chg="mod">
          <ac:chgData name="Thijs Hauspie" userId="c5aa01d0-0751-4207-a587-d7124c844d8f" providerId="ADAL" clId="{DA38665A-D2EF-4503-AD33-27E99CB462D0}" dt="2023-11-29T10:31:18.001" v="3554" actId="313"/>
          <ac:spMkLst>
            <pc:docMk/>
            <pc:sldMk cId="3161705986" sldId="2092"/>
            <ac:spMk id="7" creationId="{2511D50A-E399-4DFD-994E-025F7BF843B6}"/>
          </ac:spMkLst>
        </pc:spChg>
      </pc:sldChg>
      <pc:sldChg chg="modSp add del mod">
        <pc:chgData name="Thijs Hauspie" userId="c5aa01d0-0751-4207-a587-d7124c844d8f" providerId="ADAL" clId="{DA38665A-D2EF-4503-AD33-27E99CB462D0}" dt="2023-11-29T10:41:06.641" v="3796" actId="47"/>
        <pc:sldMkLst>
          <pc:docMk/>
          <pc:sldMk cId="2700869319" sldId="2093"/>
        </pc:sldMkLst>
        <pc:spChg chg="mod">
          <ac:chgData name="Thijs Hauspie" userId="c5aa01d0-0751-4207-a587-d7124c844d8f" providerId="ADAL" clId="{DA38665A-D2EF-4503-AD33-27E99CB462D0}" dt="2023-11-29T10:35:05.385" v="3602" actId="20577"/>
          <ac:spMkLst>
            <pc:docMk/>
            <pc:sldMk cId="2700869319" sldId="2093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0:31:19.460" v="3555" actId="313"/>
          <ac:spMkLst>
            <pc:docMk/>
            <pc:sldMk cId="2700869319" sldId="2093"/>
            <ac:spMk id="7" creationId="{2511D50A-E399-4DFD-994E-025F7BF843B6}"/>
          </ac:spMkLst>
        </pc:spChg>
      </pc:sldChg>
      <pc:sldChg chg="addSp delSp modSp add mod">
        <pc:chgData name="Thijs Hauspie" userId="c5aa01d0-0751-4207-a587-d7124c844d8f" providerId="ADAL" clId="{DA38665A-D2EF-4503-AD33-27E99CB462D0}" dt="2023-11-29T11:58:08.636" v="4099" actId="14100"/>
        <pc:sldMkLst>
          <pc:docMk/>
          <pc:sldMk cId="1189862602" sldId="2094"/>
        </pc:sldMkLst>
        <pc:spChg chg="mod">
          <ac:chgData name="Thijs Hauspie" userId="c5aa01d0-0751-4207-a587-d7124c844d8f" providerId="ADAL" clId="{DA38665A-D2EF-4503-AD33-27E99CB462D0}" dt="2023-11-29T10:40:20.846" v="3715" actId="20577"/>
          <ac:spMkLst>
            <pc:docMk/>
            <pc:sldMk cId="1189862602" sldId="2094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0:31:20.107" v="3556" actId="313"/>
          <ac:spMkLst>
            <pc:docMk/>
            <pc:sldMk cId="1189862602" sldId="2094"/>
            <ac:spMk id="7" creationId="{2511D50A-E399-4DFD-994E-025F7BF843B6}"/>
          </ac:spMkLst>
        </pc:spChg>
        <pc:spChg chg="add del">
          <ac:chgData name="Thijs Hauspie" userId="c5aa01d0-0751-4207-a587-d7124c844d8f" providerId="ADAL" clId="{DA38665A-D2EF-4503-AD33-27E99CB462D0}" dt="2023-11-29T10:39:51.480" v="3703" actId="478"/>
          <ac:spMkLst>
            <pc:docMk/>
            <pc:sldMk cId="1189862602" sldId="2094"/>
            <ac:spMk id="12" creationId="{12937741-96A5-7894-C57D-E788B15F8B30}"/>
          </ac:spMkLst>
        </pc:spChg>
        <pc:spChg chg="del mod ord">
          <ac:chgData name="Thijs Hauspie" userId="c5aa01d0-0751-4207-a587-d7124c844d8f" providerId="ADAL" clId="{DA38665A-D2EF-4503-AD33-27E99CB462D0}" dt="2023-11-29T10:41:11.653" v="3798" actId="478"/>
          <ac:spMkLst>
            <pc:docMk/>
            <pc:sldMk cId="1189862602" sldId="2094"/>
            <ac:spMk id="14" creationId="{60C0FAC1-2F23-293F-B870-5FE33A3B7F5B}"/>
          </ac:spMkLst>
        </pc:spChg>
        <pc:picChg chg="add mod">
          <ac:chgData name="Thijs Hauspie" userId="c5aa01d0-0751-4207-a587-d7124c844d8f" providerId="ADAL" clId="{DA38665A-D2EF-4503-AD33-27E99CB462D0}" dt="2023-11-29T11:57:49.497" v="4095" actId="1076"/>
          <ac:picMkLst>
            <pc:docMk/>
            <pc:sldMk cId="1189862602" sldId="2094"/>
            <ac:picMk id="6" creationId="{40A57096-FED6-23C0-BD01-B8A85FE3BA6F}"/>
          </ac:picMkLst>
        </pc:picChg>
        <pc:picChg chg="del">
          <ac:chgData name="Thijs Hauspie" userId="c5aa01d0-0751-4207-a587-d7124c844d8f" providerId="ADAL" clId="{DA38665A-D2EF-4503-AD33-27E99CB462D0}" dt="2023-11-29T10:33:24.375" v="3587" actId="478"/>
          <ac:picMkLst>
            <pc:docMk/>
            <pc:sldMk cId="1189862602" sldId="2094"/>
            <ac:picMk id="9" creationId="{E4CD0EFF-78A6-14A8-AC86-A7DC4A7224C5}"/>
          </ac:picMkLst>
        </pc:picChg>
        <pc:picChg chg="add mod">
          <ac:chgData name="Thijs Hauspie" userId="c5aa01d0-0751-4207-a587-d7124c844d8f" providerId="ADAL" clId="{DA38665A-D2EF-4503-AD33-27E99CB462D0}" dt="2023-11-29T11:57:59.358" v="4097" actId="14826"/>
          <ac:picMkLst>
            <pc:docMk/>
            <pc:sldMk cId="1189862602" sldId="2094"/>
            <ac:picMk id="10" creationId="{BF325C07-2A8D-A05E-977A-3C0A050F81E9}"/>
          </ac:picMkLst>
        </pc:picChg>
        <pc:picChg chg="add mod">
          <ac:chgData name="Thijs Hauspie" userId="c5aa01d0-0751-4207-a587-d7124c844d8f" providerId="ADAL" clId="{DA38665A-D2EF-4503-AD33-27E99CB462D0}" dt="2023-11-29T11:58:08.636" v="4099" actId="14100"/>
          <ac:picMkLst>
            <pc:docMk/>
            <pc:sldMk cId="1189862602" sldId="2094"/>
            <ac:picMk id="15" creationId="{B12913A1-AA6B-2814-5F8C-32B380F0840A}"/>
          </ac:picMkLst>
        </pc:picChg>
        <pc:picChg chg="mod">
          <ac:chgData name="Thijs Hauspie" userId="c5aa01d0-0751-4207-a587-d7124c844d8f" providerId="ADAL" clId="{DA38665A-D2EF-4503-AD33-27E99CB462D0}" dt="2023-11-29T11:57:27.543" v="4092" actId="14826"/>
          <ac:picMkLst>
            <pc:docMk/>
            <pc:sldMk cId="1189862602" sldId="2094"/>
            <ac:picMk id="20" creationId="{F668DA70-E6F1-0FA7-3267-09E9EF6209CD}"/>
          </ac:picMkLst>
        </pc:picChg>
        <pc:picChg chg="mod">
          <ac:chgData name="Thijs Hauspie" userId="c5aa01d0-0751-4207-a587-d7124c844d8f" providerId="ADAL" clId="{DA38665A-D2EF-4503-AD33-27E99CB462D0}" dt="2023-11-29T11:57:51.555" v="4096" actId="14100"/>
          <ac:picMkLst>
            <pc:docMk/>
            <pc:sldMk cId="1189862602" sldId="2094"/>
            <ac:picMk id="22" creationId="{C0C9F2A3-8EE0-307A-0C28-6CBD212FE51A}"/>
          </ac:picMkLst>
        </pc:picChg>
      </pc:sldChg>
      <pc:sldChg chg="addSp delSp modSp add mod">
        <pc:chgData name="Thijs Hauspie" userId="c5aa01d0-0751-4207-a587-d7124c844d8f" providerId="ADAL" clId="{DA38665A-D2EF-4503-AD33-27E99CB462D0}" dt="2023-11-29T12:00:36.866" v="4126" actId="1076"/>
        <pc:sldMkLst>
          <pc:docMk/>
          <pc:sldMk cId="3480759879" sldId="2095"/>
        </pc:sldMkLst>
        <pc:spChg chg="mod">
          <ac:chgData name="Thijs Hauspie" userId="c5aa01d0-0751-4207-a587-d7124c844d8f" providerId="ADAL" clId="{DA38665A-D2EF-4503-AD33-27E99CB462D0}" dt="2023-11-29T10:31:20.689" v="3557" actId="313"/>
          <ac:spMkLst>
            <pc:docMk/>
            <pc:sldMk cId="3480759879" sldId="2095"/>
            <ac:spMk id="2" creationId="{393110EB-E970-4C56-9FC0-BC2CFFA24651}"/>
          </ac:spMkLst>
        </pc:spChg>
        <pc:spChg chg="mod">
          <ac:chgData name="Thijs Hauspie" userId="c5aa01d0-0751-4207-a587-d7124c844d8f" providerId="ADAL" clId="{DA38665A-D2EF-4503-AD33-27E99CB462D0}" dt="2023-11-29T11:58:57.776" v="4106" actId="20577"/>
          <ac:spMkLst>
            <pc:docMk/>
            <pc:sldMk cId="3480759879" sldId="2095"/>
            <ac:spMk id="9" creationId="{2CCEE20B-D519-4C0B-B24D-E649CAFE8642}"/>
          </ac:spMkLst>
        </pc:spChg>
        <pc:spChg chg="add del">
          <ac:chgData name="Thijs Hauspie" userId="c5aa01d0-0751-4207-a587-d7124c844d8f" providerId="ADAL" clId="{DA38665A-D2EF-4503-AD33-27E99CB462D0}" dt="2023-11-29T12:00:11.630" v="4116" actId="478"/>
          <ac:spMkLst>
            <pc:docMk/>
            <pc:sldMk cId="3480759879" sldId="2095"/>
            <ac:spMk id="13" creationId="{80A2AA24-D971-911A-DBBF-26ED1D79AAEC}"/>
          </ac:spMkLst>
        </pc:spChg>
        <pc:spChg chg="del">
          <ac:chgData name="Thijs Hauspie" userId="c5aa01d0-0751-4207-a587-d7124c844d8f" providerId="ADAL" clId="{DA38665A-D2EF-4503-AD33-27E99CB462D0}" dt="2023-11-29T12:00:19.327" v="4119" actId="478"/>
          <ac:spMkLst>
            <pc:docMk/>
            <pc:sldMk cId="3480759879" sldId="2095"/>
            <ac:spMk id="17" creationId="{49B859B0-F6A7-C57B-D738-73CA72B10E08}"/>
          </ac:spMkLst>
        </pc:spChg>
        <pc:picChg chg="del">
          <ac:chgData name="Thijs Hauspie" userId="c5aa01d0-0751-4207-a587-d7124c844d8f" providerId="ADAL" clId="{DA38665A-D2EF-4503-AD33-27E99CB462D0}" dt="2023-11-29T11:59:03.580" v="4107" actId="478"/>
          <ac:picMkLst>
            <pc:docMk/>
            <pc:sldMk cId="3480759879" sldId="2095"/>
            <ac:picMk id="5" creationId="{9EFFCEE4-069B-8278-752B-5860239F1F8E}"/>
          </ac:picMkLst>
        </pc:picChg>
        <pc:picChg chg="add mod">
          <ac:chgData name="Thijs Hauspie" userId="c5aa01d0-0751-4207-a587-d7124c844d8f" providerId="ADAL" clId="{DA38665A-D2EF-4503-AD33-27E99CB462D0}" dt="2023-11-29T11:59:32.985" v="4109" actId="1076"/>
          <ac:picMkLst>
            <pc:docMk/>
            <pc:sldMk cId="3480759879" sldId="2095"/>
            <ac:picMk id="7" creationId="{91219D1E-9DD1-7BD9-A5F9-9726FBFED0EF}"/>
          </ac:picMkLst>
        </pc:picChg>
        <pc:picChg chg="add mod">
          <ac:chgData name="Thijs Hauspie" userId="c5aa01d0-0751-4207-a587-d7124c844d8f" providerId="ADAL" clId="{DA38665A-D2EF-4503-AD33-27E99CB462D0}" dt="2023-11-29T12:00:00.663" v="4114" actId="1076"/>
          <ac:picMkLst>
            <pc:docMk/>
            <pc:sldMk cId="3480759879" sldId="2095"/>
            <ac:picMk id="10" creationId="{32D81509-A06A-3713-C66C-D58B6330D9B4}"/>
          </ac:picMkLst>
        </pc:picChg>
        <pc:picChg chg="del mod">
          <ac:chgData name="Thijs Hauspie" userId="c5aa01d0-0751-4207-a587-d7124c844d8f" providerId="ADAL" clId="{DA38665A-D2EF-4503-AD33-27E99CB462D0}" dt="2023-11-29T11:59:53.620" v="4111" actId="478"/>
          <ac:picMkLst>
            <pc:docMk/>
            <pc:sldMk cId="3480759879" sldId="2095"/>
            <ac:picMk id="12" creationId="{BCA9E0A8-6C37-0EBD-7F84-E689299E0DB4}"/>
          </ac:picMkLst>
        </pc:picChg>
        <pc:picChg chg="del">
          <ac:chgData name="Thijs Hauspie" userId="c5aa01d0-0751-4207-a587-d7124c844d8f" providerId="ADAL" clId="{DA38665A-D2EF-4503-AD33-27E99CB462D0}" dt="2023-11-29T12:00:16.425" v="4118" actId="478"/>
          <ac:picMkLst>
            <pc:docMk/>
            <pc:sldMk cId="3480759879" sldId="2095"/>
            <ac:picMk id="14" creationId="{AD51FC06-456A-F711-AB5B-77B9B11292C6}"/>
          </ac:picMkLst>
        </pc:picChg>
        <pc:picChg chg="del">
          <ac:chgData name="Thijs Hauspie" userId="c5aa01d0-0751-4207-a587-d7124c844d8f" providerId="ADAL" clId="{DA38665A-D2EF-4503-AD33-27E99CB462D0}" dt="2023-11-29T12:00:29.912" v="4123" actId="478"/>
          <ac:picMkLst>
            <pc:docMk/>
            <pc:sldMk cId="3480759879" sldId="2095"/>
            <ac:picMk id="16" creationId="{4295985B-7E30-FA30-1306-5099AA4ED35C}"/>
          </ac:picMkLst>
        </pc:picChg>
        <pc:picChg chg="add mod">
          <ac:chgData name="Thijs Hauspie" userId="c5aa01d0-0751-4207-a587-d7124c844d8f" providerId="ADAL" clId="{DA38665A-D2EF-4503-AD33-27E99CB462D0}" dt="2023-11-29T12:00:24.303" v="4122" actId="1076"/>
          <ac:picMkLst>
            <pc:docMk/>
            <pc:sldMk cId="3480759879" sldId="2095"/>
            <ac:picMk id="18" creationId="{9FD7A398-9999-D317-C009-9888BD5F3110}"/>
          </ac:picMkLst>
        </pc:picChg>
        <pc:picChg chg="add mod">
          <ac:chgData name="Thijs Hauspie" userId="c5aa01d0-0751-4207-a587-d7124c844d8f" providerId="ADAL" clId="{DA38665A-D2EF-4503-AD33-27E99CB462D0}" dt="2023-11-29T12:00:36.866" v="4126" actId="1076"/>
          <ac:picMkLst>
            <pc:docMk/>
            <pc:sldMk cId="3480759879" sldId="2095"/>
            <ac:picMk id="20" creationId="{8196079F-C7FE-5F50-78DD-D15589C6D1CC}"/>
          </ac:picMkLst>
        </pc:picChg>
      </pc:sldChg>
      <pc:sldChg chg="modSp add del mod">
        <pc:chgData name="Thijs Hauspie" userId="c5aa01d0-0751-4207-a587-d7124c844d8f" providerId="ADAL" clId="{DA38665A-D2EF-4503-AD33-27E99CB462D0}" dt="2023-11-29T12:00:45.250" v="4127" actId="47"/>
        <pc:sldMkLst>
          <pc:docMk/>
          <pc:sldMk cId="1047456117" sldId="2096"/>
        </pc:sldMkLst>
        <pc:spChg chg="mod">
          <ac:chgData name="Thijs Hauspie" userId="c5aa01d0-0751-4207-a587-d7124c844d8f" providerId="ADAL" clId="{DA38665A-D2EF-4503-AD33-27E99CB462D0}" dt="2023-11-29T10:31:21.317" v="3558" actId="313"/>
          <ac:spMkLst>
            <pc:docMk/>
            <pc:sldMk cId="1047456117" sldId="2096"/>
            <ac:spMk id="2" creationId="{393110EB-E970-4C56-9FC0-BC2CFFA24651}"/>
          </ac:spMkLst>
        </pc:spChg>
      </pc:sldChg>
      <pc:sldChg chg="modSp add mod">
        <pc:chgData name="Thijs Hauspie" userId="c5aa01d0-0751-4207-a587-d7124c844d8f" providerId="ADAL" clId="{DA38665A-D2EF-4503-AD33-27E99CB462D0}" dt="2023-11-29T12:30:22.994" v="4341" actId="20577"/>
        <pc:sldMkLst>
          <pc:docMk/>
          <pc:sldMk cId="505707930" sldId="2097"/>
        </pc:sldMkLst>
        <pc:spChg chg="mod">
          <ac:chgData name="Thijs Hauspie" userId="c5aa01d0-0751-4207-a587-d7124c844d8f" providerId="ADAL" clId="{DA38665A-D2EF-4503-AD33-27E99CB462D0}" dt="2023-11-29T12:30:22.994" v="4341" actId="20577"/>
          <ac:spMkLst>
            <pc:docMk/>
            <pc:sldMk cId="505707930" sldId="2097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0:31:21.901" v="3559" actId="313"/>
          <ac:spMkLst>
            <pc:docMk/>
            <pc:sldMk cId="505707930" sldId="2097"/>
            <ac:spMk id="7" creationId="{2511D50A-E399-4DFD-994E-025F7BF843B6}"/>
          </ac:spMkLst>
        </pc:spChg>
      </pc:sldChg>
      <pc:sldChg chg="modSp add del mod">
        <pc:chgData name="Thijs Hauspie" userId="c5aa01d0-0751-4207-a587-d7124c844d8f" providerId="ADAL" clId="{DA38665A-D2EF-4503-AD33-27E99CB462D0}" dt="2023-11-29T12:29:59.331" v="4328" actId="47"/>
        <pc:sldMkLst>
          <pc:docMk/>
          <pc:sldMk cId="1795300333" sldId="2098"/>
        </pc:sldMkLst>
        <pc:spChg chg="mod">
          <ac:chgData name="Thijs Hauspie" userId="c5aa01d0-0751-4207-a587-d7124c844d8f" providerId="ADAL" clId="{DA38665A-D2EF-4503-AD33-27E99CB462D0}" dt="2023-11-29T10:31:22.554" v="3560" actId="313"/>
          <ac:spMkLst>
            <pc:docMk/>
            <pc:sldMk cId="1795300333" sldId="2098"/>
            <ac:spMk id="7" creationId="{2511D50A-E399-4DFD-994E-025F7BF843B6}"/>
          </ac:spMkLst>
        </pc:spChg>
      </pc:sldChg>
      <pc:sldChg chg="addSp delSp modSp add mod">
        <pc:chgData name="Thijs Hauspie" userId="c5aa01d0-0751-4207-a587-d7124c844d8f" providerId="ADAL" clId="{DA38665A-D2EF-4503-AD33-27E99CB462D0}" dt="2023-11-29T12:38:01.324" v="4536" actId="1076"/>
        <pc:sldMkLst>
          <pc:docMk/>
          <pc:sldMk cId="1059903898" sldId="2099"/>
        </pc:sldMkLst>
        <pc:spChg chg="mod">
          <ac:chgData name="Thijs Hauspie" userId="c5aa01d0-0751-4207-a587-d7124c844d8f" providerId="ADAL" clId="{DA38665A-D2EF-4503-AD33-27E99CB462D0}" dt="2023-11-29T10:31:23.079" v="3561" actId="313"/>
          <ac:spMkLst>
            <pc:docMk/>
            <pc:sldMk cId="1059903898" sldId="2099"/>
            <ac:spMk id="2" creationId="{CB15C49E-74BB-4B20-BF2C-68F451A912DF}"/>
          </ac:spMkLst>
        </pc:spChg>
        <pc:spChg chg="mod">
          <ac:chgData name="Thijs Hauspie" userId="c5aa01d0-0751-4207-a587-d7124c844d8f" providerId="ADAL" clId="{DA38665A-D2EF-4503-AD33-27E99CB462D0}" dt="2023-11-29T12:33:42.268" v="4521" actId="20577"/>
          <ac:spMkLst>
            <pc:docMk/>
            <pc:sldMk cId="1059903898" sldId="2099"/>
            <ac:spMk id="3" creationId="{3CDE1E18-32B6-415F-BB7E-BD52DF9237A0}"/>
          </ac:spMkLst>
        </pc:spChg>
        <pc:picChg chg="add del mod">
          <ac:chgData name="Thijs Hauspie" userId="c5aa01d0-0751-4207-a587-d7124c844d8f" providerId="ADAL" clId="{DA38665A-D2EF-4503-AD33-27E99CB462D0}" dt="2023-11-29T12:37:58.665" v="4534" actId="478"/>
          <ac:picMkLst>
            <pc:docMk/>
            <pc:sldMk cId="1059903898" sldId="2099"/>
            <ac:picMk id="6" creationId="{6D58594B-4794-6859-AC83-733D8C9DADC3}"/>
          </ac:picMkLst>
        </pc:picChg>
        <pc:picChg chg="mod">
          <ac:chgData name="Thijs Hauspie" userId="c5aa01d0-0751-4207-a587-d7124c844d8f" providerId="ADAL" clId="{DA38665A-D2EF-4503-AD33-27E99CB462D0}" dt="2023-11-29T12:35:26.375" v="4525" actId="1076"/>
          <ac:picMkLst>
            <pc:docMk/>
            <pc:sldMk cId="1059903898" sldId="2099"/>
            <ac:picMk id="7" creationId="{ACA786ED-F9BF-E58E-50A0-1880985588EF}"/>
          </ac:picMkLst>
        </pc:picChg>
        <pc:picChg chg="mod">
          <ac:chgData name="Thijs Hauspie" userId="c5aa01d0-0751-4207-a587-d7124c844d8f" providerId="ADAL" clId="{DA38665A-D2EF-4503-AD33-27E99CB462D0}" dt="2023-11-29T12:35:27.873" v="4526" actId="1076"/>
          <ac:picMkLst>
            <pc:docMk/>
            <pc:sldMk cId="1059903898" sldId="2099"/>
            <ac:picMk id="8" creationId="{3CC37CC2-B108-87B0-08BE-6DAA7E726DF6}"/>
          </ac:picMkLst>
        </pc:picChg>
        <pc:picChg chg="add mod">
          <ac:chgData name="Thijs Hauspie" userId="c5aa01d0-0751-4207-a587-d7124c844d8f" providerId="ADAL" clId="{DA38665A-D2EF-4503-AD33-27E99CB462D0}" dt="2023-11-29T12:38:01.324" v="4536" actId="1076"/>
          <ac:picMkLst>
            <pc:docMk/>
            <pc:sldMk cId="1059903898" sldId="2099"/>
            <ac:picMk id="10" creationId="{D644D774-72DE-5BF0-0BF1-B09475E96A3A}"/>
          </ac:picMkLst>
        </pc:picChg>
      </pc:sldChg>
      <pc:sldChg chg="addSp delSp modSp add mod">
        <pc:chgData name="Thijs Hauspie" userId="c5aa01d0-0751-4207-a587-d7124c844d8f" providerId="ADAL" clId="{DA38665A-D2EF-4503-AD33-27E99CB462D0}" dt="2023-11-29T12:41:35.850" v="4547" actId="14826"/>
        <pc:sldMkLst>
          <pc:docMk/>
          <pc:sldMk cId="1557829280" sldId="2100"/>
        </pc:sldMkLst>
        <pc:spChg chg="mod">
          <ac:chgData name="Thijs Hauspie" userId="c5aa01d0-0751-4207-a587-d7124c844d8f" providerId="ADAL" clId="{DA38665A-D2EF-4503-AD33-27E99CB462D0}" dt="2023-11-29T10:31:23.550" v="3562" actId="313"/>
          <ac:spMkLst>
            <pc:docMk/>
            <pc:sldMk cId="1557829280" sldId="2100"/>
            <ac:spMk id="2" creationId="{CB15C49E-74BB-4B20-BF2C-68F451A912DF}"/>
          </ac:spMkLst>
        </pc:spChg>
        <pc:picChg chg="add mod">
          <ac:chgData name="Thijs Hauspie" userId="c5aa01d0-0751-4207-a587-d7124c844d8f" providerId="ADAL" clId="{DA38665A-D2EF-4503-AD33-27E99CB462D0}" dt="2023-11-29T12:39:44.248" v="4543" actId="14826"/>
          <ac:picMkLst>
            <pc:docMk/>
            <pc:sldMk cId="1557829280" sldId="2100"/>
            <ac:picMk id="6" creationId="{0B7BAD52-AFF4-1EDA-C1D8-AFCA64B5BF42}"/>
          </ac:picMkLst>
        </pc:picChg>
        <pc:picChg chg="mod">
          <ac:chgData name="Thijs Hauspie" userId="c5aa01d0-0751-4207-a587-d7124c844d8f" providerId="ADAL" clId="{DA38665A-D2EF-4503-AD33-27E99CB462D0}" dt="2023-11-29T12:41:35.850" v="4547" actId="14826"/>
          <ac:picMkLst>
            <pc:docMk/>
            <pc:sldMk cId="1557829280" sldId="2100"/>
            <ac:picMk id="7" creationId="{F60FC699-8C4E-A724-EA8E-4F4A5291265E}"/>
          </ac:picMkLst>
        </pc:picChg>
        <pc:picChg chg="del">
          <ac:chgData name="Thijs Hauspie" userId="c5aa01d0-0751-4207-a587-d7124c844d8f" providerId="ADAL" clId="{DA38665A-D2EF-4503-AD33-27E99CB462D0}" dt="2023-11-29T12:36:39.575" v="4529" actId="478"/>
          <ac:picMkLst>
            <pc:docMk/>
            <pc:sldMk cId="1557829280" sldId="2100"/>
            <ac:picMk id="9" creationId="{88703555-466A-6EA2-C42C-D5DFE0DC9FA4}"/>
          </ac:picMkLst>
        </pc:picChg>
        <pc:picChg chg="del">
          <ac:chgData name="Thijs Hauspie" userId="c5aa01d0-0751-4207-a587-d7124c844d8f" providerId="ADAL" clId="{DA38665A-D2EF-4503-AD33-27E99CB462D0}" dt="2023-11-29T12:38:27.679" v="4537" actId="478"/>
          <ac:picMkLst>
            <pc:docMk/>
            <pc:sldMk cId="1557829280" sldId="2100"/>
            <ac:picMk id="10" creationId="{831C7335-AB36-2061-2864-AD78C12DCEEA}"/>
          </ac:picMkLst>
        </pc:picChg>
        <pc:picChg chg="add mod">
          <ac:chgData name="Thijs Hauspie" userId="c5aa01d0-0751-4207-a587-d7124c844d8f" providerId="ADAL" clId="{DA38665A-D2EF-4503-AD33-27E99CB462D0}" dt="2023-11-29T12:39:50.932" v="4546" actId="1076"/>
          <ac:picMkLst>
            <pc:docMk/>
            <pc:sldMk cId="1557829280" sldId="2100"/>
            <ac:picMk id="11" creationId="{8CC6DDC1-F9BC-DB38-5222-2FF1E763F530}"/>
          </ac:picMkLst>
        </pc:picChg>
      </pc:sldChg>
      <pc:sldChg chg="modSp add mod">
        <pc:chgData name="Thijs Hauspie" userId="c5aa01d0-0751-4207-a587-d7124c844d8f" providerId="ADAL" clId="{DA38665A-D2EF-4503-AD33-27E99CB462D0}" dt="2023-11-29T10:31:23.979" v="3563" actId="313"/>
        <pc:sldMkLst>
          <pc:docMk/>
          <pc:sldMk cId="2183057823" sldId="2101"/>
        </pc:sldMkLst>
        <pc:spChg chg="mod">
          <ac:chgData name="Thijs Hauspie" userId="c5aa01d0-0751-4207-a587-d7124c844d8f" providerId="ADAL" clId="{DA38665A-D2EF-4503-AD33-27E99CB462D0}" dt="2023-11-29T10:31:23.979" v="3563" actId="313"/>
          <ac:spMkLst>
            <pc:docMk/>
            <pc:sldMk cId="2183057823" sldId="2101"/>
            <ac:spMk id="2" creationId="{CB15C49E-74BB-4B20-BF2C-68F451A912DF}"/>
          </ac:spMkLst>
        </pc:spChg>
      </pc:sldChg>
      <pc:sldChg chg="modSp add mod">
        <pc:chgData name="Thijs Hauspie" userId="c5aa01d0-0751-4207-a587-d7124c844d8f" providerId="ADAL" clId="{DA38665A-D2EF-4503-AD33-27E99CB462D0}" dt="2023-11-29T12:43:01.145" v="4653" actId="27636"/>
        <pc:sldMkLst>
          <pc:docMk/>
          <pc:sldMk cId="3402246794" sldId="2102"/>
        </pc:sldMkLst>
        <pc:spChg chg="mod">
          <ac:chgData name="Thijs Hauspie" userId="c5aa01d0-0751-4207-a587-d7124c844d8f" providerId="ADAL" clId="{DA38665A-D2EF-4503-AD33-27E99CB462D0}" dt="2023-11-29T10:31:24.377" v="3564" actId="313"/>
          <ac:spMkLst>
            <pc:docMk/>
            <pc:sldMk cId="3402246794" sldId="2102"/>
            <ac:spMk id="2" creationId="{CB15C49E-74BB-4B20-BF2C-68F451A912DF}"/>
          </ac:spMkLst>
        </pc:spChg>
        <pc:spChg chg="mod">
          <ac:chgData name="Thijs Hauspie" userId="c5aa01d0-0751-4207-a587-d7124c844d8f" providerId="ADAL" clId="{DA38665A-D2EF-4503-AD33-27E99CB462D0}" dt="2023-11-29T12:43:01.145" v="4653" actId="27636"/>
          <ac:spMkLst>
            <pc:docMk/>
            <pc:sldMk cId="3402246794" sldId="2102"/>
            <ac:spMk id="5" creationId="{6F258E83-974B-48F2-8F14-B1D94DB291B2}"/>
          </ac:spMkLst>
        </pc:spChg>
        <pc:picChg chg="mod">
          <ac:chgData name="Thijs Hauspie" userId="c5aa01d0-0751-4207-a587-d7124c844d8f" providerId="ADAL" clId="{DA38665A-D2EF-4503-AD33-27E99CB462D0}" dt="2023-11-29T12:41:50.614" v="4548" actId="14826"/>
          <ac:picMkLst>
            <pc:docMk/>
            <pc:sldMk cId="3402246794" sldId="2102"/>
            <ac:picMk id="7" creationId="{F60FC699-8C4E-A724-EA8E-4F4A5291265E}"/>
          </ac:picMkLst>
        </pc:picChg>
        <pc:picChg chg="mod">
          <ac:chgData name="Thijs Hauspie" userId="c5aa01d0-0751-4207-a587-d7124c844d8f" providerId="ADAL" clId="{DA38665A-D2EF-4503-AD33-27E99CB462D0}" dt="2023-11-29T12:41:58.380" v="4549" actId="14826"/>
          <ac:picMkLst>
            <pc:docMk/>
            <pc:sldMk cId="3402246794" sldId="2102"/>
            <ac:picMk id="9" creationId="{88703555-466A-6EA2-C42C-D5DFE0DC9FA4}"/>
          </ac:picMkLst>
        </pc:picChg>
        <pc:picChg chg="mod">
          <ac:chgData name="Thijs Hauspie" userId="c5aa01d0-0751-4207-a587-d7124c844d8f" providerId="ADAL" clId="{DA38665A-D2EF-4503-AD33-27E99CB462D0}" dt="2023-11-29T12:42:04.250" v="4550" actId="14826"/>
          <ac:picMkLst>
            <pc:docMk/>
            <pc:sldMk cId="3402246794" sldId="2102"/>
            <ac:picMk id="10" creationId="{831C7335-AB36-2061-2864-AD78C12DCEEA}"/>
          </ac:picMkLst>
        </pc:picChg>
      </pc:sldChg>
      <pc:sldChg chg="modSp add mod">
        <pc:chgData name="Thijs Hauspie" userId="c5aa01d0-0751-4207-a587-d7124c844d8f" providerId="ADAL" clId="{DA38665A-D2EF-4503-AD33-27E99CB462D0}" dt="2023-11-29T10:31:24.775" v="3565" actId="313"/>
        <pc:sldMkLst>
          <pc:docMk/>
          <pc:sldMk cId="1179046416" sldId="2103"/>
        </pc:sldMkLst>
        <pc:spChg chg="mod">
          <ac:chgData name="Thijs Hauspie" userId="c5aa01d0-0751-4207-a587-d7124c844d8f" providerId="ADAL" clId="{DA38665A-D2EF-4503-AD33-27E99CB462D0}" dt="2023-11-29T10:31:24.775" v="3565" actId="313"/>
          <ac:spMkLst>
            <pc:docMk/>
            <pc:sldMk cId="1179046416" sldId="2103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9T12:45:41.143" v="4780" actId="20577"/>
        <pc:sldMkLst>
          <pc:docMk/>
          <pc:sldMk cId="2151426404" sldId="2104"/>
        </pc:sldMkLst>
        <pc:spChg chg="mod">
          <ac:chgData name="Thijs Hauspie" userId="c5aa01d0-0751-4207-a587-d7124c844d8f" providerId="ADAL" clId="{DA38665A-D2EF-4503-AD33-27E99CB462D0}" dt="2023-11-29T12:45:41.143" v="4780" actId="20577"/>
          <ac:spMkLst>
            <pc:docMk/>
            <pc:sldMk cId="2151426404" sldId="2104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0:31:25.227" v="3566" actId="313"/>
          <ac:spMkLst>
            <pc:docMk/>
            <pc:sldMk cId="2151426404" sldId="2104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9T10:31:25.720" v="3567" actId="313"/>
        <pc:sldMkLst>
          <pc:docMk/>
          <pc:sldMk cId="3983074212" sldId="2105"/>
        </pc:sldMkLst>
        <pc:spChg chg="mod">
          <ac:chgData name="Thijs Hauspie" userId="c5aa01d0-0751-4207-a587-d7124c844d8f" providerId="ADAL" clId="{DA38665A-D2EF-4503-AD33-27E99CB462D0}" dt="2023-11-29T10:31:25.720" v="3567" actId="313"/>
          <ac:spMkLst>
            <pc:docMk/>
            <pc:sldMk cId="3983074212" sldId="2105"/>
            <ac:spMk id="7" creationId="{2511D50A-E399-4DFD-994E-025F7BF843B6}"/>
          </ac:spMkLst>
        </pc:spChg>
      </pc:sldChg>
      <pc:sldChg chg="modSp add mod">
        <pc:chgData name="Thijs Hauspie" userId="c5aa01d0-0751-4207-a587-d7124c844d8f" providerId="ADAL" clId="{DA38665A-D2EF-4503-AD33-27E99CB462D0}" dt="2023-11-29T12:46:57.608" v="4797" actId="1076"/>
        <pc:sldMkLst>
          <pc:docMk/>
          <pc:sldMk cId="541422629" sldId="2106"/>
        </pc:sldMkLst>
        <pc:spChg chg="mod">
          <ac:chgData name="Thijs Hauspie" userId="c5aa01d0-0751-4207-a587-d7124c844d8f" providerId="ADAL" clId="{DA38665A-D2EF-4503-AD33-27E99CB462D0}" dt="2023-11-29T12:46:53.766" v="4794" actId="20577"/>
          <ac:spMkLst>
            <pc:docMk/>
            <pc:sldMk cId="541422629" sldId="2106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0:31:26.450" v="3568" actId="313"/>
          <ac:spMkLst>
            <pc:docMk/>
            <pc:sldMk cId="541422629" sldId="2106"/>
            <ac:spMk id="7" creationId="{2511D50A-E399-4DFD-994E-025F7BF843B6}"/>
          </ac:spMkLst>
        </pc:spChg>
        <pc:picChg chg="mod">
          <ac:chgData name="Thijs Hauspie" userId="c5aa01d0-0751-4207-a587-d7124c844d8f" providerId="ADAL" clId="{DA38665A-D2EF-4503-AD33-27E99CB462D0}" dt="2023-11-29T12:46:57.608" v="4797" actId="1076"/>
          <ac:picMkLst>
            <pc:docMk/>
            <pc:sldMk cId="541422629" sldId="2106"/>
            <ac:picMk id="6" creationId="{475D7908-8318-68C4-C4BE-77B10EC5F158}"/>
          </ac:picMkLst>
        </pc:picChg>
      </pc:sldChg>
      <pc:sldChg chg="modSp add del mod">
        <pc:chgData name="Thijs Hauspie" userId="c5aa01d0-0751-4207-a587-d7124c844d8f" providerId="ADAL" clId="{DA38665A-D2EF-4503-AD33-27E99CB462D0}" dt="2023-11-29T13:05:53.244" v="4805" actId="47"/>
        <pc:sldMkLst>
          <pc:docMk/>
          <pc:sldMk cId="2642457868" sldId="2107"/>
        </pc:sldMkLst>
        <pc:spChg chg="mod">
          <ac:chgData name="Thijs Hauspie" userId="c5aa01d0-0751-4207-a587-d7124c844d8f" providerId="ADAL" clId="{DA38665A-D2EF-4503-AD33-27E99CB462D0}" dt="2023-11-29T10:31:26.879" v="3569" actId="313"/>
          <ac:spMkLst>
            <pc:docMk/>
            <pc:sldMk cId="2642457868" sldId="2107"/>
            <ac:spMk id="5" creationId="{3A004925-A370-44E2-A732-52A6295CBDEB}"/>
          </ac:spMkLst>
        </pc:spChg>
      </pc:sldChg>
      <pc:sldChg chg="delSp modSp add mod">
        <pc:chgData name="Thijs Hauspie" userId="c5aa01d0-0751-4207-a587-d7124c844d8f" providerId="ADAL" clId="{DA38665A-D2EF-4503-AD33-27E99CB462D0}" dt="2023-11-29T13:08:03.519" v="4823" actId="478"/>
        <pc:sldMkLst>
          <pc:docMk/>
          <pc:sldMk cId="198987579" sldId="2108"/>
        </pc:sldMkLst>
        <pc:spChg chg="mod">
          <ac:chgData name="Thijs Hauspie" userId="c5aa01d0-0751-4207-a587-d7124c844d8f" providerId="ADAL" clId="{DA38665A-D2EF-4503-AD33-27E99CB462D0}" dt="2023-11-29T10:31:27.351" v="3570" actId="313"/>
          <ac:spMkLst>
            <pc:docMk/>
            <pc:sldMk cId="198987579" sldId="2108"/>
            <ac:spMk id="5" creationId="{3A004925-A370-44E2-A732-52A6295CBDEB}"/>
          </ac:spMkLst>
        </pc:spChg>
        <pc:picChg chg="del">
          <ac:chgData name="Thijs Hauspie" userId="c5aa01d0-0751-4207-a587-d7124c844d8f" providerId="ADAL" clId="{DA38665A-D2EF-4503-AD33-27E99CB462D0}" dt="2023-11-29T13:08:03.519" v="4823" actId="478"/>
          <ac:picMkLst>
            <pc:docMk/>
            <pc:sldMk cId="198987579" sldId="2108"/>
            <ac:picMk id="2" creationId="{0AAB5FD0-7B2D-68C9-697C-B69C420CC095}"/>
          </ac:picMkLst>
        </pc:picChg>
        <pc:picChg chg="mod">
          <ac:chgData name="Thijs Hauspie" userId="c5aa01d0-0751-4207-a587-d7124c844d8f" providerId="ADAL" clId="{DA38665A-D2EF-4503-AD33-27E99CB462D0}" dt="2023-11-29T13:06:31.317" v="4810" actId="14826"/>
          <ac:picMkLst>
            <pc:docMk/>
            <pc:sldMk cId="198987579" sldId="2108"/>
            <ac:picMk id="8" creationId="{EABFCD5F-E78D-617F-46A4-E27195FACD38}"/>
          </ac:picMkLst>
        </pc:picChg>
        <pc:picChg chg="mod">
          <ac:chgData name="Thijs Hauspie" userId="c5aa01d0-0751-4207-a587-d7124c844d8f" providerId="ADAL" clId="{DA38665A-D2EF-4503-AD33-27E99CB462D0}" dt="2023-11-29T13:06:41.791" v="4811" actId="14826"/>
          <ac:picMkLst>
            <pc:docMk/>
            <pc:sldMk cId="198987579" sldId="2108"/>
            <ac:picMk id="12" creationId="{04665BE5-8DAB-E8D2-E987-30C5CC2EEA47}"/>
          </ac:picMkLst>
        </pc:picChg>
      </pc:sldChg>
      <pc:sldChg chg="delSp modSp add del mod">
        <pc:chgData name="Thijs Hauspie" userId="c5aa01d0-0751-4207-a587-d7124c844d8f" providerId="ADAL" clId="{DA38665A-D2EF-4503-AD33-27E99CB462D0}" dt="2023-11-29T13:17:08.723" v="5116" actId="47"/>
        <pc:sldMkLst>
          <pc:docMk/>
          <pc:sldMk cId="2492748086" sldId="2109"/>
        </pc:sldMkLst>
        <pc:spChg chg="mod">
          <ac:chgData name="Thijs Hauspie" userId="c5aa01d0-0751-4207-a587-d7124c844d8f" providerId="ADAL" clId="{DA38665A-D2EF-4503-AD33-27E99CB462D0}" dt="2023-11-29T10:31:27.901" v="3571" actId="313"/>
          <ac:spMkLst>
            <pc:docMk/>
            <pc:sldMk cId="2492748086" sldId="2109"/>
            <ac:spMk id="5" creationId="{3A004925-A370-44E2-A732-52A6295CBDEB}"/>
          </ac:spMkLst>
        </pc:spChg>
        <pc:picChg chg="del">
          <ac:chgData name="Thijs Hauspie" userId="c5aa01d0-0751-4207-a587-d7124c844d8f" providerId="ADAL" clId="{DA38665A-D2EF-4503-AD33-27E99CB462D0}" dt="2023-11-29T13:14:48.281" v="5075" actId="21"/>
          <ac:picMkLst>
            <pc:docMk/>
            <pc:sldMk cId="2492748086" sldId="2109"/>
            <ac:picMk id="10" creationId="{45D4D8B2-2754-18D2-94B5-EEBF7B311BB2}"/>
          </ac:picMkLst>
        </pc:picChg>
      </pc:sldChg>
      <pc:sldChg chg="modSp add mod">
        <pc:chgData name="Thijs Hauspie" userId="c5aa01d0-0751-4207-a587-d7124c844d8f" providerId="ADAL" clId="{DA38665A-D2EF-4503-AD33-27E99CB462D0}" dt="2023-11-29T13:22:36.983" v="5342" actId="20577"/>
        <pc:sldMkLst>
          <pc:docMk/>
          <pc:sldMk cId="3771763127" sldId="2110"/>
        </pc:sldMkLst>
        <pc:spChg chg="mod">
          <ac:chgData name="Thijs Hauspie" userId="c5aa01d0-0751-4207-a587-d7124c844d8f" providerId="ADAL" clId="{DA38665A-D2EF-4503-AD33-27E99CB462D0}" dt="2023-11-29T13:22:36.983" v="5342" actId="20577"/>
          <ac:spMkLst>
            <pc:docMk/>
            <pc:sldMk cId="3771763127" sldId="2110"/>
            <ac:spMk id="3" creationId="{39011522-9118-40C3-A09B-F25B95FAB7B4}"/>
          </ac:spMkLst>
        </pc:spChg>
        <pc:spChg chg="mod">
          <ac:chgData name="Thijs Hauspie" userId="c5aa01d0-0751-4207-a587-d7124c844d8f" providerId="ADAL" clId="{DA38665A-D2EF-4503-AD33-27E99CB462D0}" dt="2023-11-29T10:31:28.339" v="3572" actId="313"/>
          <ac:spMkLst>
            <pc:docMk/>
            <pc:sldMk cId="3771763127" sldId="2110"/>
            <ac:spMk id="7" creationId="{2511D50A-E399-4DFD-994E-025F7BF843B6}"/>
          </ac:spMkLst>
        </pc:spChg>
      </pc:sldChg>
      <pc:sldChg chg="modSp add del">
        <pc:chgData name="Thijs Hauspie" userId="c5aa01d0-0751-4207-a587-d7124c844d8f" providerId="ADAL" clId="{DA38665A-D2EF-4503-AD33-27E99CB462D0}" dt="2023-11-29T10:32:29.868" v="3576" actId="47"/>
        <pc:sldMkLst>
          <pc:docMk/>
          <pc:sldMk cId="1773464526" sldId="2111"/>
        </pc:sldMkLst>
        <pc:spChg chg="mod">
          <ac:chgData name="Thijs Hauspie" userId="c5aa01d0-0751-4207-a587-d7124c844d8f" providerId="ADAL" clId="{DA38665A-D2EF-4503-AD33-27E99CB462D0}" dt="2023-11-29T10:26:14.834" v="3511" actId="207"/>
          <ac:spMkLst>
            <pc:docMk/>
            <pc:sldMk cId="1773464526" sldId="2111"/>
            <ac:spMk id="127" creationId="{A60089BD-7999-4CAB-9801-44DBBCFFD570}"/>
          </ac:spMkLst>
        </pc:spChg>
      </pc:sldChg>
      <pc:sldChg chg="add del">
        <pc:chgData name="Thijs Hauspie" userId="c5aa01d0-0751-4207-a587-d7124c844d8f" providerId="ADAL" clId="{DA38665A-D2EF-4503-AD33-27E99CB462D0}" dt="2023-11-29T10:32:26.212" v="3574"/>
        <pc:sldMkLst>
          <pc:docMk/>
          <pc:sldMk cId="640567176" sldId="2112"/>
        </pc:sldMkLst>
      </pc:sldChg>
      <pc:sldChg chg="delSp modSp add mod delAnim">
        <pc:chgData name="Thijs Hauspie" userId="c5aa01d0-0751-4207-a587-d7124c844d8f" providerId="ADAL" clId="{DA38665A-D2EF-4503-AD33-27E99CB462D0}" dt="2023-11-29T10:32:42.691" v="3579" actId="478"/>
        <pc:sldMkLst>
          <pc:docMk/>
          <pc:sldMk cId="2527448114" sldId="2112"/>
        </pc:sldMkLst>
        <pc:spChg chg="del mod">
          <ac:chgData name="Thijs Hauspie" userId="c5aa01d0-0751-4207-a587-d7124c844d8f" providerId="ADAL" clId="{DA38665A-D2EF-4503-AD33-27E99CB462D0}" dt="2023-11-29T10:32:42.691" v="3579" actId="478"/>
          <ac:spMkLst>
            <pc:docMk/>
            <pc:sldMk cId="2527448114" sldId="2112"/>
            <ac:spMk id="127" creationId="{A60089BD-7999-4CAB-9801-44DBBCFFD570}"/>
          </ac:spMkLst>
        </pc:spChg>
      </pc:sldChg>
      <pc:sldChg chg="add">
        <pc:chgData name="Thijs Hauspie" userId="c5aa01d0-0751-4207-a587-d7124c844d8f" providerId="ADAL" clId="{DA38665A-D2EF-4503-AD33-27E99CB462D0}" dt="2023-11-29T10:32:39.056" v="3578" actId="2890"/>
        <pc:sldMkLst>
          <pc:docMk/>
          <pc:sldMk cId="3384114157" sldId="2113"/>
        </pc:sldMkLst>
      </pc:sldChg>
      <pc:sldChg chg="delSp add del mod">
        <pc:chgData name="Thijs Hauspie" userId="c5aa01d0-0751-4207-a587-d7124c844d8f" providerId="ADAL" clId="{DA38665A-D2EF-4503-AD33-27E99CB462D0}" dt="2023-11-29T11:58:23.027" v="4103" actId="47"/>
        <pc:sldMkLst>
          <pc:docMk/>
          <pc:sldMk cId="3309814051" sldId="2114"/>
        </pc:sldMkLst>
        <pc:spChg chg="del">
          <ac:chgData name="Thijs Hauspie" userId="c5aa01d0-0751-4207-a587-d7124c844d8f" providerId="ADAL" clId="{DA38665A-D2EF-4503-AD33-27E99CB462D0}" dt="2023-11-29T11:58:19.141" v="4101" actId="21"/>
          <ac:spMkLst>
            <pc:docMk/>
            <pc:sldMk cId="3309814051" sldId="2114"/>
            <ac:spMk id="14" creationId="{60C0FAC1-2F23-293F-B870-5FE33A3B7F5B}"/>
          </ac:spMkLst>
        </pc:spChg>
      </pc:sldChg>
      <pc:sldChg chg="modSp add mod">
        <pc:chgData name="Thijs Hauspie" userId="c5aa01d0-0751-4207-a587-d7124c844d8f" providerId="ADAL" clId="{DA38665A-D2EF-4503-AD33-27E99CB462D0}" dt="2023-11-29T13:46:27.664" v="5369"/>
        <pc:sldMkLst>
          <pc:docMk/>
          <pc:sldMk cId="129236034" sldId="2115"/>
        </pc:sldMkLst>
        <pc:spChg chg="mod">
          <ac:chgData name="Thijs Hauspie" userId="c5aa01d0-0751-4207-a587-d7124c844d8f" providerId="ADAL" clId="{DA38665A-D2EF-4503-AD33-27E99CB462D0}" dt="2023-11-29T13:46:27.664" v="5369"/>
          <ac:spMkLst>
            <pc:docMk/>
            <pc:sldMk cId="129236034" sldId="2115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DA38665A-D2EF-4503-AD33-27E99CB462D0}" dt="2023-11-29T13:46:23.474" v="5368"/>
        <pc:sldMkLst>
          <pc:docMk/>
          <pc:sldMk cId="138418379" sldId="2116"/>
        </pc:sldMkLst>
        <pc:spChg chg="mod">
          <ac:chgData name="Thijs Hauspie" userId="c5aa01d0-0751-4207-a587-d7124c844d8f" providerId="ADAL" clId="{DA38665A-D2EF-4503-AD33-27E99CB462D0}" dt="2023-11-29T13:46:23.474" v="5368"/>
          <ac:spMkLst>
            <pc:docMk/>
            <pc:sldMk cId="138418379" sldId="2116"/>
            <ac:spMk id="3" creationId="{AFA9732D-AB41-4AF6-9647-B5196F5786EE}"/>
          </ac:spMkLst>
        </pc:spChg>
      </pc:sldChg>
      <pc:sldChg chg="addSp modSp add mod">
        <pc:chgData name="Thijs Hauspie" userId="c5aa01d0-0751-4207-a587-d7124c844d8f" providerId="ADAL" clId="{DA38665A-D2EF-4503-AD33-27E99CB462D0}" dt="2023-11-29T13:46:16.922" v="5367" actId="20577"/>
        <pc:sldMkLst>
          <pc:docMk/>
          <pc:sldMk cId="2303368641" sldId="2117"/>
        </pc:sldMkLst>
        <pc:spChg chg="mod">
          <ac:chgData name="Thijs Hauspie" userId="c5aa01d0-0751-4207-a587-d7124c844d8f" providerId="ADAL" clId="{DA38665A-D2EF-4503-AD33-27E99CB462D0}" dt="2023-11-29T13:46:16.922" v="5367" actId="20577"/>
          <ac:spMkLst>
            <pc:docMk/>
            <pc:sldMk cId="2303368641" sldId="2117"/>
            <ac:spMk id="3" creationId="{AFA9732D-AB41-4AF6-9647-B5196F5786EE}"/>
          </ac:spMkLst>
        </pc:spChg>
        <pc:picChg chg="add mod">
          <ac:chgData name="Thijs Hauspie" userId="c5aa01d0-0751-4207-a587-d7124c844d8f" providerId="ADAL" clId="{DA38665A-D2EF-4503-AD33-27E99CB462D0}" dt="2023-11-29T11:55:56.662" v="4083" actId="1076"/>
          <ac:picMkLst>
            <pc:docMk/>
            <pc:sldMk cId="2303368641" sldId="2117"/>
            <ac:picMk id="6" creationId="{9B1073E1-FA5F-8228-D973-949B625760DA}"/>
          </ac:picMkLst>
        </pc:picChg>
      </pc:sldChg>
      <pc:sldChg chg="addSp modSp add mod">
        <pc:chgData name="Thijs Hauspie" userId="c5aa01d0-0751-4207-a587-d7124c844d8f" providerId="ADAL" clId="{DA38665A-D2EF-4503-AD33-27E99CB462D0}" dt="2023-11-29T11:58:38.738" v="4105" actId="14100"/>
        <pc:sldMkLst>
          <pc:docMk/>
          <pc:sldMk cId="2830790975" sldId="2118"/>
        </pc:sldMkLst>
        <pc:spChg chg="add mod">
          <ac:chgData name="Thijs Hauspie" userId="c5aa01d0-0751-4207-a587-d7124c844d8f" providerId="ADAL" clId="{DA38665A-D2EF-4503-AD33-27E99CB462D0}" dt="2023-11-29T11:58:38.738" v="4105" actId="14100"/>
          <ac:spMkLst>
            <pc:docMk/>
            <pc:sldMk cId="2830790975" sldId="2118"/>
            <ac:spMk id="2" creationId="{0D3F0BC1-5268-F648-F667-D20C60802E5F}"/>
          </ac:spMkLst>
        </pc:spChg>
      </pc:sldChg>
      <pc:sldChg chg="modSp add mod">
        <pc:chgData name="Thijs Hauspie" userId="c5aa01d0-0751-4207-a587-d7124c844d8f" providerId="ADAL" clId="{DA38665A-D2EF-4503-AD33-27E99CB462D0}" dt="2023-11-29T12:30:49.323" v="4344" actId="20577"/>
        <pc:sldMkLst>
          <pc:docMk/>
          <pc:sldMk cId="71035075" sldId="2119"/>
        </pc:sldMkLst>
        <pc:spChg chg="mod">
          <ac:chgData name="Thijs Hauspie" userId="c5aa01d0-0751-4207-a587-d7124c844d8f" providerId="ADAL" clId="{DA38665A-D2EF-4503-AD33-27E99CB462D0}" dt="2023-11-29T12:30:49.323" v="4344" actId="20577"/>
          <ac:spMkLst>
            <pc:docMk/>
            <pc:sldMk cId="71035075" sldId="2119"/>
            <ac:spMk id="3" creationId="{39011522-9118-40C3-A09B-F25B95FAB7B4}"/>
          </ac:spMkLst>
        </pc:spChg>
      </pc:sldChg>
      <pc:sldChg chg="addSp delSp modSp add mod">
        <pc:chgData name="Thijs Hauspie" userId="c5aa01d0-0751-4207-a587-d7124c844d8f" providerId="ADAL" clId="{DA38665A-D2EF-4503-AD33-27E99CB462D0}" dt="2023-11-29T13:28:08.954" v="5347" actId="478"/>
        <pc:sldMkLst>
          <pc:docMk/>
          <pc:sldMk cId="3621719763" sldId="2120"/>
        </pc:sldMkLst>
        <pc:spChg chg="del">
          <ac:chgData name="Thijs Hauspie" userId="c5aa01d0-0751-4207-a587-d7124c844d8f" providerId="ADAL" clId="{DA38665A-D2EF-4503-AD33-27E99CB462D0}" dt="2023-11-29T13:28:08.954" v="5347" actId="478"/>
          <ac:spMkLst>
            <pc:docMk/>
            <pc:sldMk cId="3621719763" sldId="2120"/>
            <ac:spMk id="4" creationId="{D4256363-4799-2C4F-23DC-E9C403161A5D}"/>
          </ac:spMkLst>
        </pc:spChg>
        <pc:spChg chg="mod">
          <ac:chgData name="Thijs Hauspie" userId="c5aa01d0-0751-4207-a587-d7124c844d8f" providerId="ADAL" clId="{DA38665A-D2EF-4503-AD33-27E99CB462D0}" dt="2023-11-29T13:17:27.241" v="5120"/>
          <ac:spMkLst>
            <pc:docMk/>
            <pc:sldMk cId="3621719763" sldId="2120"/>
            <ac:spMk id="5" creationId="{3A004925-A370-44E2-A732-52A6295CBDEB}"/>
          </ac:spMkLst>
        </pc:spChg>
        <pc:spChg chg="mod">
          <ac:chgData name="Thijs Hauspie" userId="c5aa01d0-0751-4207-a587-d7124c844d8f" providerId="ADAL" clId="{DA38665A-D2EF-4503-AD33-27E99CB462D0}" dt="2023-11-29T13:28:00.082" v="5343" actId="20577"/>
          <ac:spMkLst>
            <pc:docMk/>
            <pc:sldMk cId="3621719763" sldId="2120"/>
            <ac:spMk id="6" creationId="{D218D92A-74AD-49F8-A8A9-AD801B689B50}"/>
          </ac:spMkLst>
        </pc:spChg>
        <pc:spChg chg="del">
          <ac:chgData name="Thijs Hauspie" userId="c5aa01d0-0751-4207-a587-d7124c844d8f" providerId="ADAL" clId="{DA38665A-D2EF-4503-AD33-27E99CB462D0}" dt="2023-11-29T13:15:23.193" v="5100" actId="478"/>
          <ac:spMkLst>
            <pc:docMk/>
            <pc:sldMk cId="3621719763" sldId="2120"/>
            <ac:spMk id="13" creationId="{31949EB6-5237-4B95-BD60-439BBBCD9699}"/>
          </ac:spMkLst>
        </pc:spChg>
        <pc:spChg chg="del">
          <ac:chgData name="Thijs Hauspie" userId="c5aa01d0-0751-4207-a587-d7124c844d8f" providerId="ADAL" clId="{DA38665A-D2EF-4503-AD33-27E99CB462D0}" dt="2023-11-29T13:15:21.550" v="5099" actId="478"/>
          <ac:spMkLst>
            <pc:docMk/>
            <pc:sldMk cId="3621719763" sldId="2120"/>
            <ac:spMk id="21" creationId="{2F73656A-1191-4CA1-88EF-3B5508A1740B}"/>
          </ac:spMkLst>
        </pc:spChg>
        <pc:picChg chg="add mod">
          <ac:chgData name="Thijs Hauspie" userId="c5aa01d0-0751-4207-a587-d7124c844d8f" providerId="ADAL" clId="{DA38665A-D2EF-4503-AD33-27E99CB462D0}" dt="2023-11-29T13:28:06.603" v="5346" actId="1076"/>
          <ac:picMkLst>
            <pc:docMk/>
            <pc:sldMk cId="3621719763" sldId="2120"/>
            <ac:picMk id="3" creationId="{06076375-73EC-5CBA-D7A9-E4E08AA9E11A}"/>
          </ac:picMkLst>
        </pc:picChg>
      </pc:sldChg>
      <pc:sldChg chg="delSp modSp add mod">
        <pc:chgData name="Thijs Hauspie" userId="c5aa01d0-0751-4207-a587-d7124c844d8f" providerId="ADAL" clId="{DA38665A-D2EF-4503-AD33-27E99CB462D0}" dt="2023-11-29T13:17:19.275" v="5117"/>
        <pc:sldMkLst>
          <pc:docMk/>
          <pc:sldMk cId="575660556" sldId="2121"/>
        </pc:sldMkLst>
        <pc:spChg chg="mod">
          <ac:chgData name="Thijs Hauspie" userId="c5aa01d0-0751-4207-a587-d7124c844d8f" providerId="ADAL" clId="{DA38665A-D2EF-4503-AD33-27E99CB462D0}" dt="2023-11-29T13:17:19.275" v="5117"/>
          <ac:spMkLst>
            <pc:docMk/>
            <pc:sldMk cId="575660556" sldId="2121"/>
            <ac:spMk id="5" creationId="{3A004925-A370-44E2-A732-52A6295CBDEB}"/>
          </ac:spMkLst>
        </pc:spChg>
        <pc:spChg chg="mod">
          <ac:chgData name="Thijs Hauspie" userId="c5aa01d0-0751-4207-a587-d7124c844d8f" providerId="ADAL" clId="{DA38665A-D2EF-4503-AD33-27E99CB462D0}" dt="2023-11-29T13:16:08.610" v="5115" actId="20577"/>
          <ac:spMkLst>
            <pc:docMk/>
            <pc:sldMk cId="575660556" sldId="2121"/>
            <ac:spMk id="6" creationId="{D218D92A-74AD-49F8-A8A9-AD801B689B50}"/>
          </ac:spMkLst>
        </pc:spChg>
        <pc:spChg chg="del">
          <ac:chgData name="Thijs Hauspie" userId="c5aa01d0-0751-4207-a587-d7124c844d8f" providerId="ADAL" clId="{DA38665A-D2EF-4503-AD33-27E99CB462D0}" dt="2023-11-29T13:16:05.886" v="5113" actId="478"/>
          <ac:spMkLst>
            <pc:docMk/>
            <pc:sldMk cId="575660556" sldId="2121"/>
            <ac:spMk id="14" creationId="{18EC113B-FB1C-4807-9DEE-718205CBA96E}"/>
          </ac:spMkLst>
        </pc:spChg>
        <pc:spChg chg="del">
          <ac:chgData name="Thijs Hauspie" userId="c5aa01d0-0751-4207-a587-d7124c844d8f" providerId="ADAL" clId="{DA38665A-D2EF-4503-AD33-27E99CB462D0}" dt="2023-11-29T13:15:57.948" v="5109" actId="478"/>
          <ac:spMkLst>
            <pc:docMk/>
            <pc:sldMk cId="575660556" sldId="2121"/>
            <ac:spMk id="21" creationId="{2F73656A-1191-4CA1-88EF-3B5508A1740B}"/>
          </ac:spMkLst>
        </pc:spChg>
      </pc:sldChg>
      <pc:sldChg chg="modSp add mod">
        <pc:chgData name="Thijs Hauspie" userId="c5aa01d0-0751-4207-a587-d7124c844d8f" providerId="ADAL" clId="{DA38665A-D2EF-4503-AD33-27E99CB462D0}" dt="2023-11-29T13:17:21.206" v="5118"/>
        <pc:sldMkLst>
          <pc:docMk/>
          <pc:sldMk cId="1269675570" sldId="2122"/>
        </pc:sldMkLst>
        <pc:spChg chg="mod">
          <ac:chgData name="Thijs Hauspie" userId="c5aa01d0-0751-4207-a587-d7124c844d8f" providerId="ADAL" clId="{DA38665A-D2EF-4503-AD33-27E99CB462D0}" dt="2023-11-29T13:17:21.206" v="5118"/>
          <ac:spMkLst>
            <pc:docMk/>
            <pc:sldMk cId="1269675570" sldId="2122"/>
            <ac:spMk id="5" creationId="{3A004925-A370-44E2-A732-52A6295CBDE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28/11/2024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624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314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Metrisch x ordinaal kan ook!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019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b="1" dirty="0">
              <a:highlight>
                <a:srgbClr val="00FF00"/>
              </a:highlight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09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081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261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Metrisch x ordinaal kan ook!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372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644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Zie p. 230-231 in het handboek: hoe de onderzoeksvraag is opgebouwd, welke termen/woorden die bevat, wijst ook op welke techniek je moet gebruiken.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693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765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Erratum: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b="0" dirty="0"/>
              <a:t>Op p. 462 wordt er bij Actie 2 aangehaald dat </a:t>
            </a:r>
            <a:r>
              <a:rPr lang="nl-NL" b="0" i="1" dirty="0" err="1"/>
              <a:t>Flag</a:t>
            </a:r>
            <a:r>
              <a:rPr lang="nl-NL" b="0" i="1" dirty="0"/>
              <a:t> significant </a:t>
            </a:r>
            <a:r>
              <a:rPr lang="nl-NL" b="0" i="1" dirty="0" err="1"/>
              <a:t>correlations</a:t>
            </a:r>
            <a:r>
              <a:rPr lang="nl-NL" b="0" i="1" dirty="0"/>
              <a:t> </a:t>
            </a:r>
            <a:r>
              <a:rPr lang="nl-NL" b="0" i="0" dirty="0"/>
              <a:t>aangeduid moet worden, maar bij een partiële correlatietoets is die optie niet mogelijk in SPSS.</a:t>
            </a:r>
            <a:endParaRPr lang="nl-NL" b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9A0A48-EDB1-4AFE-B1B7-10CE2A41649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825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28/11/2024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28/11/2024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28/11/2024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28/11/2024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 dirty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add social media names</a:t>
            </a:r>
            <a:endParaRPr lang="nl-NL" dirty="0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401" y="1596250"/>
            <a:ext cx="14737874" cy="3395698"/>
          </a:xfrm>
        </p:spPr>
        <p:txBody>
          <a:bodyPr anchor="b"/>
          <a:lstStyle>
            <a:lvl1pPr algn="ctr">
              <a:defRPr sz="853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335" y="5122899"/>
            <a:ext cx="13004007" cy="2354862"/>
          </a:xfrm>
        </p:spPr>
        <p:txBody>
          <a:bodyPr/>
          <a:lstStyle>
            <a:lvl1pPr marL="0" indent="0" algn="ctr">
              <a:buNone/>
              <a:defRPr sz="3414"/>
            </a:lvl1pPr>
            <a:lvl2pPr marL="650257" indent="0" algn="ctr">
              <a:buNone/>
              <a:defRPr sz="2845"/>
            </a:lvl2pPr>
            <a:lvl3pPr marL="1300513" indent="0" algn="ctr">
              <a:buNone/>
              <a:defRPr sz="2560"/>
            </a:lvl3pPr>
            <a:lvl4pPr marL="1950770" indent="0" algn="ctr">
              <a:buNone/>
              <a:defRPr sz="2276"/>
            </a:lvl4pPr>
            <a:lvl5pPr marL="2601025" indent="0" algn="ctr">
              <a:buNone/>
              <a:defRPr sz="2276"/>
            </a:lvl5pPr>
            <a:lvl6pPr marL="3251282" indent="0" algn="ctr">
              <a:buNone/>
              <a:defRPr sz="2276"/>
            </a:lvl6pPr>
            <a:lvl7pPr marL="3901538" indent="0" algn="ctr">
              <a:buNone/>
              <a:defRPr sz="2276"/>
            </a:lvl7pPr>
            <a:lvl8pPr marL="4551795" indent="0" algn="ctr">
              <a:buNone/>
              <a:defRPr sz="2276"/>
            </a:lvl8pPr>
            <a:lvl9pPr marL="5202051" indent="0" algn="ctr">
              <a:buNone/>
              <a:defRPr sz="2276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230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054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004" y="2431630"/>
            <a:ext cx="14954608" cy="4057226"/>
          </a:xfrm>
        </p:spPr>
        <p:txBody>
          <a:bodyPr anchor="b"/>
          <a:lstStyle>
            <a:lvl1pPr>
              <a:defRPr sz="853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004" y="6527239"/>
            <a:ext cx="14954608" cy="2133599"/>
          </a:xfrm>
        </p:spPr>
        <p:txBody>
          <a:bodyPr/>
          <a:lstStyle>
            <a:lvl1pPr marL="0" indent="0">
              <a:buNone/>
              <a:defRPr sz="3414">
                <a:solidFill>
                  <a:schemeClr val="tx1"/>
                </a:solidFill>
              </a:defRPr>
            </a:lvl1pPr>
            <a:lvl2pPr marL="650257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513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7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1025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282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538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795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2051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7646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034" y="2596445"/>
            <a:ext cx="7368937" cy="618857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7705" y="2596445"/>
            <a:ext cx="7368937" cy="618857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150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519291"/>
            <a:ext cx="14954608" cy="188524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294" y="2390988"/>
            <a:ext cx="7335071" cy="1171786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257" indent="0">
              <a:buNone/>
              <a:defRPr sz="2845" b="1"/>
            </a:lvl2pPr>
            <a:lvl3pPr marL="1300513" indent="0">
              <a:buNone/>
              <a:defRPr sz="2560" b="1"/>
            </a:lvl3pPr>
            <a:lvl4pPr marL="1950770" indent="0">
              <a:buNone/>
              <a:defRPr sz="2276" b="1"/>
            </a:lvl4pPr>
            <a:lvl5pPr marL="2601025" indent="0">
              <a:buNone/>
              <a:defRPr sz="2276" b="1"/>
            </a:lvl5pPr>
            <a:lvl6pPr marL="3251282" indent="0">
              <a:buNone/>
              <a:defRPr sz="2276" b="1"/>
            </a:lvl6pPr>
            <a:lvl7pPr marL="3901538" indent="0">
              <a:buNone/>
              <a:defRPr sz="2276" b="1"/>
            </a:lvl7pPr>
            <a:lvl8pPr marL="4551795" indent="0">
              <a:buNone/>
              <a:defRPr sz="2276" b="1"/>
            </a:lvl8pPr>
            <a:lvl9pPr marL="5202051" indent="0">
              <a:buNone/>
              <a:defRPr sz="2276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294" y="3562774"/>
            <a:ext cx="7335071" cy="524030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7706" y="2390988"/>
            <a:ext cx="7371195" cy="1171786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257" indent="0">
              <a:buNone/>
              <a:defRPr sz="2845" b="1"/>
            </a:lvl2pPr>
            <a:lvl3pPr marL="1300513" indent="0">
              <a:buNone/>
              <a:defRPr sz="2560" b="1"/>
            </a:lvl3pPr>
            <a:lvl4pPr marL="1950770" indent="0">
              <a:buNone/>
              <a:defRPr sz="2276" b="1"/>
            </a:lvl4pPr>
            <a:lvl5pPr marL="2601025" indent="0">
              <a:buNone/>
              <a:defRPr sz="2276" b="1"/>
            </a:lvl5pPr>
            <a:lvl6pPr marL="3251282" indent="0">
              <a:buNone/>
              <a:defRPr sz="2276" b="1"/>
            </a:lvl6pPr>
            <a:lvl7pPr marL="3901538" indent="0">
              <a:buNone/>
              <a:defRPr sz="2276" b="1"/>
            </a:lvl7pPr>
            <a:lvl8pPr marL="4551795" indent="0">
              <a:buNone/>
              <a:defRPr sz="2276" b="1"/>
            </a:lvl8pPr>
            <a:lvl9pPr marL="5202051" indent="0">
              <a:buNone/>
              <a:defRPr sz="2276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7706" y="3562774"/>
            <a:ext cx="7371195" cy="524030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5144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2599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9739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650240"/>
            <a:ext cx="5592175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195" y="1404340"/>
            <a:ext cx="8777704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4"/>
            </a:lvl3pPr>
            <a:lvl4pPr>
              <a:defRPr sz="2845"/>
            </a:lvl4pPr>
            <a:lvl5pPr>
              <a:defRPr sz="2845"/>
            </a:lvl5pPr>
            <a:lvl6pPr>
              <a:defRPr sz="2845"/>
            </a:lvl6pPr>
            <a:lvl7pPr>
              <a:defRPr sz="2845"/>
            </a:lvl7pPr>
            <a:lvl8pPr>
              <a:defRPr sz="2845"/>
            </a:lvl8pPr>
            <a:lvl9pPr>
              <a:defRPr sz="2845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292" y="2926080"/>
            <a:ext cx="5592175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57" indent="0">
              <a:buNone/>
              <a:defRPr sz="1991"/>
            </a:lvl2pPr>
            <a:lvl3pPr marL="1300513" indent="0">
              <a:buNone/>
              <a:defRPr sz="1707"/>
            </a:lvl3pPr>
            <a:lvl4pPr marL="1950770" indent="0">
              <a:buNone/>
              <a:defRPr sz="1422"/>
            </a:lvl4pPr>
            <a:lvl5pPr marL="2601025" indent="0">
              <a:buNone/>
              <a:defRPr sz="1422"/>
            </a:lvl5pPr>
            <a:lvl6pPr marL="3251282" indent="0">
              <a:buNone/>
              <a:defRPr sz="1422"/>
            </a:lvl6pPr>
            <a:lvl7pPr marL="3901538" indent="0">
              <a:buNone/>
              <a:defRPr sz="1422"/>
            </a:lvl7pPr>
            <a:lvl8pPr marL="4551795" indent="0">
              <a:buNone/>
              <a:defRPr sz="1422"/>
            </a:lvl8pPr>
            <a:lvl9pPr marL="5202051" indent="0">
              <a:buNone/>
              <a:defRPr sz="1422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4062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650240"/>
            <a:ext cx="5592175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195" y="1404340"/>
            <a:ext cx="8777704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57" indent="0">
              <a:buNone/>
              <a:defRPr sz="3982"/>
            </a:lvl2pPr>
            <a:lvl3pPr marL="1300513" indent="0">
              <a:buNone/>
              <a:defRPr sz="3414"/>
            </a:lvl3pPr>
            <a:lvl4pPr marL="1950770" indent="0">
              <a:buNone/>
              <a:defRPr sz="2845"/>
            </a:lvl4pPr>
            <a:lvl5pPr marL="2601025" indent="0">
              <a:buNone/>
              <a:defRPr sz="2845"/>
            </a:lvl5pPr>
            <a:lvl6pPr marL="3251282" indent="0">
              <a:buNone/>
              <a:defRPr sz="2845"/>
            </a:lvl6pPr>
            <a:lvl7pPr marL="3901538" indent="0">
              <a:buNone/>
              <a:defRPr sz="2845"/>
            </a:lvl7pPr>
            <a:lvl8pPr marL="4551795" indent="0">
              <a:buNone/>
              <a:defRPr sz="2845"/>
            </a:lvl8pPr>
            <a:lvl9pPr marL="5202051" indent="0">
              <a:buNone/>
              <a:defRPr sz="2845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292" y="2926080"/>
            <a:ext cx="5592175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57" indent="0">
              <a:buNone/>
              <a:defRPr sz="1991"/>
            </a:lvl2pPr>
            <a:lvl3pPr marL="1300513" indent="0">
              <a:buNone/>
              <a:defRPr sz="1707"/>
            </a:lvl3pPr>
            <a:lvl4pPr marL="1950770" indent="0">
              <a:buNone/>
              <a:defRPr sz="1422"/>
            </a:lvl4pPr>
            <a:lvl5pPr marL="2601025" indent="0">
              <a:buNone/>
              <a:defRPr sz="1422"/>
            </a:lvl5pPr>
            <a:lvl6pPr marL="3251282" indent="0">
              <a:buNone/>
              <a:defRPr sz="1422"/>
            </a:lvl6pPr>
            <a:lvl7pPr marL="3901538" indent="0">
              <a:buNone/>
              <a:defRPr sz="1422"/>
            </a:lvl7pPr>
            <a:lvl8pPr marL="4551795" indent="0">
              <a:buNone/>
              <a:defRPr sz="1422"/>
            </a:lvl8pPr>
            <a:lvl9pPr marL="5202051" indent="0">
              <a:buNone/>
              <a:defRPr sz="1422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88455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3178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7990" y="519289"/>
            <a:ext cx="3738652" cy="8265726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035" y="519289"/>
            <a:ext cx="10999222" cy="8265726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9342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67" y="123500"/>
            <a:ext cx="13896615" cy="863693"/>
          </a:xfrm>
        </p:spPr>
        <p:txBody>
          <a:bodyPr/>
          <a:lstStyle>
            <a:lvl1pPr>
              <a:defRPr sz="2696" b="1" u="none" cap="small" baseline="0">
                <a:solidFill>
                  <a:srgbClr val="008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73" y="1816274"/>
            <a:ext cx="16960240" cy="6864264"/>
          </a:xfrm>
        </p:spPr>
        <p:txBody>
          <a:bodyPr>
            <a:normAutofit/>
          </a:bodyPr>
          <a:lstStyle>
            <a:lvl1pPr marL="40171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76217" indent="-337007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1567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744346" indent="-41249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18853" indent="-33161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1252604"/>
            <a:ext cx="17338675" cy="263046"/>
          </a:xfrm>
          <a:prstGeom prst="rect">
            <a:avLst/>
          </a:prstGeom>
          <a:solidFill>
            <a:srgbClr val="008000"/>
          </a:solidFill>
          <a:ln w="317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7"/>
          </a:p>
        </p:txBody>
      </p:sp>
      <p:pic>
        <p:nvPicPr>
          <p:cNvPr id="9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73922"/>
            <a:ext cx="3276567" cy="1228785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0" y="8778246"/>
            <a:ext cx="14267355" cy="678911"/>
          </a:xfrm>
        </p:spPr>
        <p:txBody>
          <a:bodyPr>
            <a:normAutofit/>
          </a:bodyPr>
          <a:lstStyle>
            <a:lvl1pPr marL="64704" indent="0" defTabSz="342398">
              <a:lnSpc>
                <a:spcPct val="100000"/>
              </a:lnSpc>
              <a:buFont typeface="Wingdings" panose="05000000000000000000" pitchFamily="2" charset="2"/>
              <a:buNone/>
              <a:defRPr sz="134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76217" indent="-337007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1567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744346" indent="-41249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18853" indent="-33161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3936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88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60295" y="123499"/>
            <a:ext cx="14951312" cy="949564"/>
          </a:xfrm>
          <a:prstGeom prst="rect">
            <a:avLst/>
          </a:prstGeom>
        </p:spPr>
        <p:txBody>
          <a:bodyPr anchor="b"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  <a:prstGeom prst="rect">
            <a:avLst/>
          </a:prstGeo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53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60295" y="123499"/>
            <a:ext cx="14951312" cy="949564"/>
          </a:xfrm>
          <a:prstGeom prst="rect">
            <a:avLst/>
          </a:prstGeom>
        </p:spPr>
        <p:txBody>
          <a:bodyPr anchor="b"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  <a:prstGeom prst="rect">
            <a:avLst/>
          </a:prstGeo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  <a:prstGeom prst="rect">
            <a:avLst/>
          </a:prstGeo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C035A152-1D22-4C12-9EA8-17353FEA6F5E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8181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66900" y="136025"/>
            <a:ext cx="15323820" cy="1062772"/>
          </a:xfrm>
          <a:prstGeom prst="rect">
            <a:avLst/>
          </a:prstGeom>
        </p:spPr>
        <p:txBody>
          <a:bodyPr anchor="b"/>
          <a:lstStyle>
            <a:lvl1pPr>
              <a:defRPr sz="3400" b="1" u="none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28/11/2024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  <a:prstGeom prst="rect">
            <a:avLst/>
          </a:prstGeo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-360000">
              <a:lnSpc>
                <a:spcPct val="120000"/>
              </a:lnSpc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00113" indent="-458788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441450" indent="-541338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CE736772-53C4-F1D9-9D16-5ACEC55748BB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18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28/11/2024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034" y="519291"/>
            <a:ext cx="14954608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034" y="2596445"/>
            <a:ext cx="14954608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034" y="9040145"/>
            <a:ext cx="3901202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CFFAE-86B7-4750-8309-6C47713AD784}" type="datetimeFigureOut">
              <a:rPr lang="nl-BE" smtClean="0"/>
              <a:t>28/11/2024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437" y="9040145"/>
            <a:ext cx="5851803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5439" y="9040145"/>
            <a:ext cx="3901202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21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1300513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28" indent="-325128" algn="l" defTabSz="1300513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85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4" kern="1200">
          <a:solidFill>
            <a:schemeClr val="tx1"/>
          </a:solidFill>
          <a:latin typeface="+mn-lt"/>
          <a:ea typeface="+mn-ea"/>
          <a:cs typeface="+mn-cs"/>
        </a:defRPr>
      </a:lvl2pPr>
      <a:lvl3pPr marL="1625641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3pPr>
      <a:lvl4pPr marL="2275897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154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410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667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923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7180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57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513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70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1025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82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538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795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2051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28/11/2024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14BFA5B-3C0C-346D-75D1-4915990D5C20}"/>
              </a:ext>
            </a:extLst>
          </p:cNvPr>
          <p:cNvSpPr txBox="1">
            <a:spLocks/>
          </p:cNvSpPr>
          <p:nvPr userDrawn="1"/>
        </p:nvSpPr>
        <p:spPr>
          <a:xfrm>
            <a:off x="2060295" y="123499"/>
            <a:ext cx="14951312" cy="949564"/>
          </a:xfrm>
          <a:prstGeom prst="rect">
            <a:avLst/>
          </a:prstGeom>
        </p:spPr>
        <p:txBody>
          <a:bodyPr anchor="b"/>
          <a:lstStyle>
            <a:lvl1pPr algn="l" defTabSz="130036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 cap="small" baseline="0">
                <a:solidFill>
                  <a:srgbClr val="002060"/>
                </a:solidFill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2CF184-4FDE-EA76-6447-900BD24BD4A5}"/>
              </a:ext>
            </a:extLst>
          </p:cNvPr>
          <p:cNvSpPr txBox="1">
            <a:spLocks/>
          </p:cNvSpPr>
          <p:nvPr userDrawn="1"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CD68C8C7-ED19-84A5-B8ED-97D35B9DCC5D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DE7107FB-A6B6-54A6-0BE9-1714DF659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1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4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6 (29/11)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	AJ 2024-2025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H12 Correlatie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Tot nu toe:</a:t>
            </a:r>
          </a:p>
          <a:p>
            <a:r>
              <a:rPr lang="nl-BE" b="1" dirty="0">
                <a:solidFill>
                  <a:srgbClr val="C00000"/>
                </a:solidFill>
              </a:rPr>
              <a:t>Numerieke maten binnen </a:t>
            </a:r>
            <a:r>
              <a:rPr lang="nl-BE" b="1" dirty="0" err="1">
                <a:solidFill>
                  <a:srgbClr val="C00000"/>
                </a:solidFill>
              </a:rPr>
              <a:t>univariate</a:t>
            </a:r>
            <a:r>
              <a:rPr lang="nl-BE" b="1" dirty="0">
                <a:solidFill>
                  <a:srgbClr val="C00000"/>
                </a:solidFill>
              </a:rPr>
              <a:t> statistiek</a:t>
            </a:r>
          </a:p>
          <a:p>
            <a:pPr lvl="1"/>
            <a:r>
              <a:rPr lang="nl-BE" dirty="0"/>
              <a:t>Samenvattend kenmerk van gedrag van </a:t>
            </a:r>
            <a:r>
              <a:rPr lang="nl-BE" b="1" dirty="0"/>
              <a:t>één variabele </a:t>
            </a:r>
            <a:r>
              <a:rPr lang="nl-BE" dirty="0"/>
              <a:t>binnen steekproef</a:t>
            </a:r>
          </a:p>
          <a:p>
            <a:pPr lvl="1"/>
            <a:r>
              <a:rPr lang="nl-BE" b="1" dirty="0" err="1">
                <a:solidFill>
                  <a:srgbClr val="002060"/>
                </a:solidFill>
              </a:rPr>
              <a:t>Centraliteitsmaten</a:t>
            </a:r>
            <a:r>
              <a:rPr lang="nl-BE" b="1" dirty="0">
                <a:solidFill>
                  <a:srgbClr val="002060"/>
                </a:solidFill>
              </a:rPr>
              <a:t>, spreidingsmaten en maten van vorm</a:t>
            </a:r>
          </a:p>
          <a:p>
            <a:endParaRPr lang="nl-BE" b="1" dirty="0">
              <a:solidFill>
                <a:srgbClr val="002060"/>
              </a:solidFill>
            </a:endParaRPr>
          </a:p>
          <a:p>
            <a:endParaRPr lang="nl-BE" b="1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417D12D-3B78-45F4-90AA-0869D5843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878" y="4536836"/>
            <a:ext cx="12966917" cy="397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6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>
                <a:solidFill>
                  <a:srgbClr val="C00000"/>
                </a:solidFill>
              </a:rPr>
              <a:t>H12: Maten van samenhang of associatiematen</a:t>
            </a:r>
          </a:p>
          <a:p>
            <a:r>
              <a:rPr lang="nl-BE" dirty="0"/>
              <a:t>Vierde type numerieke maat, </a:t>
            </a:r>
            <a:r>
              <a:rPr lang="nl-BE" b="1" dirty="0"/>
              <a:t>binnen multivariate statistiek</a:t>
            </a:r>
          </a:p>
          <a:p>
            <a:r>
              <a:rPr lang="nl-BE" b="1" dirty="0"/>
              <a:t>Correlatiecoëfficiënt</a:t>
            </a:r>
          </a:p>
          <a:p>
            <a:pPr lvl="1"/>
            <a:r>
              <a:rPr lang="nl-BE" dirty="0"/>
              <a:t>Meest gebruikte maat van samenhang</a:t>
            </a:r>
          </a:p>
          <a:p>
            <a:pPr lvl="1"/>
            <a:r>
              <a:rPr lang="nl-BE" dirty="0"/>
              <a:t>Samenhang of associatie tussen twee variabelen:</a:t>
            </a:r>
          </a:p>
          <a:p>
            <a:pPr lvl="2"/>
            <a:r>
              <a:rPr lang="nl-BE" b="1" dirty="0"/>
              <a:t>In welke mate sprake van lineair verband?</a:t>
            </a:r>
          </a:p>
          <a:p>
            <a:pPr lvl="1"/>
            <a:r>
              <a:rPr lang="nl-BE" dirty="0"/>
              <a:t>Twee doeleinden:</a:t>
            </a:r>
          </a:p>
          <a:p>
            <a:pPr lvl="2"/>
            <a:r>
              <a:rPr lang="nl-BE" b="1" dirty="0"/>
              <a:t>Descriptief</a:t>
            </a:r>
            <a:r>
              <a:rPr lang="nl-BE" dirty="0"/>
              <a:t>: beschrijft band tussen twee metrische (of ordinale) variabelen</a:t>
            </a:r>
          </a:p>
          <a:p>
            <a:pPr lvl="3"/>
            <a:r>
              <a:rPr lang="nl-BE" dirty="0"/>
              <a:t>Binnen steekproef</a:t>
            </a:r>
          </a:p>
          <a:p>
            <a:pPr lvl="2"/>
            <a:r>
              <a:rPr lang="nl-BE" b="1" dirty="0" err="1"/>
              <a:t>Inferentieel</a:t>
            </a:r>
            <a:r>
              <a:rPr lang="nl-BE" dirty="0"/>
              <a:t>: gebruikt om te toetsen of die band significant is</a:t>
            </a:r>
          </a:p>
          <a:p>
            <a:pPr lvl="3"/>
            <a:r>
              <a:rPr lang="nl-BE" dirty="0"/>
              <a:t>Veralgemenen naar de populatie</a:t>
            </a:r>
          </a:p>
          <a:p>
            <a:pPr marL="1821150" lvl="2" indent="-514350">
              <a:buFont typeface="+mj-lt"/>
              <a:buAutoNum type="arabicPeriod"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6427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4 verschillende correlatietoetsen:</a:t>
            </a:r>
          </a:p>
          <a:p>
            <a:pPr marL="86400" indent="0">
              <a:buNone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>
                <a:solidFill>
                  <a:srgbClr val="002060"/>
                </a:solidFill>
              </a:rPr>
              <a:t>Pearson correlatietoets</a:t>
            </a:r>
          </a:p>
          <a:p>
            <a:pPr lvl="2"/>
            <a:r>
              <a:rPr lang="nl-BE" dirty="0"/>
              <a:t>Parametrische toets</a:t>
            </a:r>
          </a:p>
          <a:p>
            <a:pPr lvl="2"/>
            <a:r>
              <a:rPr lang="nl-BE" dirty="0"/>
              <a:t>Toetst lineair verband tussen twee metrische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Partiële correlatietoets</a:t>
            </a:r>
          </a:p>
          <a:p>
            <a:pPr lvl="2"/>
            <a:r>
              <a:rPr lang="nl-BE" dirty="0"/>
              <a:t>Pearson correlatietoets, gecontroleerd voor één of meerdere covariaten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Spearman rangcorrelatietoets</a:t>
            </a:r>
          </a:p>
          <a:p>
            <a:pPr lvl="2"/>
            <a:r>
              <a:rPr lang="nl-BE" dirty="0"/>
              <a:t>Non-parametrisch alternatief voor Pearson correlatietoets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 err="1"/>
              <a:t>Kendall’s</a:t>
            </a:r>
            <a:r>
              <a:rPr lang="nl-BE" b="1" dirty="0"/>
              <a:t> </a:t>
            </a:r>
            <a:r>
              <a:rPr lang="nl-BE" b="1" dirty="0" err="1"/>
              <a:t>tau</a:t>
            </a:r>
            <a:r>
              <a:rPr lang="nl-BE" b="1" dirty="0"/>
              <a:t> correlatietoets</a:t>
            </a:r>
          </a:p>
          <a:p>
            <a:pPr lvl="2"/>
            <a:r>
              <a:rPr lang="nl-BE" dirty="0"/>
              <a:t>Alternatieve toets voor Spearman rangcorrelatietoets</a:t>
            </a:r>
          </a:p>
          <a:p>
            <a:pPr lvl="2"/>
            <a:r>
              <a:rPr lang="nl-BE" dirty="0"/>
              <a:t>Bij zeer kleine steekproeven</a:t>
            </a: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157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bij ouders die minstens één kind jonger dan 14 bij zich hebben inwonen?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7808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bij ouders die minstens één kind jonger dan 14 bij zich hebben inwonen?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2392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bij ouders die minstens één kind jonger dan 14 bij zich hebben inwonen?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Twee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Teamgevoel met partner: ordinaal, (‘1 = Niet Akkoord’ t.e.m. ‘5 = Akkoord’)</a:t>
            </a:r>
          </a:p>
          <a:p>
            <a:pPr lvl="2"/>
            <a:r>
              <a:rPr lang="nl-BE" dirty="0"/>
              <a:t>Moeilijkheden met ouderschap: ordinaal, (‘1 = Niet Akkoord’ t.e.m. ‘5 = Akkoord’)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>
                <a:solidFill>
                  <a:srgbClr val="C00000"/>
                </a:solidFill>
              </a:rPr>
              <a:t>Geen onderscheid tussen afhankelijk en onafhankelijk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4301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08948A1-5C5A-79C9-FB04-EC017D7E3E1F}"/>
              </a:ext>
            </a:extLst>
          </p:cNvPr>
          <p:cNvSpPr/>
          <p:nvPr/>
        </p:nvSpPr>
        <p:spPr>
          <a:xfrm>
            <a:off x="0" y="0"/>
            <a:ext cx="17338675" cy="9753600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7364" y="8891772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826489"/>
              </p:ext>
            </p:extLst>
          </p:nvPr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Kendall’s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Tau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61563" y="6693265"/>
            <a:ext cx="3865996" cy="385291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16646-25A9-B6A3-9F42-E6C7A856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02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08948A1-5C5A-79C9-FB04-EC017D7E3E1F}"/>
              </a:ext>
            </a:extLst>
          </p:cNvPr>
          <p:cNvSpPr/>
          <p:nvPr/>
        </p:nvSpPr>
        <p:spPr>
          <a:xfrm>
            <a:off x="0" y="0"/>
            <a:ext cx="17338675" cy="9753600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7364" y="8891772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432556"/>
              </p:ext>
            </p:extLst>
          </p:nvPr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Kendall’s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Tau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61563" y="6693265"/>
            <a:ext cx="3865996" cy="385291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A60089BD-7999-4CAB-9801-44DBBCFFD570}"/>
              </a:ext>
            </a:extLst>
          </p:cNvPr>
          <p:cNvSpPr txBox="1"/>
          <p:nvPr/>
        </p:nvSpPr>
        <p:spPr>
          <a:xfrm>
            <a:off x="7060328" y="950599"/>
            <a:ext cx="8967231" cy="4174028"/>
          </a:xfrm>
          <a:prstGeom prst="rect">
            <a:avLst/>
          </a:prstGeom>
          <a:solidFill>
            <a:schemeClr val="bg1"/>
          </a:solidFill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Kruskal-Wallis of Spearman rangcorrelatie?</a:t>
            </a:r>
          </a:p>
          <a:p>
            <a:pPr marL="457200" marR="0" lvl="0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Spearman: 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want het gaat om </a:t>
            </a: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verbanden tussen variabelen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, niet om verschillen tussen groepen</a:t>
            </a:r>
          </a:p>
          <a:p>
            <a:pPr lvl="0">
              <a:lnSpc>
                <a:spcPct val="120000"/>
              </a:lnSpc>
              <a:defRPr/>
            </a:pPr>
            <a:r>
              <a:rPr lang="nl-BE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Opgelet: </a:t>
            </a:r>
          </a:p>
          <a:p>
            <a:pPr marL="514350" lvl="0" indent="-5143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nl-BE" sz="28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Flowchart is minder geschikt voor correlaties, want het verschil tussen onafhankelijke en afhankelijke variabele is er niet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16646-25A9-B6A3-9F42-E6C7A856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35594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1: Verband Teamgevoel x Moeilijkheden ouderschap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E7E8D81-508F-CC1E-9121-23FF6E0B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88" y="3495674"/>
            <a:ext cx="8119522" cy="383381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785C490-B14C-492B-74A0-5962116D6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210" y="3495674"/>
            <a:ext cx="8119522" cy="38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6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1: Verband Teamgevoel x Moeilijkheden ouderschap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E7E8D81-508F-CC1E-9121-23FF6E0B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88" y="3495674"/>
            <a:ext cx="8119522" cy="383381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785C490-B14C-492B-74A0-5962116D6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210" y="3495674"/>
            <a:ext cx="8119522" cy="3833814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0234651A-A350-89B1-AFA5-2630176D4CEF}"/>
              </a:ext>
            </a:extLst>
          </p:cNvPr>
          <p:cNvSpPr/>
          <p:nvPr/>
        </p:nvSpPr>
        <p:spPr>
          <a:xfrm>
            <a:off x="2251951" y="7518158"/>
            <a:ext cx="12834772" cy="1938992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Veel </a:t>
            </a:r>
            <a:r>
              <a:rPr lang="nl-BE" sz="2400" dirty="0" err="1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missings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  <a:p>
            <a:pPr marL="993084" lvl="1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Enkel respondenten in relatie hebben W2_QMI5 beantwoord</a:t>
            </a:r>
          </a:p>
          <a:p>
            <a:pPr marL="993084" lvl="1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Enkel ouders hebben W2_ParentingStress2 beantwoord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Ook nog ouders selecteren met kinderen jonger dan 14 jaar (W2_RESID02)</a:t>
            </a:r>
          </a:p>
        </p:txBody>
      </p:sp>
    </p:spTree>
    <p:extLst>
      <p:ext uri="{BB962C8B-B14F-4D97-AF65-F5344CB8AC3E}">
        <p14:creationId xmlns:p14="http://schemas.microsoft.com/office/powerpoint/2010/main" val="410606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z="3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Opgave 1: Verband Teamgevoel x Moeilijkheden ouderschap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15</a:t>
            </a:fld>
            <a:endParaRPr lang="en-GB" noProof="0" dirty="0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i="1" dirty="0"/>
              <a:t>Select Cases</a:t>
            </a:r>
            <a:endParaRPr lang="nl-BE" i="1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5B4834C-BB53-7136-A0D1-584CFC6B2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1829" y="3083735"/>
            <a:ext cx="7621961" cy="1650311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425BA4D0-51B8-DD0C-BCAE-F362F6CBF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845" y="5701298"/>
            <a:ext cx="8132762" cy="3303472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0782D74-BABB-DC1A-8068-CD4BEC772B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5951" y="1805320"/>
            <a:ext cx="7561626" cy="307148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66B7830C-1054-731A-CE7E-CD9472E88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2640" y="5468835"/>
            <a:ext cx="7090542" cy="307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42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 of ordinaal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</a:t>
            </a:r>
            <a:endParaRPr lang="nl-BE" b="1" dirty="0"/>
          </a:p>
          <a:p>
            <a:pPr marL="2393550" lvl="3" indent="-514350"/>
            <a:r>
              <a:rPr lang="nl-BE" dirty="0"/>
              <a:t>Beide variabelen bij zelfde onderzoekseenheden gemeten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 ≥ 30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04149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 of ordinaal</a:t>
            </a:r>
            <a:r>
              <a:rPr lang="nl-BE" b="1" dirty="0"/>
              <a:t>: 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observaties:</a:t>
            </a:r>
            <a:r>
              <a:rPr lang="nl-BE" b="1" dirty="0"/>
              <a:t> oké</a:t>
            </a:r>
          </a:p>
          <a:p>
            <a:pPr marL="2393550" lvl="3" indent="-514350"/>
            <a:r>
              <a:rPr lang="nl-BE" dirty="0"/>
              <a:t>Beide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 ≥ 30: oké</a:t>
            </a:r>
          </a:p>
          <a:p>
            <a:pPr marL="2393550" lvl="3" indent="-514350"/>
            <a:endParaRPr lang="nl-BE" dirty="0"/>
          </a:p>
          <a:p>
            <a:pPr marL="1234350" lvl="1" indent="-514350"/>
            <a:r>
              <a:rPr lang="nl-BE" b="1" dirty="0"/>
              <a:t>Minder streng</a:t>
            </a:r>
            <a:r>
              <a:rPr lang="nl-BE" dirty="0"/>
              <a:t>: geen assumptie van normaliteit, lineariteit of homoscedasticiteit!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60575" y="8588415"/>
            <a:ext cx="13993512" cy="868735"/>
          </a:xfrm>
        </p:spPr>
        <p:txBody>
          <a:bodyPr>
            <a:noAutofit/>
          </a:bodyPr>
          <a:lstStyle/>
          <a:p>
            <a:r>
              <a:rPr lang="nl-NL" sz="1900" dirty="0">
                <a:highlight>
                  <a:srgbClr val="8FBBE2"/>
                </a:highlight>
              </a:rPr>
              <a:t>Assumptie van lineariteit staat in het boek bij Spearman en </a:t>
            </a:r>
            <a:r>
              <a:rPr lang="nl-NL" sz="1900" dirty="0" err="1">
                <a:highlight>
                  <a:srgbClr val="8FBBE2"/>
                </a:highlight>
              </a:rPr>
              <a:t>Kendall</a:t>
            </a:r>
            <a:r>
              <a:rPr lang="nl-NL" sz="1900" dirty="0">
                <a:highlight>
                  <a:srgbClr val="8FBBE2"/>
                </a:highlight>
              </a:rPr>
              <a:t>, maar dat is fout! Ook in de hoorcollegeslides werd dit aangepast.</a:t>
            </a:r>
          </a:p>
          <a:p>
            <a:endParaRPr lang="nl-B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03147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marL="720000" lvl="1" indent="0">
              <a:buNone/>
            </a:pP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88777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</a:t>
            </a:r>
          </a:p>
          <a:p>
            <a:pPr lvl="1"/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Er is geen samenhang tussen teamgevoel met je partner en moeilijkheden met 				ouderschap: de rangcorrelatiecoëfficiënt tussen die twee variabelen is nul.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Teamgevoel met je partner en moeilijkheden met ouderschap hangen wel samen: 			de rangcorrelatiecoëfficiënt tussen die twee variabelen is groter of kleiner dan nul.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32671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4: </a:t>
            </a:r>
            <a:r>
              <a:rPr lang="nl-BE" dirty="0"/>
              <a:t>Significantieniveau bepalen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b="1" dirty="0"/>
              <a:t>Stap 5</a:t>
            </a:r>
            <a:r>
              <a:rPr lang="nl-BE" dirty="0"/>
              <a:t>: Toetsingsgrootheid en p-waarde berekenen</a:t>
            </a:r>
          </a:p>
          <a:p>
            <a:endParaRPr lang="nl-BE" dirty="0"/>
          </a:p>
          <a:p>
            <a:pPr lvl="1"/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897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 dirty="0"/>
                  <a:t>Stap 4: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84, </a:t>
                </a:r>
                <a:r>
                  <a:rPr lang="nl-BE" b="1" dirty="0"/>
                  <a:t>dus hanteer .05</a:t>
                </a:r>
              </a:p>
              <a:p>
                <a:pPr lvl="2"/>
                <a:endParaRPr lang="nl-BE" b="1" dirty="0"/>
              </a:p>
              <a:p>
                <a:r>
                  <a:rPr lang="nl-BE" b="1" dirty="0"/>
                  <a:t>Stap 5</a:t>
                </a:r>
                <a:r>
                  <a:rPr lang="nl-BE" dirty="0"/>
                  <a:t>: Toetsingsgrootheid en p-waarde berekenen</a:t>
                </a:r>
              </a:p>
              <a:p>
                <a:pPr lvl="1"/>
                <a:r>
                  <a:rPr lang="nl-BE" dirty="0"/>
                  <a:t>Ook maat van effectgrootte!</a:t>
                </a:r>
              </a:p>
              <a:p>
                <a:pPr lvl="2"/>
                <a:r>
                  <a:rPr lang="nl-BE" b="1" dirty="0"/>
                  <a:t>Spearman correlatiecoëfficiënt zelf (r)</a:t>
                </a:r>
                <a:endParaRPr lang="nl-BE" dirty="0"/>
              </a:p>
              <a:p>
                <a:pPr marL="1306800" lvl="2" indent="0">
                  <a:buNone/>
                </a:pPr>
                <a:endParaRPr lang="nl-BE" b="1" dirty="0"/>
              </a:p>
              <a:p>
                <a:pPr lvl="1"/>
                <a:endParaRPr lang="nl-B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75D7908-8318-68C4-C4BE-77B10EC5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049" y="6015038"/>
            <a:ext cx="6974015" cy="346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18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FA8181DE-0D06-40F8-A69A-ED46C4E65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8545" y="2514477"/>
            <a:ext cx="8751487" cy="5709867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F7B1931C-7A57-4616-AE9E-07CD6D46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6" y="3215494"/>
            <a:ext cx="5953427" cy="4584373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Spearman rangcorrelatietoets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Correlate</a:t>
            </a:r>
            <a:r>
              <a:rPr lang="nl-BE" i="1" dirty="0"/>
              <a:t> ›› </a:t>
            </a:r>
            <a:r>
              <a:rPr lang="nl-BE" i="1" dirty="0" err="1"/>
              <a:t>Bivariate</a:t>
            </a:r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9CC1CFB6-59E5-4C44-8E41-51C238292A7F}"/>
              </a:ext>
            </a:extLst>
          </p:cNvPr>
          <p:cNvGrpSpPr/>
          <p:nvPr/>
        </p:nvGrpSpPr>
        <p:grpSpPr>
          <a:xfrm>
            <a:off x="5655405" y="6405562"/>
            <a:ext cx="1094875" cy="511615"/>
            <a:chOff x="11574378" y="2683042"/>
            <a:chExt cx="1094875" cy="511615"/>
          </a:xfrm>
        </p:grpSpPr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949FB1BE-2911-4514-A316-7801032DADD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B08CDE83-D5BE-4FDF-869D-8BD6F94E35AE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74848B95-A8B6-4190-8A76-5925125ED4B9}"/>
              </a:ext>
            </a:extLst>
          </p:cNvPr>
          <p:cNvGrpSpPr/>
          <p:nvPr/>
        </p:nvGrpSpPr>
        <p:grpSpPr>
          <a:xfrm>
            <a:off x="10219414" y="3642913"/>
            <a:ext cx="1094875" cy="511615"/>
            <a:chOff x="11574378" y="2683042"/>
            <a:chExt cx="1094875" cy="511615"/>
          </a:xfrm>
        </p:grpSpPr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565BC84-02AD-4630-86A9-2CE9B2A3F8D0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E2D8A236-B456-41BE-A57F-097C4DF3A0B4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2</a:t>
              </a:r>
            </a:p>
          </p:txBody>
        </p:sp>
      </p:grpSp>
      <p:cxnSp>
        <p:nvCxnSpPr>
          <p:cNvPr id="16" name="Rechte verbindingslijn met pijl 18">
            <a:extLst>
              <a:ext uri="{FF2B5EF4-FFF2-40B4-BE49-F238E27FC236}">
                <a16:creationId xmlns:a16="http://schemas.microsoft.com/office/drawing/2014/main" id="{11B08AB0-D1EA-48C6-9877-20FEF54C6D59}"/>
              </a:ext>
            </a:extLst>
          </p:cNvPr>
          <p:cNvCxnSpPr>
            <a:cxnSpLocks/>
          </p:cNvCxnSpPr>
          <p:nvPr/>
        </p:nvCxnSpPr>
        <p:spPr>
          <a:xfrm flipV="1">
            <a:off x="9546023" y="3365100"/>
            <a:ext cx="1129513" cy="41606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ep 27">
            <a:extLst>
              <a:ext uri="{FF2B5EF4-FFF2-40B4-BE49-F238E27FC236}">
                <a16:creationId xmlns:a16="http://schemas.microsoft.com/office/drawing/2014/main" id="{934B43BD-5546-4994-9FB6-47934D7E33A3}"/>
              </a:ext>
            </a:extLst>
          </p:cNvPr>
          <p:cNvGrpSpPr/>
          <p:nvPr/>
        </p:nvGrpSpPr>
        <p:grpSpPr>
          <a:xfrm>
            <a:off x="7054276" y="6091388"/>
            <a:ext cx="1094875" cy="511615"/>
            <a:chOff x="11574378" y="2683042"/>
            <a:chExt cx="1094875" cy="511615"/>
          </a:xfrm>
        </p:grpSpPr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165D605A-8A68-4F7C-8A0B-47F10F197DE3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C9A025B-CEC7-454F-90F3-DCA3ABCD500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3</a:t>
              </a:r>
            </a:p>
          </p:txBody>
        </p:sp>
      </p:grp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20A981D7-A7E5-4D73-AF05-171DE94228AE}"/>
              </a:ext>
            </a:extLst>
          </p:cNvPr>
          <p:cNvGrpSpPr/>
          <p:nvPr/>
        </p:nvGrpSpPr>
        <p:grpSpPr>
          <a:xfrm>
            <a:off x="7054276" y="6830441"/>
            <a:ext cx="1094875" cy="511615"/>
            <a:chOff x="11574378" y="2683042"/>
            <a:chExt cx="1094875" cy="511615"/>
          </a:xfrm>
        </p:grpSpPr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77EFA0FA-57BE-4070-A1B8-7C47C0878EC6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kstvak 22">
              <a:extLst>
                <a:ext uri="{FF2B5EF4-FFF2-40B4-BE49-F238E27FC236}">
                  <a16:creationId xmlns:a16="http://schemas.microsoft.com/office/drawing/2014/main" id="{6C98EBB8-2D38-4B0B-AFDC-5374C81B9F7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4</a:t>
              </a: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9D5645BC-CD74-4587-95BD-3153464CB681}"/>
              </a:ext>
            </a:extLst>
          </p:cNvPr>
          <p:cNvGrpSpPr/>
          <p:nvPr/>
        </p:nvGrpSpPr>
        <p:grpSpPr>
          <a:xfrm>
            <a:off x="9966107" y="7977962"/>
            <a:ext cx="1094875" cy="511615"/>
            <a:chOff x="11574378" y="2683042"/>
            <a:chExt cx="1094875" cy="511615"/>
          </a:xfrm>
        </p:grpSpPr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642587EB-1F8F-4FDF-A3D4-AF6A3B9BA16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Tekstvak 32">
              <a:extLst>
                <a:ext uri="{FF2B5EF4-FFF2-40B4-BE49-F238E27FC236}">
                  <a16:creationId xmlns:a16="http://schemas.microsoft.com/office/drawing/2014/main" id="{DF89C584-8EA4-4ADF-BC95-D9606DF61BE7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6654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8BB9BF04-5BEC-925D-62E1-5550B55BD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5343" y="3483108"/>
            <a:ext cx="9899649" cy="5476402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pPr lvl="1"/>
            <a:endParaRPr lang="nl-BE" dirty="0"/>
          </a:p>
          <a:p>
            <a:pPr lvl="1"/>
            <a:r>
              <a:rPr lang="nl-BE" dirty="0"/>
              <a:t>Significantie: geduid</a:t>
            </a:r>
            <a:br>
              <a:rPr lang="nl-BE" dirty="0"/>
            </a:br>
            <a:r>
              <a:rPr lang="nl-BE" dirty="0"/>
              <a:t>met asterisken (</a:t>
            </a:r>
            <a:r>
              <a:rPr lang="nl-BE" baseline="30000" dirty="0"/>
              <a:t>*</a:t>
            </a:r>
            <a:r>
              <a:rPr lang="nl-BE" dirty="0"/>
              <a:t>)</a:t>
            </a:r>
          </a:p>
          <a:p>
            <a:pPr lvl="2"/>
            <a:r>
              <a:rPr lang="nl-BE" b="1" dirty="0"/>
              <a:t>Niet significant </a:t>
            </a:r>
            <a:r>
              <a:rPr lang="nl-BE" dirty="0"/>
              <a:t>(p = .214)</a:t>
            </a: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23</a:t>
            </a:fld>
            <a:endParaRPr lang="en-GB" noProof="0" dirty="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F77AB7CD-D11D-46AD-A1C0-0B8AB13DA0DA}"/>
              </a:ext>
            </a:extLst>
          </p:cNvPr>
          <p:cNvCxnSpPr>
            <a:cxnSpLocks/>
          </p:cNvCxnSpPr>
          <p:nvPr/>
        </p:nvCxnSpPr>
        <p:spPr>
          <a:xfrm>
            <a:off x="15143083" y="6685423"/>
            <a:ext cx="1852863" cy="1212286"/>
          </a:xfrm>
          <a:prstGeom prst="line">
            <a:avLst/>
          </a:prstGeom>
          <a:ln w="31750">
            <a:solidFill>
              <a:srgbClr val="00336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al 14">
            <a:extLst>
              <a:ext uri="{FF2B5EF4-FFF2-40B4-BE49-F238E27FC236}">
                <a16:creationId xmlns:a16="http://schemas.microsoft.com/office/drawing/2014/main" id="{9416A202-B109-4020-B74B-B96FFC638D4B}"/>
              </a:ext>
            </a:extLst>
          </p:cNvPr>
          <p:cNvSpPr/>
          <p:nvPr/>
        </p:nvSpPr>
        <p:spPr>
          <a:xfrm>
            <a:off x="16370303" y="6504949"/>
            <a:ext cx="625643" cy="360949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F5DDE4C7-1F19-44D2-9B17-99DF6A1C96F0}"/>
              </a:ext>
            </a:extLst>
          </p:cNvPr>
          <p:cNvSpPr/>
          <p:nvPr/>
        </p:nvSpPr>
        <p:spPr>
          <a:xfrm>
            <a:off x="14818230" y="7472211"/>
            <a:ext cx="649706" cy="393031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71ED1D57-8ED4-4086-B1A0-430A41886BA7}"/>
              </a:ext>
            </a:extLst>
          </p:cNvPr>
          <p:cNvCxnSpPr>
            <a:stCxn id="17" idx="7"/>
            <a:endCxn id="15" idx="3"/>
          </p:cNvCxnSpPr>
          <p:nvPr/>
        </p:nvCxnSpPr>
        <p:spPr>
          <a:xfrm flipV="1">
            <a:off x="15372789" y="6813038"/>
            <a:ext cx="1089137" cy="716731"/>
          </a:xfrm>
          <a:prstGeom prst="line">
            <a:avLst/>
          </a:prstGeom>
          <a:ln w="31750">
            <a:solidFill>
              <a:srgbClr val="DC862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856175C-24F7-E8BF-C217-AD18B6AA3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A9D8103E-0B66-B95F-86F7-FFA60F9A7F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301" y="2656062"/>
            <a:ext cx="6236197" cy="169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80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259453" cy="6864264"/>
          </a:xfrm>
        </p:spPr>
        <p:txBody>
          <a:bodyPr>
            <a:normAutofit/>
          </a:bodyPr>
          <a:lstStyle/>
          <a:p>
            <a:r>
              <a:rPr lang="nl-BE" b="1" dirty="0"/>
              <a:t>Stap 6: </a:t>
            </a:r>
            <a:r>
              <a:rPr lang="nl-BE" dirty="0"/>
              <a:t>Conclusie en rapportering</a:t>
            </a:r>
          </a:p>
          <a:p>
            <a:pPr lvl="1"/>
            <a:r>
              <a:rPr lang="nl-NL" dirty="0"/>
              <a:t>Vergeet niet de vrijheidsgraden te vermelden bij de correlatiecoëfficiënt (n – 2)</a:t>
            </a:r>
          </a:p>
          <a:p>
            <a:pPr lvl="1"/>
            <a:endParaRPr lang="nl-NL" sz="2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nl-NL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/>
            <a:r>
              <a:rPr lang="nl-BE" dirty="0"/>
              <a:t>“Een Spearman rangcorrelatietoets werd gebruikt om het </a:t>
            </a:r>
            <a:r>
              <a:rPr lang="nl-BE" dirty="0" err="1"/>
              <a:t>bivariate</a:t>
            </a:r>
            <a:r>
              <a:rPr lang="nl-BE" dirty="0"/>
              <a:t> verband tussen </a:t>
            </a:r>
            <a:r>
              <a:rPr lang="nl-NL" dirty="0"/>
              <a:t>teamgevoel met je partner en moeilijkheden met ouderschap</a:t>
            </a:r>
            <a:r>
              <a:rPr lang="nl-BE" dirty="0"/>
              <a:t> te onderzoeken bij ouders </a:t>
            </a:r>
            <a:r>
              <a:rPr lang="nl-NL" dirty="0"/>
              <a:t>die minstens één kind jonger dan 14 bij zich hebben inwonen</a:t>
            </a:r>
            <a:r>
              <a:rPr lang="nl-BE" dirty="0"/>
              <a:t>. De toets toont aan dat dit verband niet significant is, met </a:t>
            </a:r>
            <a:r>
              <a:rPr lang="nl-BE" i="1" dirty="0" err="1"/>
              <a:t>r</a:t>
            </a:r>
            <a:r>
              <a:rPr lang="nl-BE" i="1" baseline="-25000" dirty="0" err="1"/>
              <a:t>s</a:t>
            </a:r>
            <a:r>
              <a:rPr lang="nl-BE" dirty="0"/>
              <a:t>(82) = - .14, </a:t>
            </a:r>
            <a:r>
              <a:rPr lang="nl-BE" i="1" dirty="0"/>
              <a:t>p</a:t>
            </a:r>
            <a:r>
              <a:rPr lang="nl-BE" dirty="0"/>
              <a:t> = .214.”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1776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 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</a:t>
            </a:r>
            <a:r>
              <a:rPr lang="nl-NL" dirty="0">
                <a:solidFill>
                  <a:srgbClr val="FF0000"/>
                </a:solidFill>
              </a:rPr>
              <a:t>bij ouders die minstens drie kinderen jonger dan 14 bij zich hebben inwonen</a:t>
            </a:r>
            <a:r>
              <a:rPr lang="nl-NL" dirty="0"/>
              <a:t>?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026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Teamgevoel x Moeilijkheden ouderschap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het gevoel hebben dat je een team vormt met je partner (W2_QMI5) en het ervaren van onvoorziene moeilijkheden met ouderschap (W2_ParentingStress2), </a:t>
            </a:r>
            <a:r>
              <a:rPr lang="nl-NL" dirty="0">
                <a:solidFill>
                  <a:srgbClr val="FF0000"/>
                </a:solidFill>
              </a:rPr>
              <a:t>bij ouders die minstens drie kinderen jonger dan 14 bij zich hebben inwonen</a:t>
            </a:r>
            <a:r>
              <a:rPr lang="nl-NL" dirty="0"/>
              <a:t>?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Stap 1 blijft hetzelfde: </a:t>
            </a:r>
            <a:r>
              <a:rPr lang="nl-NL" b="1" dirty="0"/>
              <a:t>Spearman rangcorrelatietoets</a:t>
            </a:r>
            <a:endParaRPr lang="nl-NL" dirty="0"/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671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1: Verband Teamgevoel x Moeilijkheden ouderschap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E7E8D81-508F-CC1E-9121-23FF6E0B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88" y="3495674"/>
            <a:ext cx="8119522" cy="383381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785C490-B14C-492B-74A0-5962116D6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210" y="3495674"/>
            <a:ext cx="8119522" cy="3833814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0234651A-A350-89B1-AFA5-2630176D4CEF}"/>
              </a:ext>
            </a:extLst>
          </p:cNvPr>
          <p:cNvSpPr/>
          <p:nvPr/>
        </p:nvSpPr>
        <p:spPr>
          <a:xfrm>
            <a:off x="1467327" y="7518158"/>
            <a:ext cx="14404019" cy="1938992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Veel </a:t>
            </a:r>
            <a:r>
              <a:rPr lang="nl-BE" sz="2400" dirty="0" err="1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missings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  <a:p>
            <a:pPr marL="993084" lvl="1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Enkel respondenten in relatie hebben W2_QMI5 beantwoord</a:t>
            </a:r>
          </a:p>
          <a:p>
            <a:pPr marL="993084" lvl="1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Enkel ouders hebben W2_ParentingStress2 beantwoord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Ook nog ouders selecteren met </a:t>
            </a:r>
            <a:r>
              <a:rPr lang="nl-BE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minstens 3 kinderen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jonger dan 14 jaar (W2_RESID02)</a:t>
            </a:r>
          </a:p>
        </p:txBody>
      </p:sp>
    </p:spTree>
    <p:extLst>
      <p:ext uri="{BB962C8B-B14F-4D97-AF65-F5344CB8AC3E}">
        <p14:creationId xmlns:p14="http://schemas.microsoft.com/office/powerpoint/2010/main" val="198593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z="3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Opgave 1: Verband Teamgevoel x Moeilijkheden ouderschap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28</a:t>
            </a:fld>
            <a:endParaRPr lang="en-GB" noProof="0" dirty="0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i="1" dirty="0"/>
              <a:t>Select Cases</a:t>
            </a:r>
            <a:endParaRPr lang="nl-BE" i="1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5B4834C-BB53-7136-A0D1-584CFC6B2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8556" y="3083735"/>
            <a:ext cx="7321654" cy="165533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425BA4D0-51B8-DD0C-BCAE-F362F6CBF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845" y="5849436"/>
            <a:ext cx="8132762" cy="3007196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0782D74-BABB-DC1A-8068-CD4BEC772B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5951" y="1943054"/>
            <a:ext cx="7561626" cy="2796011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66B7830C-1054-731A-CE7E-CD9472E88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2640" y="5795588"/>
            <a:ext cx="7090542" cy="241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69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 of ordinaal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</a:t>
            </a:r>
            <a:endParaRPr lang="nl-BE" b="1" dirty="0"/>
          </a:p>
          <a:p>
            <a:pPr marL="2393550" lvl="3" indent="-514350"/>
            <a:r>
              <a:rPr lang="nl-BE" dirty="0"/>
              <a:t>Beide variabelen bij zelfde onderzoekseenheden gemeten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 ≥ 30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48625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 of ordinaal</a:t>
            </a:r>
            <a:r>
              <a:rPr lang="nl-BE" b="1" dirty="0"/>
              <a:t>: 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observaties:</a:t>
            </a:r>
            <a:r>
              <a:rPr lang="nl-BE" b="1" dirty="0"/>
              <a:t> oké</a:t>
            </a:r>
          </a:p>
          <a:p>
            <a:pPr marL="2393550" lvl="3" indent="-514350"/>
            <a:r>
              <a:rPr lang="nl-BE" dirty="0"/>
              <a:t>Beide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 ≥ 30: niet oké</a:t>
            </a:r>
          </a:p>
          <a:p>
            <a:pPr marL="2393550" lvl="3" indent="-514350"/>
            <a:r>
              <a:rPr lang="nl-BE" dirty="0">
                <a:solidFill>
                  <a:srgbClr val="FF0000"/>
                </a:solidFill>
              </a:rPr>
              <a:t>Alternatieve toets? Of stopt het hier?</a:t>
            </a:r>
          </a:p>
          <a:p>
            <a:pPr marL="2393550" lvl="3" indent="-514350"/>
            <a:endParaRPr lang="nl-BE" dirty="0"/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4EFAA7B-7566-A088-43D3-3267B47DB7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60575" y="8588415"/>
            <a:ext cx="13993512" cy="868735"/>
          </a:xfrm>
        </p:spPr>
        <p:txBody>
          <a:bodyPr>
            <a:noAutofit/>
          </a:bodyPr>
          <a:lstStyle/>
          <a:p>
            <a:r>
              <a:rPr lang="nl-NL" sz="1900" dirty="0">
                <a:highlight>
                  <a:srgbClr val="8FBBE2"/>
                </a:highlight>
              </a:rPr>
              <a:t>Assumptie van lineariteit staat in het boek bij Spearman en </a:t>
            </a:r>
            <a:r>
              <a:rPr lang="nl-NL" sz="1900" dirty="0" err="1">
                <a:highlight>
                  <a:srgbClr val="8FBBE2"/>
                </a:highlight>
              </a:rPr>
              <a:t>Kendall</a:t>
            </a:r>
            <a:r>
              <a:rPr lang="nl-NL" sz="1900" dirty="0">
                <a:highlight>
                  <a:srgbClr val="8FBBE2"/>
                </a:highlight>
              </a:rPr>
              <a:t>, maar dat is fout! Ook in de hoorcollegeslides werd dit aangepast.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92719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08948A1-5C5A-79C9-FB04-EC017D7E3E1F}"/>
              </a:ext>
            </a:extLst>
          </p:cNvPr>
          <p:cNvSpPr/>
          <p:nvPr/>
        </p:nvSpPr>
        <p:spPr>
          <a:xfrm>
            <a:off x="0" y="0"/>
            <a:ext cx="17338675" cy="9753600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7364" y="8891772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Kendall’s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Tau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61563" y="6693265"/>
            <a:ext cx="3865996" cy="385291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16646-25A9-B6A3-9F42-E6C7A856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4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08948A1-5C5A-79C9-FB04-EC017D7E3E1F}"/>
              </a:ext>
            </a:extLst>
          </p:cNvPr>
          <p:cNvSpPr/>
          <p:nvPr/>
        </p:nvSpPr>
        <p:spPr>
          <a:xfrm>
            <a:off x="0" y="0"/>
            <a:ext cx="17338675" cy="9753600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7364" y="8891772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Kendall’s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nl-BE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Tau</a:t>
                      </a:r>
                      <a:r>
                        <a:rPr kumimoji="0" lang="nl-BE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61563" y="6693265"/>
            <a:ext cx="3865996" cy="385291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A60089BD-7999-4CAB-9801-44DBBCFFD570}"/>
              </a:ext>
            </a:extLst>
          </p:cNvPr>
          <p:cNvSpPr txBox="1"/>
          <p:nvPr/>
        </p:nvSpPr>
        <p:spPr>
          <a:xfrm>
            <a:off x="7226574" y="3913946"/>
            <a:ext cx="8967231" cy="1071640"/>
          </a:xfrm>
          <a:prstGeom prst="rect">
            <a:avLst/>
          </a:prstGeom>
          <a:solidFill>
            <a:schemeClr val="bg1"/>
          </a:solidFill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Kendall’s</a:t>
            </a: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nl-BE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Tau</a:t>
            </a: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correlatietoets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als alternatief voor de Spearman rangcorrelatietoets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16646-25A9-B6A3-9F42-E6C7A856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83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 of ordinaal</a:t>
            </a:r>
            <a:r>
              <a:rPr lang="nl-BE" b="1" dirty="0"/>
              <a:t>: 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observaties:</a:t>
            </a:r>
            <a:r>
              <a:rPr lang="nl-BE" b="1" dirty="0"/>
              <a:t> oké</a:t>
            </a:r>
          </a:p>
          <a:p>
            <a:pPr marL="2393550" lvl="3" indent="-514350"/>
            <a:r>
              <a:rPr lang="nl-BE" dirty="0"/>
              <a:t>Beide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 &lt; 30: oké</a:t>
            </a:r>
          </a:p>
          <a:p>
            <a:pPr marL="2393550" lvl="3" indent="-514350"/>
            <a:r>
              <a:rPr lang="nl-BE" dirty="0"/>
              <a:t>Indien n ≥ 30: dan gebruik je best Spearman rangcorrelatietoets!</a:t>
            </a:r>
          </a:p>
          <a:p>
            <a:pPr marL="2393550" lvl="3" indent="-514350"/>
            <a:endParaRPr lang="nl-BE" dirty="0"/>
          </a:p>
          <a:p>
            <a:pPr marL="2393550" lvl="3" indent="-514350"/>
            <a:r>
              <a:rPr lang="nl-BE" dirty="0" err="1">
                <a:solidFill>
                  <a:srgbClr val="C00000"/>
                </a:solidFill>
              </a:rPr>
              <a:t>Kendall’s</a:t>
            </a:r>
            <a:r>
              <a:rPr lang="nl-BE" dirty="0">
                <a:solidFill>
                  <a:srgbClr val="C00000"/>
                </a:solidFill>
              </a:rPr>
              <a:t> </a:t>
            </a:r>
            <a:r>
              <a:rPr lang="nl-BE" dirty="0" err="1">
                <a:solidFill>
                  <a:srgbClr val="C00000"/>
                </a:solidFill>
              </a:rPr>
              <a:t>tau</a:t>
            </a:r>
            <a:r>
              <a:rPr lang="nl-BE" dirty="0">
                <a:solidFill>
                  <a:srgbClr val="C00000"/>
                </a:solidFill>
              </a:rPr>
              <a:t> en Spearman rangcorrelatietoets hebben zelfde assumpties, </a:t>
            </a:r>
            <a:r>
              <a:rPr lang="nl-BE" b="1" dirty="0">
                <a:solidFill>
                  <a:srgbClr val="C00000"/>
                </a:solidFill>
              </a:rPr>
              <a:t>behalve assumptie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A2407BE-CAB3-F36C-BD9C-C7B3FD9856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60575" y="8588415"/>
            <a:ext cx="13993512" cy="868735"/>
          </a:xfrm>
        </p:spPr>
        <p:txBody>
          <a:bodyPr>
            <a:noAutofit/>
          </a:bodyPr>
          <a:lstStyle/>
          <a:p>
            <a:r>
              <a:rPr lang="nl-NL" sz="1900" dirty="0">
                <a:highlight>
                  <a:srgbClr val="8FBBE2"/>
                </a:highlight>
              </a:rPr>
              <a:t>Assumptie van lineariteit staat in het boek bij Spearman en </a:t>
            </a:r>
            <a:r>
              <a:rPr lang="nl-NL" sz="1900" dirty="0" err="1">
                <a:highlight>
                  <a:srgbClr val="8FBBE2"/>
                </a:highlight>
              </a:rPr>
              <a:t>Kendall</a:t>
            </a:r>
            <a:r>
              <a:rPr lang="nl-NL" sz="1900" dirty="0">
                <a:highlight>
                  <a:srgbClr val="8FBBE2"/>
                </a:highlight>
              </a:rPr>
              <a:t>, maar dat is fout! Ook in de hoorcollegeslides werd dit aangepast.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06544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marL="720000" lvl="1" indent="0">
              <a:buNone/>
            </a:pP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71947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</a:t>
            </a:r>
          </a:p>
          <a:p>
            <a:pPr lvl="1"/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Er is geen samenhang tussen teamgevoel met je partner en moeilijkheden met 				ouderschap: de </a:t>
            </a:r>
            <a:r>
              <a:rPr lang="nl-BE" i="1" dirty="0" err="1"/>
              <a:t>Kendall’s</a:t>
            </a:r>
            <a:r>
              <a:rPr lang="nl-BE" i="1" dirty="0"/>
              <a:t> </a:t>
            </a:r>
            <a:r>
              <a:rPr lang="nl-BE" i="1" dirty="0" err="1"/>
              <a:t>tau</a:t>
            </a:r>
            <a:r>
              <a:rPr lang="nl-BE" i="1" dirty="0"/>
              <a:t> tussen die twee variabelen is nul.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Teamgevoel met je partner en moeilijkheden met ouderschap hangen wel samen: 			de </a:t>
            </a:r>
            <a:r>
              <a:rPr lang="nl-BE" i="1" dirty="0" err="1"/>
              <a:t>Kendall’s</a:t>
            </a:r>
            <a:r>
              <a:rPr lang="nl-BE" i="1" dirty="0"/>
              <a:t> </a:t>
            </a:r>
            <a:r>
              <a:rPr lang="nl-BE" i="1" dirty="0" err="1"/>
              <a:t>tau</a:t>
            </a:r>
            <a:r>
              <a:rPr lang="nl-BE" i="1" dirty="0"/>
              <a:t> tussen die twee variabelen is groter of kleiner dan nul.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63528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4: </a:t>
            </a:r>
            <a:r>
              <a:rPr lang="nl-BE" dirty="0"/>
              <a:t>Significantieniveau bepalen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b="1" dirty="0"/>
              <a:t>Stap 5</a:t>
            </a:r>
            <a:r>
              <a:rPr lang="nl-BE" dirty="0"/>
              <a:t>: Toetsingsgrootheid en p-waarde berekenen</a:t>
            </a:r>
          </a:p>
          <a:p>
            <a:endParaRPr lang="nl-BE" dirty="0"/>
          </a:p>
          <a:p>
            <a:pPr lvl="1"/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49993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 dirty="0"/>
                  <a:t>Stap 4: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12, </a:t>
                </a:r>
                <a:r>
                  <a:rPr lang="nl-BE" b="1" dirty="0"/>
                  <a:t>dus hanteer .05</a:t>
                </a:r>
              </a:p>
              <a:p>
                <a:pPr lvl="2"/>
                <a:endParaRPr lang="nl-BE" b="1" dirty="0"/>
              </a:p>
              <a:p>
                <a:r>
                  <a:rPr lang="nl-BE" b="1" dirty="0"/>
                  <a:t>Stap 5</a:t>
                </a:r>
                <a:r>
                  <a:rPr lang="nl-BE" dirty="0"/>
                  <a:t>: Toetsingsgrootheid en p-waarde berekenen</a:t>
                </a:r>
              </a:p>
              <a:p>
                <a:pPr lvl="1"/>
                <a:r>
                  <a:rPr lang="nl-BE" dirty="0"/>
                  <a:t>Ook maat van effectgrootte!</a:t>
                </a:r>
              </a:p>
              <a:p>
                <a:pPr lvl="2"/>
                <a:r>
                  <a:rPr lang="nl-BE" b="1" dirty="0"/>
                  <a:t>Kendall’s </a:t>
                </a:r>
                <a:r>
                  <a:rPr lang="nl-BE" b="1" dirty="0" err="1"/>
                  <a:t>tau</a:t>
                </a:r>
                <a:r>
                  <a:rPr lang="nl-BE" b="1" dirty="0"/>
                  <a:t>-b zelf (</a:t>
                </a:r>
                <a14:m>
                  <m:oMath xmlns:m="http://schemas.openxmlformats.org/officeDocument/2006/math">
                    <m:r>
                      <a:rPr lang="nl-BE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nl-BE" b="1" baseline="-25000" dirty="0"/>
                  <a:t>b</a:t>
                </a:r>
                <a:r>
                  <a:rPr lang="nl-BE" b="1" dirty="0"/>
                  <a:t>)</a:t>
                </a:r>
              </a:p>
              <a:p>
                <a:pPr lvl="2"/>
                <a:r>
                  <a:rPr lang="nl-BE" dirty="0"/>
                  <a:t>Zelfde interpretatie als r</a:t>
                </a:r>
              </a:p>
              <a:p>
                <a:pPr marL="1306800" lvl="2" indent="0">
                  <a:buNone/>
                </a:pPr>
                <a:endParaRPr lang="nl-BE" b="1" dirty="0"/>
              </a:p>
              <a:p>
                <a:pPr lvl="1"/>
                <a:endParaRPr lang="nl-B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75D7908-8318-68C4-C4BE-77B10EC5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383" y="5517400"/>
            <a:ext cx="6974015" cy="346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684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FA8181DE-0D06-40F8-A69A-ED46C4E65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8545" y="2514477"/>
            <a:ext cx="8751486" cy="5709867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F7B1931C-7A57-4616-AE9E-07CD6D46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6" y="3215494"/>
            <a:ext cx="5953427" cy="4584373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 err="1"/>
              <a:t>Kendall’s</a:t>
            </a:r>
            <a:r>
              <a:rPr lang="nl-BE" b="1" dirty="0"/>
              <a:t> </a:t>
            </a:r>
            <a:r>
              <a:rPr lang="nl-BE" b="1" dirty="0" err="1"/>
              <a:t>tau</a:t>
            </a:r>
            <a:r>
              <a:rPr lang="nl-BE" b="1" dirty="0"/>
              <a:t> correlatietoets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Correlate</a:t>
            </a:r>
            <a:r>
              <a:rPr lang="nl-BE" i="1" dirty="0"/>
              <a:t> ›› </a:t>
            </a:r>
            <a:r>
              <a:rPr lang="nl-BE" i="1" dirty="0" err="1"/>
              <a:t>Bivariate</a:t>
            </a:r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9CC1CFB6-59E5-4C44-8E41-51C238292A7F}"/>
              </a:ext>
            </a:extLst>
          </p:cNvPr>
          <p:cNvGrpSpPr/>
          <p:nvPr/>
        </p:nvGrpSpPr>
        <p:grpSpPr>
          <a:xfrm>
            <a:off x="5655405" y="6405562"/>
            <a:ext cx="1094875" cy="511615"/>
            <a:chOff x="11574378" y="2683042"/>
            <a:chExt cx="1094875" cy="511615"/>
          </a:xfrm>
        </p:grpSpPr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949FB1BE-2911-4514-A316-7801032DADD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B08CDE83-D5BE-4FDF-869D-8BD6F94E35AE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74848B95-A8B6-4190-8A76-5925125ED4B9}"/>
              </a:ext>
            </a:extLst>
          </p:cNvPr>
          <p:cNvGrpSpPr/>
          <p:nvPr/>
        </p:nvGrpSpPr>
        <p:grpSpPr>
          <a:xfrm>
            <a:off x="10219414" y="3642913"/>
            <a:ext cx="1094875" cy="511615"/>
            <a:chOff x="11574378" y="2683042"/>
            <a:chExt cx="1094875" cy="511615"/>
          </a:xfrm>
        </p:grpSpPr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565BC84-02AD-4630-86A9-2CE9B2A3F8D0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E2D8A236-B456-41BE-A57F-097C4DF3A0B4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2</a:t>
              </a:r>
            </a:p>
          </p:txBody>
        </p:sp>
      </p:grpSp>
      <p:cxnSp>
        <p:nvCxnSpPr>
          <p:cNvPr id="16" name="Rechte verbindingslijn met pijl 18">
            <a:extLst>
              <a:ext uri="{FF2B5EF4-FFF2-40B4-BE49-F238E27FC236}">
                <a16:creationId xmlns:a16="http://schemas.microsoft.com/office/drawing/2014/main" id="{11B08AB0-D1EA-48C6-9877-20FEF54C6D59}"/>
              </a:ext>
            </a:extLst>
          </p:cNvPr>
          <p:cNvCxnSpPr>
            <a:cxnSpLocks/>
          </p:cNvCxnSpPr>
          <p:nvPr/>
        </p:nvCxnSpPr>
        <p:spPr>
          <a:xfrm flipV="1">
            <a:off x="9546023" y="3365100"/>
            <a:ext cx="1129513" cy="41606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ep 27">
            <a:extLst>
              <a:ext uri="{FF2B5EF4-FFF2-40B4-BE49-F238E27FC236}">
                <a16:creationId xmlns:a16="http://schemas.microsoft.com/office/drawing/2014/main" id="{934B43BD-5546-4994-9FB6-47934D7E33A3}"/>
              </a:ext>
            </a:extLst>
          </p:cNvPr>
          <p:cNvGrpSpPr/>
          <p:nvPr/>
        </p:nvGrpSpPr>
        <p:grpSpPr>
          <a:xfrm>
            <a:off x="6950578" y="6090990"/>
            <a:ext cx="1094875" cy="511615"/>
            <a:chOff x="11574378" y="2683042"/>
            <a:chExt cx="1094875" cy="511615"/>
          </a:xfrm>
        </p:grpSpPr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165D605A-8A68-4F7C-8A0B-47F10F197DE3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C9A025B-CEC7-454F-90F3-DCA3ABCD500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3</a:t>
              </a:r>
            </a:p>
          </p:txBody>
        </p:sp>
      </p:grp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20A981D7-A7E5-4D73-AF05-171DE94228AE}"/>
              </a:ext>
            </a:extLst>
          </p:cNvPr>
          <p:cNvGrpSpPr/>
          <p:nvPr/>
        </p:nvGrpSpPr>
        <p:grpSpPr>
          <a:xfrm>
            <a:off x="6938545" y="6890014"/>
            <a:ext cx="1094875" cy="511615"/>
            <a:chOff x="11574378" y="2683042"/>
            <a:chExt cx="1094875" cy="511615"/>
          </a:xfrm>
        </p:grpSpPr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77EFA0FA-57BE-4070-A1B8-7C47C0878EC6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kstvak 22">
              <a:extLst>
                <a:ext uri="{FF2B5EF4-FFF2-40B4-BE49-F238E27FC236}">
                  <a16:creationId xmlns:a16="http://schemas.microsoft.com/office/drawing/2014/main" id="{6C98EBB8-2D38-4B0B-AFDC-5374C81B9F7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4</a:t>
              </a: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9D5645BC-CD74-4587-95BD-3153464CB681}"/>
              </a:ext>
            </a:extLst>
          </p:cNvPr>
          <p:cNvGrpSpPr/>
          <p:nvPr/>
        </p:nvGrpSpPr>
        <p:grpSpPr>
          <a:xfrm>
            <a:off x="9966107" y="7977962"/>
            <a:ext cx="1094875" cy="511615"/>
            <a:chOff x="11574378" y="2683042"/>
            <a:chExt cx="1094875" cy="511615"/>
          </a:xfrm>
        </p:grpSpPr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642587EB-1F8F-4FDF-A3D4-AF6A3B9BA16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Tekstvak 32">
              <a:extLst>
                <a:ext uri="{FF2B5EF4-FFF2-40B4-BE49-F238E27FC236}">
                  <a16:creationId xmlns:a16="http://schemas.microsoft.com/office/drawing/2014/main" id="{DF89C584-8EA4-4ADF-BC95-D9606DF61BE7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3860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8BB9BF04-5BEC-925D-62E1-5550B55BD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9646" y="3483108"/>
            <a:ext cx="9851042" cy="5476402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pPr lvl="1"/>
            <a:endParaRPr lang="nl-BE" dirty="0"/>
          </a:p>
          <a:p>
            <a:pPr lvl="1"/>
            <a:r>
              <a:rPr lang="nl-BE" b="1" dirty="0"/>
              <a:t>Niet significant </a:t>
            </a:r>
            <a:r>
              <a:rPr lang="nl-BE" dirty="0"/>
              <a:t>(p = .661)</a:t>
            </a:r>
          </a:p>
          <a:p>
            <a:pPr lvl="1"/>
            <a:r>
              <a:rPr lang="nl-BE" dirty="0"/>
              <a:t>Dit keer is de correlatiecoëfficiënt zelfs positief i.p.v. negatief</a:t>
            </a:r>
          </a:p>
          <a:p>
            <a:pPr lvl="2"/>
            <a:r>
              <a:rPr lang="nl-BE" dirty="0"/>
              <a:t>Toont dat het verband niet </a:t>
            </a:r>
            <a:br>
              <a:rPr lang="nl-BE" dirty="0"/>
            </a:br>
            <a:r>
              <a:rPr lang="nl-BE" dirty="0"/>
              <a:t>bestaat en de correlatie </a:t>
            </a:r>
            <a:br>
              <a:rPr lang="nl-BE" dirty="0"/>
            </a:br>
            <a:r>
              <a:rPr lang="nl-BE" dirty="0"/>
              <a:t>in feite rond nul ligt (H</a:t>
            </a:r>
            <a:r>
              <a:rPr lang="nl-BE" baseline="-25000" dirty="0"/>
              <a:t>0</a:t>
            </a:r>
            <a:r>
              <a:rPr lang="nl-BE" dirty="0"/>
              <a:t>)</a:t>
            </a: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39</a:t>
            </a:fld>
            <a:endParaRPr lang="en-GB" noProof="0" dirty="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F77AB7CD-D11D-46AD-A1C0-0B8AB13DA0DA}"/>
              </a:ext>
            </a:extLst>
          </p:cNvPr>
          <p:cNvCxnSpPr>
            <a:cxnSpLocks/>
          </p:cNvCxnSpPr>
          <p:nvPr/>
        </p:nvCxnSpPr>
        <p:spPr>
          <a:xfrm>
            <a:off x="15143083" y="6685423"/>
            <a:ext cx="1852863" cy="1212286"/>
          </a:xfrm>
          <a:prstGeom prst="line">
            <a:avLst/>
          </a:prstGeom>
          <a:ln w="31750">
            <a:solidFill>
              <a:srgbClr val="00336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al 14">
            <a:extLst>
              <a:ext uri="{FF2B5EF4-FFF2-40B4-BE49-F238E27FC236}">
                <a16:creationId xmlns:a16="http://schemas.microsoft.com/office/drawing/2014/main" id="{9416A202-B109-4020-B74B-B96FFC638D4B}"/>
              </a:ext>
            </a:extLst>
          </p:cNvPr>
          <p:cNvSpPr/>
          <p:nvPr/>
        </p:nvSpPr>
        <p:spPr>
          <a:xfrm>
            <a:off x="16370303" y="6504949"/>
            <a:ext cx="625643" cy="360949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F5DDE4C7-1F19-44D2-9B17-99DF6A1C96F0}"/>
              </a:ext>
            </a:extLst>
          </p:cNvPr>
          <p:cNvSpPr/>
          <p:nvPr/>
        </p:nvSpPr>
        <p:spPr>
          <a:xfrm>
            <a:off x="14818230" y="7472211"/>
            <a:ext cx="649706" cy="393031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71ED1D57-8ED4-4086-B1A0-430A41886BA7}"/>
              </a:ext>
            </a:extLst>
          </p:cNvPr>
          <p:cNvCxnSpPr>
            <a:stCxn id="17" idx="7"/>
            <a:endCxn id="15" idx="3"/>
          </p:cNvCxnSpPr>
          <p:nvPr/>
        </p:nvCxnSpPr>
        <p:spPr>
          <a:xfrm flipV="1">
            <a:off x="15372789" y="6813038"/>
            <a:ext cx="1089137" cy="716731"/>
          </a:xfrm>
          <a:prstGeom prst="line">
            <a:avLst/>
          </a:prstGeom>
          <a:ln w="31750">
            <a:solidFill>
              <a:srgbClr val="DC862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856175C-24F7-E8BF-C217-AD18B6AA3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A9D8103E-0B66-B95F-86F7-FFA60F9A7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301" y="2683016"/>
            <a:ext cx="6236197" cy="163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64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259453" cy="6864264"/>
          </a:xfrm>
        </p:spPr>
        <p:txBody>
          <a:bodyPr>
            <a:normAutofit/>
          </a:bodyPr>
          <a:lstStyle/>
          <a:p>
            <a:r>
              <a:rPr lang="nl-BE" b="1" dirty="0"/>
              <a:t>Stap 6: </a:t>
            </a:r>
            <a:r>
              <a:rPr lang="nl-BE" dirty="0"/>
              <a:t>Conclusie en rapportering</a:t>
            </a:r>
          </a:p>
          <a:p>
            <a:pPr lvl="1"/>
            <a:r>
              <a:rPr lang="nl-NL" dirty="0"/>
              <a:t>Vergeet niet de vrijheidsgraden te vermelden bij de correlatiecoëfficiënt (n – 2)</a:t>
            </a:r>
          </a:p>
          <a:p>
            <a:pPr lvl="1"/>
            <a:endParaRPr lang="nl-NL" sz="2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nl-NL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/>
            <a:r>
              <a:rPr lang="nl-BE" dirty="0"/>
              <a:t>“</a:t>
            </a:r>
            <a:r>
              <a:rPr lang="nl-NL" dirty="0"/>
              <a:t>Omwille van de kleine steekproefgrootte (n = 12) werd een </a:t>
            </a:r>
            <a:r>
              <a:rPr lang="nl-NL" dirty="0" err="1"/>
              <a:t>Kendall’s</a:t>
            </a:r>
            <a:r>
              <a:rPr lang="nl-NL" dirty="0"/>
              <a:t> </a:t>
            </a:r>
            <a:r>
              <a:rPr lang="nl-NL" dirty="0" err="1"/>
              <a:t>tau</a:t>
            </a:r>
            <a:r>
              <a:rPr lang="nl-NL" dirty="0"/>
              <a:t> correlatietoets gehanteerd om het </a:t>
            </a:r>
            <a:r>
              <a:rPr lang="nl-NL" dirty="0" err="1"/>
              <a:t>bivariate</a:t>
            </a:r>
            <a:r>
              <a:rPr lang="nl-NL" dirty="0"/>
              <a:t> verband tussen teamgevoel met je partner en moeilijkheden met ouderschap</a:t>
            </a:r>
            <a:r>
              <a:rPr lang="nl-BE" dirty="0"/>
              <a:t> te onderzoeken bij ouders </a:t>
            </a:r>
            <a:r>
              <a:rPr lang="nl-NL" dirty="0"/>
              <a:t>die minstens 3 kinderen jonger dan 14 bij zich hebben inwonen. De toets toont aan dat het verband niet significant is, met </a:t>
            </a:r>
            <a:r>
              <a:rPr lang="nl-NL" i="1" dirty="0" err="1"/>
              <a:t>τ</a:t>
            </a:r>
            <a:r>
              <a:rPr lang="nl-NL" i="1" baseline="-25000" dirty="0" err="1"/>
              <a:t>b</a:t>
            </a:r>
            <a:r>
              <a:rPr lang="nl-NL" dirty="0"/>
              <a:t>(10) = .12, </a:t>
            </a:r>
            <a:r>
              <a:rPr lang="nl-NL" i="1" dirty="0"/>
              <a:t>p</a:t>
            </a:r>
            <a:r>
              <a:rPr lang="nl-NL" dirty="0"/>
              <a:t> = .661”.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1: Verband Teamgevoel x Moeilijkheden ouderschap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72340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 </a:t>
            </a:r>
          </a:p>
        </p:txBody>
      </p:sp>
    </p:spTree>
    <p:extLst>
      <p:ext uri="{BB962C8B-B14F-4D97-AF65-F5344CB8AC3E}">
        <p14:creationId xmlns:p14="http://schemas.microsoft.com/office/powerpoint/2010/main" val="238202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Relstress x Eenzaamheid x CIUS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relatiestress (W2_Relstress1_1 t.e.m. W2_Relstress1_4), eenzaamheid (W2_Eenz1 t.e.m. W2_Eenz3) en compulsief internetgebruik (W2_CIUS1 t.e.m. W2_CIUS5)?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18008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Relstress x Eenzaamheid x CIUS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relatiestress (W2_Relstress1_1 t.e.m. W2_Relstress1_4), eenzaamheid (W2_Eenz1 t.e.m. W2_Eenz3) en compulsief internetgebruik (W2_CIUS1 t.e.m. W2_CIUS5)?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</a:p>
          <a:p>
            <a:pPr marL="1234350" lvl="1" indent="-514350">
              <a:buFont typeface="+mj-lt"/>
              <a:buAutoNum type="arabicPeriod"/>
            </a:pP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98546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Relstress x Eenzaamheid x CIUS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significant verband tussen relatiestress (W2_Relstress1_1 t.e.m. W2_Relstress1_4), eenzaamheid (W2_Eenz1 t.e.m. W2_Eenz3) en compulsief internetgebruik (W2_CIUS1 t.e.m. W2_CIUS5)?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Drie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Relatiestress: metrisch, bestaande uit 4 ordinale schaalitems </a:t>
            </a:r>
          </a:p>
          <a:p>
            <a:pPr lvl="2"/>
            <a:r>
              <a:rPr lang="nl-BE" dirty="0"/>
              <a:t>Eenzaamheid: metrisch, bestaande uit 3 ordinale schaalitems </a:t>
            </a:r>
          </a:p>
          <a:p>
            <a:pPr lvl="2"/>
            <a:r>
              <a:rPr lang="nl-BE" dirty="0"/>
              <a:t>Compulsief internetgebruik: metrisch, bestaande uit 5 ordinale schaalitems 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>
                <a:solidFill>
                  <a:srgbClr val="C00000"/>
                </a:solidFill>
              </a:rPr>
              <a:t>Geen onderscheid tussen afhankelijk en onafhankelijk</a:t>
            </a:r>
          </a:p>
          <a:p>
            <a:pPr lvl="2"/>
            <a:r>
              <a:rPr lang="nl-BE" u="sng" dirty="0">
                <a:solidFill>
                  <a:srgbClr val="C00000"/>
                </a:solidFill>
              </a:rPr>
              <a:t>Elk paar variabelen</a:t>
            </a:r>
            <a:r>
              <a:rPr lang="nl-BE" dirty="0">
                <a:solidFill>
                  <a:srgbClr val="C00000"/>
                </a:solidFill>
              </a:rPr>
              <a:t> wil je vergelijken met elkaar</a:t>
            </a: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94043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83559" y="536543"/>
            <a:ext cx="3843634" cy="52494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981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83559" y="536543"/>
            <a:ext cx="3843634" cy="52494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A60089BD-7999-4CAB-9801-44DBBCFFD570}"/>
              </a:ext>
            </a:extLst>
          </p:cNvPr>
          <p:cNvSpPr txBox="1"/>
          <p:nvPr/>
        </p:nvSpPr>
        <p:spPr>
          <a:xfrm>
            <a:off x="7087612" y="1940484"/>
            <a:ext cx="8967231" cy="1588705"/>
          </a:xfrm>
          <a:prstGeom prst="rect">
            <a:avLst/>
          </a:prstGeom>
          <a:solidFill>
            <a:schemeClr val="bg1"/>
          </a:solidFill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Enkelvoudige regressie of Pearson correlatie?</a:t>
            </a:r>
          </a:p>
          <a:p>
            <a:pPr marL="457200" marR="0" lvl="0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correlatie: 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want het gaat om </a:t>
            </a: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verbanden tussen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, niet om invloed/effect op</a:t>
            </a:r>
            <a:endParaRPr kumimoji="0" lang="nl-BE" sz="2800" b="0" i="0" u="sng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72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010700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12 frequentietabellen opvragen in totaal, hier 3 als voorbeeld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4CD0EFF-78A6-14A8-AC86-A7DC4A722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9" y="3956329"/>
            <a:ext cx="5180596" cy="2733591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F668DA70-E6F1-0FA7-3267-09E9EF62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27" y="4587727"/>
            <a:ext cx="7204435" cy="2896941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C0C9F2A3-8EE0-307A-0C28-6CBD212FE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542" y="3844604"/>
            <a:ext cx="6784133" cy="318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777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12 frequentietabellen opvragen in totaal, hier 3 als voorbeeld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4CD0EFF-78A6-14A8-AC86-A7DC4A722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9" y="3956329"/>
            <a:ext cx="5180596" cy="2733591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60C0FAC1-2F23-293F-B870-5FE33A3B7F5B}"/>
              </a:ext>
            </a:extLst>
          </p:cNvPr>
          <p:cNvSpPr/>
          <p:nvPr/>
        </p:nvSpPr>
        <p:spPr>
          <a:xfrm>
            <a:off x="2648244" y="7484668"/>
            <a:ext cx="12042186" cy="1938992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Veel </a:t>
            </a:r>
            <a:r>
              <a:rPr lang="nl-BE" sz="2400" dirty="0" err="1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missings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enkel respondenten in relatie en enkel respondenten die smartphone en sociale media hebben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Deze ordinale variabelen moeten we nog omzetten in een metrische schaalvariabele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F668DA70-E6F1-0FA7-3267-09E9EF62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27" y="4587727"/>
            <a:ext cx="7204435" cy="2896941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C0C9F2A3-8EE0-307A-0C28-6CBD212FE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542" y="3844604"/>
            <a:ext cx="6784133" cy="318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395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BE" sz="3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Opgave 2: Verband Relstress x Eenzaamheid x CIUS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50</a:t>
            </a:fld>
            <a:endParaRPr lang="en-GB" noProof="0" dirty="0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i="1" dirty="0"/>
              <a:t>Select Cases</a:t>
            </a:r>
            <a:endParaRPr lang="nl-BE" i="1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EFFCEE4-069B-8278-752B-5860239F1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800"/>
          <a:stretch/>
        </p:blipFill>
        <p:spPr>
          <a:xfrm>
            <a:off x="1025610" y="3515033"/>
            <a:ext cx="9114579" cy="201467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CA9E0A8-6C37-0EBD-7F84-E689299E0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917" y="5823732"/>
            <a:ext cx="6998472" cy="3150827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AD51FC06-456A-F711-AB5B-77B9B1129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8156" y="2014794"/>
            <a:ext cx="7117554" cy="2862006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295985B-7E30-FA30-1306-5099AA4ED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112" y="5939254"/>
            <a:ext cx="7188658" cy="2869944"/>
          </a:xfrm>
          <a:prstGeom prst="rect">
            <a:avLst/>
          </a:prstGeom>
        </p:spPr>
      </p:pic>
      <p:sp>
        <p:nvSpPr>
          <p:cNvPr id="17" name="Rechthoek 16">
            <a:extLst>
              <a:ext uri="{FF2B5EF4-FFF2-40B4-BE49-F238E27FC236}">
                <a16:creationId xmlns:a16="http://schemas.microsoft.com/office/drawing/2014/main" id="{49B859B0-F6A7-C57B-D738-73CA72B10E08}"/>
              </a:ext>
            </a:extLst>
          </p:cNvPr>
          <p:cNvSpPr/>
          <p:nvPr/>
        </p:nvSpPr>
        <p:spPr>
          <a:xfrm>
            <a:off x="12210453" y="4427014"/>
            <a:ext cx="1110131" cy="355052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518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BE" sz="3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Opgave 2: Verband Relstress x Eenzaamheid x CIUS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51</a:t>
            </a:fld>
            <a:endParaRPr lang="en-GB" noProof="0" dirty="0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i="1" dirty="0" err="1"/>
              <a:t>Compute</a:t>
            </a:r>
            <a:r>
              <a:rPr lang="nl-BE" b="1" i="1" dirty="0"/>
              <a:t> </a:t>
            </a:r>
          </a:p>
          <a:p>
            <a:pPr lvl="2"/>
            <a:r>
              <a:rPr lang="nl-BE" dirty="0"/>
              <a:t>Geen </a:t>
            </a:r>
            <a:r>
              <a:rPr lang="nl-BE" dirty="0" err="1"/>
              <a:t>recode</a:t>
            </a:r>
            <a:r>
              <a:rPr lang="nl-BE" dirty="0"/>
              <a:t> nodig, alle items staan in zelfde</a:t>
            </a:r>
            <a:br>
              <a:rPr lang="nl-BE" dirty="0"/>
            </a:br>
            <a:r>
              <a:rPr lang="nl-BE" dirty="0"/>
              <a:t>richting</a:t>
            </a:r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567A5D0-8004-AB7B-3546-BC4B075A1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003" y="4615247"/>
            <a:ext cx="11194909" cy="27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82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</a:t>
            </a: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</a:t>
            </a:r>
            <a:endParaRPr lang="nl-BE" b="1" dirty="0"/>
          </a:p>
          <a:p>
            <a:pPr marL="2393550" lvl="3" indent="-514350"/>
            <a:r>
              <a:rPr lang="nl-BE" dirty="0"/>
              <a:t>Beide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beide variabelen normaal verdeeld (of CLS: n &gt; 100)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Lineariteit: </a:t>
            </a:r>
            <a:r>
              <a:rPr lang="nl-BE" dirty="0"/>
              <a:t>beide variabelen hebben lineair verband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Homoscedasticiteit</a:t>
            </a:r>
          </a:p>
          <a:p>
            <a:pPr marL="2393550" lvl="3" indent="-514350"/>
            <a:r>
              <a:rPr lang="nl-BE" dirty="0"/>
              <a:t>Gelijke afwijkingen van alle datapunten t.o.v. best passende rechte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23590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= metrisch</a:t>
            </a:r>
            <a:r>
              <a:rPr lang="nl-BE" b="1" dirty="0"/>
              <a:t>: 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observaties:</a:t>
            </a:r>
            <a:r>
              <a:rPr lang="nl-BE" b="1" dirty="0"/>
              <a:t> oké</a:t>
            </a:r>
          </a:p>
          <a:p>
            <a:pPr marL="2393550" lvl="3" indent="-514350"/>
            <a:r>
              <a:rPr lang="nl-BE" dirty="0"/>
              <a:t>Beide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beide variabelen normaal verdeeld (of CLS: n &gt; 100)</a:t>
            </a:r>
            <a:r>
              <a:rPr lang="nl-BE" b="1" dirty="0"/>
              <a:t>: oké</a:t>
            </a:r>
            <a:endParaRPr lang="nl-BE" dirty="0"/>
          </a:p>
          <a:p>
            <a:pPr marL="2393550" lvl="3" indent="-514350"/>
            <a:r>
              <a:rPr lang="nl-BE" dirty="0"/>
              <a:t>n = 321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Lineariteit</a:t>
            </a:r>
            <a:r>
              <a:rPr lang="nl-BE" b="1" dirty="0"/>
              <a:t>: </a:t>
            </a:r>
            <a:r>
              <a:rPr lang="nl-BE" dirty="0"/>
              <a:t>beide variabelen hebben lineair verband</a:t>
            </a:r>
          </a:p>
          <a:p>
            <a:pPr marL="2393550" lvl="3" indent="-514350"/>
            <a:r>
              <a:rPr lang="nl-BE" b="1" dirty="0"/>
              <a:t>Controle via scatterplot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Homoscedasticiteit</a:t>
            </a:r>
          </a:p>
          <a:p>
            <a:pPr marL="2393550" lvl="3" indent="-514350"/>
            <a:r>
              <a:rPr lang="nl-BE" dirty="0"/>
              <a:t>Gelijke afwijkingen van alle datapunten t.o.v. best passende rechte</a:t>
            </a:r>
          </a:p>
          <a:p>
            <a:pPr marL="2393550" lvl="3" indent="-514350"/>
            <a:r>
              <a:rPr lang="nl-BE" b="1" dirty="0"/>
              <a:t>Controle via scatterplot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221945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Lineariteit</a:t>
            </a:r>
            <a:r>
              <a:rPr lang="nl-BE" b="1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nl-BE" dirty="0"/>
              <a:t>Correlaties tussen 3 variabelen </a:t>
            </a:r>
            <a:br>
              <a:rPr lang="nl-BE" dirty="0"/>
            </a:br>
            <a:r>
              <a:rPr lang="nl-BE" dirty="0"/>
              <a:t>= 3 correlatiecoëfficiënten, dus 3 scatterplots</a:t>
            </a:r>
          </a:p>
          <a:p>
            <a:pPr lvl="1"/>
            <a:r>
              <a:rPr lang="nl-BE" dirty="0"/>
              <a:t>Check ALLE scatterplots op duidelijke non-lineaire verbanden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54</a:t>
            </a:fld>
            <a:endParaRPr lang="en-GB" noProof="0" dirty="0"/>
          </a:p>
        </p:txBody>
      </p:sp>
      <p:pic>
        <p:nvPicPr>
          <p:cNvPr id="7" name="Afbeelding 27">
            <a:extLst>
              <a:ext uri="{FF2B5EF4-FFF2-40B4-BE49-F238E27FC236}">
                <a16:creationId xmlns:a16="http://schemas.microsoft.com/office/drawing/2014/main" id="{ACA786ED-F9BF-E58E-50A0-188098558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5053" y="4417867"/>
            <a:ext cx="5192968" cy="4707642"/>
          </a:xfrm>
          <a:prstGeom prst="rect">
            <a:avLst/>
          </a:prstGeom>
        </p:spPr>
      </p:pic>
      <p:pic>
        <p:nvPicPr>
          <p:cNvPr id="8" name="Afbeelding 5">
            <a:extLst>
              <a:ext uri="{FF2B5EF4-FFF2-40B4-BE49-F238E27FC236}">
                <a16:creationId xmlns:a16="http://schemas.microsoft.com/office/drawing/2014/main" id="{3CC37CC2-B108-87B0-08BE-6DAA7E72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237" y="4876800"/>
            <a:ext cx="3055428" cy="180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49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Lineariteit</a:t>
            </a:r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55</a:t>
            </a:fld>
            <a:endParaRPr lang="en-GB" noProof="0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258E83-974B-48F2-8F14-B1D94DB291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4164" y="7476692"/>
            <a:ext cx="6448432" cy="1482817"/>
          </a:xfrm>
        </p:spPr>
        <p:txBody>
          <a:bodyPr>
            <a:normAutofit/>
          </a:bodyPr>
          <a:lstStyle/>
          <a:p>
            <a:r>
              <a:rPr lang="nl-BE" sz="2400" b="1" dirty="0"/>
              <a:t>Geen duidelijk non-lineaire verbanden te zien: assumptie oké!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60FC699-8C4E-A724-EA8E-4F4A52912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6052" y="3310416"/>
            <a:ext cx="6572980" cy="387597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8703555-466A-6EA2-C42C-D5DFE0DC9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5951" y="1537300"/>
            <a:ext cx="7051976" cy="415843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831C7335-AB36-2061-2864-AD78C12DC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2596" y="5754123"/>
            <a:ext cx="6572980" cy="387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047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Homoscedasticiteit </a:t>
            </a:r>
            <a:br>
              <a:rPr lang="nl-BE" b="1" dirty="0"/>
            </a:br>
            <a:r>
              <a:rPr lang="nl-BE" b="1" dirty="0"/>
              <a:t>= </a:t>
            </a:r>
            <a:r>
              <a:rPr lang="nl-BE" dirty="0"/>
              <a:t>Gelijke afwijkingen van alle datapunten t.o.v. best passende rechte (via </a:t>
            </a:r>
            <a:r>
              <a:rPr lang="nl-BE" i="1" dirty="0"/>
              <a:t>Chart Editor)</a:t>
            </a:r>
          </a:p>
          <a:p>
            <a:pPr lvl="1"/>
            <a:r>
              <a:rPr lang="nl-BE" dirty="0"/>
              <a:t>Ga die rechte af van links naar rechts</a:t>
            </a:r>
          </a:p>
          <a:p>
            <a:pPr lvl="2"/>
            <a:r>
              <a:rPr lang="nl-BE" dirty="0"/>
              <a:t>Vormen de punten een rechthoek of smalle ovaal rond de rechte?</a:t>
            </a:r>
          </a:p>
          <a:p>
            <a:pPr lvl="3"/>
            <a:r>
              <a:rPr lang="nl-BE" b="1" dirty="0" err="1"/>
              <a:t>Homoscedastisch</a:t>
            </a:r>
            <a:r>
              <a:rPr lang="nl-BE" dirty="0"/>
              <a:t> </a:t>
            </a:r>
          </a:p>
          <a:p>
            <a:pPr lvl="2"/>
            <a:r>
              <a:rPr lang="nl-BE" dirty="0"/>
              <a:t>Wijken de punten af (soms dicht, soms ver)?</a:t>
            </a:r>
          </a:p>
          <a:p>
            <a:pPr lvl="3"/>
            <a:r>
              <a:rPr lang="nl-BE" b="1" dirty="0" err="1"/>
              <a:t>Heteroscedastisch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56</a:t>
            </a:fld>
            <a:endParaRPr lang="en-GB" noProof="0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E23E752-D067-4FB2-BEA0-72061C3D445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131" y="5828205"/>
            <a:ext cx="12596941" cy="3801896"/>
          </a:xfrm>
        </p:spPr>
      </p:pic>
    </p:spTree>
    <p:extLst>
      <p:ext uri="{BB962C8B-B14F-4D97-AF65-F5344CB8AC3E}">
        <p14:creationId xmlns:p14="http://schemas.microsoft.com/office/powerpoint/2010/main" val="2199206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Homoscedasticiteit</a:t>
            </a:r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57</a:t>
            </a:fld>
            <a:endParaRPr lang="en-GB" noProof="0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258E83-974B-48F2-8F14-B1D94DB291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4164" y="7476693"/>
            <a:ext cx="6448432" cy="1203844"/>
          </a:xfrm>
        </p:spPr>
        <p:txBody>
          <a:bodyPr>
            <a:normAutofit fontScale="92500" lnSpcReduction="10000"/>
          </a:bodyPr>
          <a:lstStyle/>
          <a:p>
            <a:r>
              <a:rPr lang="nl-BE" sz="2400" b="1" dirty="0"/>
              <a:t>Gelijke afwijkingen: assumptie oké!</a:t>
            </a:r>
          </a:p>
          <a:p>
            <a:pPr marL="429300" indent="-342900">
              <a:buFont typeface="Wingdings" panose="05000000000000000000" pitchFamily="2" charset="2"/>
              <a:buChar char="Ø"/>
            </a:pPr>
            <a:r>
              <a:rPr lang="nl-BE" sz="2400" dirty="0"/>
              <a:t>Bij Relstress x </a:t>
            </a:r>
            <a:r>
              <a:rPr lang="nl-BE" sz="2400" dirty="0" err="1"/>
              <a:t>Cius</a:t>
            </a:r>
            <a:r>
              <a:rPr lang="nl-BE" sz="2400" dirty="0"/>
              <a:t> kun je twijfelen, maar dat beschouwen we als oké</a:t>
            </a:r>
          </a:p>
          <a:p>
            <a:pPr marL="429300" indent="-342900">
              <a:buFont typeface="Arial" panose="020B0604020202020204" pitchFamily="34" charset="0"/>
              <a:buChar char="•"/>
            </a:pPr>
            <a:endParaRPr lang="nl-BE" sz="2400" b="1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60FC699-8C4E-A724-EA8E-4F4A52912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2" y="3310416"/>
            <a:ext cx="6572980" cy="387597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8703555-466A-6EA2-C42C-D5DFE0DC9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951" y="1537300"/>
            <a:ext cx="7051977" cy="415843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831C7335-AB36-2061-2864-AD78C12DC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596" y="5754123"/>
            <a:ext cx="6572980" cy="387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088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marL="720000" lvl="1" indent="0">
              <a:buNone/>
            </a:pP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135912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</a:t>
            </a:r>
          </a:p>
          <a:p>
            <a:pPr lvl="1"/>
            <a:r>
              <a:rPr lang="nl-BE" dirty="0"/>
              <a:t>In totaal 3 toetsen, dus 3 paar hypothesen, bv. relstress en CIUS: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Er is geen samenhang tussen relatiestress en compulsief internetgebruik: de 					correlatiecoëfficiënt tussen die twee variabelen is nul.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Relatiestress en compulsief internetgebruik hangen wel samen: de 									correlatiecoëfficiënt tussen die twee variabelen is groter of kleiner dan nul.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431618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4: </a:t>
            </a:r>
            <a:r>
              <a:rPr lang="nl-BE" dirty="0"/>
              <a:t>Significantieniveau bepalen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b="1" dirty="0"/>
              <a:t>Stap 5</a:t>
            </a:r>
            <a:r>
              <a:rPr lang="nl-BE" dirty="0"/>
              <a:t>: Toetsingsgrootheid en p-waarde berekenen</a:t>
            </a:r>
          </a:p>
          <a:p>
            <a:endParaRPr lang="nl-BE" dirty="0"/>
          </a:p>
          <a:p>
            <a:pPr lvl="1"/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735847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 dirty="0"/>
                  <a:t>Stap 4: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321, </a:t>
                </a:r>
                <a:r>
                  <a:rPr lang="nl-BE" b="1" dirty="0"/>
                  <a:t>dus hanteer .05</a:t>
                </a:r>
              </a:p>
              <a:p>
                <a:pPr lvl="2"/>
                <a:endParaRPr lang="nl-BE" b="1" dirty="0"/>
              </a:p>
              <a:p>
                <a:r>
                  <a:rPr lang="nl-BE" b="1" dirty="0"/>
                  <a:t>Stap 5</a:t>
                </a:r>
                <a:r>
                  <a:rPr lang="nl-BE" dirty="0"/>
                  <a:t>: Toetsingsgrootheid en p-waarde berekenen</a:t>
                </a:r>
              </a:p>
              <a:p>
                <a:pPr lvl="1"/>
                <a:r>
                  <a:rPr lang="nl-BE" dirty="0"/>
                  <a:t>Ook maat van effectgrootte!</a:t>
                </a:r>
              </a:p>
              <a:p>
                <a:pPr lvl="2"/>
                <a:r>
                  <a:rPr lang="nl-BE" b="1" dirty="0"/>
                  <a:t>Pearson correlatiecoëfficiënt zelf (r)</a:t>
                </a:r>
                <a:endParaRPr lang="nl-BE" dirty="0"/>
              </a:p>
              <a:p>
                <a:pPr marL="1306800" lvl="2" indent="0">
                  <a:buNone/>
                </a:pPr>
                <a:endParaRPr lang="nl-BE" b="1" dirty="0"/>
              </a:p>
              <a:p>
                <a:pPr lvl="1"/>
                <a:endParaRPr lang="nl-B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75D7908-8318-68C4-C4BE-77B10EC5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140" y="5818586"/>
            <a:ext cx="7673535" cy="381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708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FA8181DE-0D06-40F8-A69A-ED46C4E65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7525" y="2647579"/>
            <a:ext cx="8664707" cy="5653248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F7B1931C-7A57-4616-AE9E-07CD6D46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6" y="3215494"/>
            <a:ext cx="5953427" cy="4584373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Pearson correlatietoets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Correlate</a:t>
            </a:r>
            <a:r>
              <a:rPr lang="nl-BE" i="1" dirty="0"/>
              <a:t> ›› </a:t>
            </a:r>
            <a:r>
              <a:rPr lang="nl-BE" i="1" dirty="0" err="1"/>
              <a:t>Bivariate</a:t>
            </a:r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9CC1CFB6-59E5-4C44-8E41-51C238292A7F}"/>
              </a:ext>
            </a:extLst>
          </p:cNvPr>
          <p:cNvGrpSpPr/>
          <p:nvPr/>
        </p:nvGrpSpPr>
        <p:grpSpPr>
          <a:xfrm>
            <a:off x="5655405" y="6405562"/>
            <a:ext cx="1094875" cy="511615"/>
            <a:chOff x="11574378" y="2683042"/>
            <a:chExt cx="1094875" cy="511615"/>
          </a:xfrm>
        </p:grpSpPr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949FB1BE-2911-4514-A316-7801032DADD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B08CDE83-D5BE-4FDF-869D-8BD6F94E35AE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74848B95-A8B6-4190-8A76-5925125ED4B9}"/>
              </a:ext>
            </a:extLst>
          </p:cNvPr>
          <p:cNvGrpSpPr/>
          <p:nvPr/>
        </p:nvGrpSpPr>
        <p:grpSpPr>
          <a:xfrm>
            <a:off x="10219414" y="3642913"/>
            <a:ext cx="1094875" cy="511615"/>
            <a:chOff x="11574378" y="2683042"/>
            <a:chExt cx="1094875" cy="511615"/>
          </a:xfrm>
        </p:grpSpPr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565BC84-02AD-4630-86A9-2CE9B2A3F8D0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E2D8A236-B456-41BE-A57F-097C4DF3A0B4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</a:p>
          </p:txBody>
        </p:sp>
      </p:grpSp>
      <p:cxnSp>
        <p:nvCxnSpPr>
          <p:cNvPr id="16" name="Rechte verbindingslijn met pijl 18">
            <a:extLst>
              <a:ext uri="{FF2B5EF4-FFF2-40B4-BE49-F238E27FC236}">
                <a16:creationId xmlns:a16="http://schemas.microsoft.com/office/drawing/2014/main" id="{11B08AB0-D1EA-48C6-9877-20FEF54C6D59}"/>
              </a:ext>
            </a:extLst>
          </p:cNvPr>
          <p:cNvCxnSpPr>
            <a:cxnSpLocks/>
          </p:cNvCxnSpPr>
          <p:nvPr/>
        </p:nvCxnSpPr>
        <p:spPr>
          <a:xfrm flipV="1">
            <a:off x="9546023" y="3365100"/>
            <a:ext cx="1129513" cy="41606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ep 27">
            <a:extLst>
              <a:ext uri="{FF2B5EF4-FFF2-40B4-BE49-F238E27FC236}">
                <a16:creationId xmlns:a16="http://schemas.microsoft.com/office/drawing/2014/main" id="{934B43BD-5546-4994-9FB6-47934D7E33A3}"/>
              </a:ext>
            </a:extLst>
          </p:cNvPr>
          <p:cNvGrpSpPr/>
          <p:nvPr/>
        </p:nvGrpSpPr>
        <p:grpSpPr>
          <a:xfrm>
            <a:off x="7054276" y="6091388"/>
            <a:ext cx="1094875" cy="511615"/>
            <a:chOff x="11574378" y="2683042"/>
            <a:chExt cx="1094875" cy="511615"/>
          </a:xfrm>
        </p:grpSpPr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165D605A-8A68-4F7C-8A0B-47F10F197DE3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C9A025B-CEC7-454F-90F3-DCA3ABCD500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62</a:t>
            </a:fld>
            <a:endParaRPr lang="en-GB" noProof="0" dirty="0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20A981D7-A7E5-4D73-AF05-171DE94228AE}"/>
              </a:ext>
            </a:extLst>
          </p:cNvPr>
          <p:cNvGrpSpPr/>
          <p:nvPr/>
        </p:nvGrpSpPr>
        <p:grpSpPr>
          <a:xfrm>
            <a:off x="7054276" y="6830441"/>
            <a:ext cx="1094875" cy="511615"/>
            <a:chOff x="11574378" y="2683042"/>
            <a:chExt cx="1094875" cy="511615"/>
          </a:xfrm>
        </p:grpSpPr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77EFA0FA-57BE-4070-A1B8-7C47C0878EC6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3" name="Tekstvak 22">
              <a:extLst>
                <a:ext uri="{FF2B5EF4-FFF2-40B4-BE49-F238E27FC236}">
                  <a16:creationId xmlns:a16="http://schemas.microsoft.com/office/drawing/2014/main" id="{6C98EBB8-2D38-4B0B-AFDC-5374C81B9F7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9D5645BC-CD74-4587-95BD-3153464CB681}"/>
              </a:ext>
            </a:extLst>
          </p:cNvPr>
          <p:cNvGrpSpPr/>
          <p:nvPr/>
        </p:nvGrpSpPr>
        <p:grpSpPr>
          <a:xfrm>
            <a:off x="13431202" y="3131298"/>
            <a:ext cx="1094875" cy="511615"/>
            <a:chOff x="11574378" y="2683042"/>
            <a:chExt cx="1094875" cy="511615"/>
          </a:xfrm>
        </p:grpSpPr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642587EB-1F8F-4FDF-A3D4-AF6A3B9BA16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3" name="Tekstvak 32">
              <a:extLst>
                <a:ext uri="{FF2B5EF4-FFF2-40B4-BE49-F238E27FC236}">
                  <a16:creationId xmlns:a16="http://schemas.microsoft.com/office/drawing/2014/main" id="{DF89C584-8EA4-4ADF-BC95-D9606DF61BE7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</a:p>
          </p:txBody>
        </p:sp>
      </p:grp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63A32288-C4C1-4447-A089-D3F8C8A79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0294" y="5620647"/>
            <a:ext cx="3431312" cy="2778487"/>
          </a:xfrm>
          <a:prstGeom prst="rect">
            <a:avLst/>
          </a:prstGeom>
        </p:spPr>
      </p:pic>
      <p:grpSp>
        <p:nvGrpSpPr>
          <p:cNvPr id="34" name="Groep 33">
            <a:extLst>
              <a:ext uri="{FF2B5EF4-FFF2-40B4-BE49-F238E27FC236}">
                <a16:creationId xmlns:a16="http://schemas.microsoft.com/office/drawing/2014/main" id="{D0EEAA10-5DC1-40E2-85C0-1409FF8935F0}"/>
              </a:ext>
            </a:extLst>
          </p:cNvPr>
          <p:cNvGrpSpPr/>
          <p:nvPr/>
        </p:nvGrpSpPr>
        <p:grpSpPr>
          <a:xfrm>
            <a:off x="13384367" y="6229948"/>
            <a:ext cx="1094875" cy="511615"/>
            <a:chOff x="11574378" y="2683042"/>
            <a:chExt cx="1094875" cy="511615"/>
          </a:xfrm>
        </p:grpSpPr>
        <p:sp>
          <p:nvSpPr>
            <p:cNvPr id="35" name="Ovaal 34">
              <a:extLst>
                <a:ext uri="{FF2B5EF4-FFF2-40B4-BE49-F238E27FC236}">
                  <a16:creationId xmlns:a16="http://schemas.microsoft.com/office/drawing/2014/main" id="{F4B7E09D-F76E-4089-9FE9-5DDE8917DAC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6" name="Tekstvak 35">
              <a:extLst>
                <a:ext uri="{FF2B5EF4-FFF2-40B4-BE49-F238E27FC236}">
                  <a16:creationId xmlns:a16="http://schemas.microsoft.com/office/drawing/2014/main" id="{A9DC2DD8-6560-434D-B94E-4009C6A5AEF8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6</a:t>
              </a:r>
            </a:p>
          </p:txBody>
        </p:sp>
      </p:grpSp>
      <p:grpSp>
        <p:nvGrpSpPr>
          <p:cNvPr id="37" name="Groep 36">
            <a:extLst>
              <a:ext uri="{FF2B5EF4-FFF2-40B4-BE49-F238E27FC236}">
                <a16:creationId xmlns:a16="http://schemas.microsoft.com/office/drawing/2014/main" id="{7239A8AA-B6BD-49FF-9594-798708A97E6B}"/>
              </a:ext>
            </a:extLst>
          </p:cNvPr>
          <p:cNvGrpSpPr/>
          <p:nvPr/>
        </p:nvGrpSpPr>
        <p:grpSpPr>
          <a:xfrm>
            <a:off x="13787698" y="7856587"/>
            <a:ext cx="1094875" cy="511615"/>
            <a:chOff x="11574378" y="2683042"/>
            <a:chExt cx="1094875" cy="511615"/>
          </a:xfrm>
        </p:grpSpPr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05C90C61-8E25-41DD-90EF-E6305489030E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C3A46754-4415-4C8E-94C2-D9E8AAF33502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7</a:t>
              </a:r>
            </a:p>
          </p:txBody>
        </p:sp>
      </p:grpSp>
      <p:grpSp>
        <p:nvGrpSpPr>
          <p:cNvPr id="40" name="Groep 39">
            <a:extLst>
              <a:ext uri="{FF2B5EF4-FFF2-40B4-BE49-F238E27FC236}">
                <a16:creationId xmlns:a16="http://schemas.microsoft.com/office/drawing/2014/main" id="{DF39A32B-A882-4AED-8617-0431572FBF60}"/>
              </a:ext>
            </a:extLst>
          </p:cNvPr>
          <p:cNvGrpSpPr/>
          <p:nvPr/>
        </p:nvGrpSpPr>
        <p:grpSpPr>
          <a:xfrm>
            <a:off x="10075307" y="7990007"/>
            <a:ext cx="1094875" cy="511615"/>
            <a:chOff x="11574378" y="2683042"/>
            <a:chExt cx="1094875" cy="511615"/>
          </a:xfrm>
        </p:grpSpPr>
        <p:sp>
          <p:nvSpPr>
            <p:cNvPr id="41" name="Ovaal 40">
              <a:extLst>
                <a:ext uri="{FF2B5EF4-FFF2-40B4-BE49-F238E27FC236}">
                  <a16:creationId xmlns:a16="http://schemas.microsoft.com/office/drawing/2014/main" id="{71A0584F-AEE1-4E74-B50C-72249D86FA54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2" name="Tekstvak 41">
              <a:extLst>
                <a:ext uri="{FF2B5EF4-FFF2-40B4-BE49-F238E27FC236}">
                  <a16:creationId xmlns:a16="http://schemas.microsoft.com/office/drawing/2014/main" id="{6D7D66D7-B6E2-486F-99FB-5636C6DAD7C1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nl-BE" sz="2500" dirty="0">
                  <a:solidFill>
                    <a:srgbClr val="003366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8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688F1DE-A591-3BDF-0102-D5677FABE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70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marL="720000" lvl="1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63</a:t>
            </a:fld>
            <a:endParaRPr lang="en-GB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AB5FD0-7B2D-68C9-697C-B69C420C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EABFCD5F-E78D-617F-46A4-E27195FAC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75" y="2791667"/>
            <a:ext cx="8651883" cy="1895312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4665BE5-8DAB-E8D2-E987-30C5CC2EE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389" y="4871665"/>
            <a:ext cx="6749673" cy="21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476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5E6A6D79-994C-4E07-8B89-313F61B3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01108" y="2138458"/>
            <a:ext cx="8913785" cy="4417027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dirty="0"/>
              <a:t>Correlatietabel:</a:t>
            </a:r>
            <a:endParaRPr lang="nl-BE" dirty="0"/>
          </a:p>
          <a:p>
            <a:pPr lvl="1"/>
            <a:r>
              <a:rPr lang="nl-BE" dirty="0"/>
              <a:t>Significantie: geduid</a:t>
            </a:r>
            <a:br>
              <a:rPr lang="nl-BE" dirty="0"/>
            </a:br>
            <a:r>
              <a:rPr lang="nl-BE" dirty="0"/>
              <a:t>met asterisken (</a:t>
            </a:r>
            <a:r>
              <a:rPr lang="nl-BE" baseline="30000" dirty="0"/>
              <a:t>*</a:t>
            </a:r>
            <a:r>
              <a:rPr lang="nl-BE" dirty="0"/>
              <a:t>)</a:t>
            </a:r>
          </a:p>
          <a:p>
            <a:pPr lvl="2"/>
            <a:r>
              <a:rPr lang="nl-BE" b="1" dirty="0"/>
              <a:t>Allemaal </a:t>
            </a:r>
            <a:r>
              <a:rPr lang="nl-BE" b="1" dirty="0" err="1"/>
              <a:t>sign</a:t>
            </a:r>
            <a:r>
              <a:rPr lang="nl-BE" b="1" dirty="0"/>
              <a:t>. vanwege </a:t>
            </a:r>
            <a:br>
              <a:rPr lang="nl-BE" b="1" dirty="0"/>
            </a:br>
            <a:r>
              <a:rPr lang="nl-BE" b="1" dirty="0"/>
              <a:t>grote steekproef</a:t>
            </a:r>
          </a:p>
          <a:p>
            <a:pPr lvl="2"/>
            <a:r>
              <a:rPr lang="nl-BE" dirty="0"/>
              <a:t>Allemaal lage correlaties </a:t>
            </a:r>
            <a:br>
              <a:rPr lang="nl-BE" dirty="0"/>
            </a:br>
            <a:r>
              <a:rPr lang="nl-BE" dirty="0"/>
              <a:t>weliswaar</a:t>
            </a: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64</a:t>
            </a:fld>
            <a:endParaRPr lang="en-GB" noProof="0" dirty="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F77AB7CD-D11D-46AD-A1C0-0B8AB13DA0DA}"/>
              </a:ext>
            </a:extLst>
          </p:cNvPr>
          <p:cNvCxnSpPr>
            <a:cxnSpLocks/>
          </p:cNvCxnSpPr>
          <p:nvPr/>
        </p:nvCxnSpPr>
        <p:spPr>
          <a:xfrm>
            <a:off x="13144092" y="3273436"/>
            <a:ext cx="3651322" cy="2449794"/>
          </a:xfrm>
          <a:prstGeom prst="line">
            <a:avLst/>
          </a:prstGeom>
          <a:ln w="31750">
            <a:solidFill>
              <a:srgbClr val="00336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al 14">
            <a:extLst>
              <a:ext uri="{FF2B5EF4-FFF2-40B4-BE49-F238E27FC236}">
                <a16:creationId xmlns:a16="http://schemas.microsoft.com/office/drawing/2014/main" id="{9416A202-B109-4020-B74B-B96FFC638D4B}"/>
              </a:ext>
            </a:extLst>
          </p:cNvPr>
          <p:cNvSpPr/>
          <p:nvPr/>
        </p:nvSpPr>
        <p:spPr>
          <a:xfrm>
            <a:off x="14371312" y="3092962"/>
            <a:ext cx="625643" cy="360949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F5DDE4C7-1F19-44D2-9B17-99DF6A1C96F0}"/>
              </a:ext>
            </a:extLst>
          </p:cNvPr>
          <p:cNvSpPr/>
          <p:nvPr/>
        </p:nvSpPr>
        <p:spPr>
          <a:xfrm>
            <a:off x="12819239" y="4060224"/>
            <a:ext cx="649706" cy="393031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71ED1D57-8ED4-4086-B1A0-430A41886BA7}"/>
              </a:ext>
            </a:extLst>
          </p:cNvPr>
          <p:cNvCxnSpPr>
            <a:stCxn id="17" idx="7"/>
            <a:endCxn id="15" idx="3"/>
          </p:cNvCxnSpPr>
          <p:nvPr/>
        </p:nvCxnSpPr>
        <p:spPr>
          <a:xfrm flipV="1">
            <a:off x="13373798" y="3401051"/>
            <a:ext cx="1089137" cy="716731"/>
          </a:xfrm>
          <a:prstGeom prst="line">
            <a:avLst/>
          </a:prstGeom>
          <a:ln w="31750">
            <a:solidFill>
              <a:srgbClr val="DC862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hoek 20">
            <a:extLst>
              <a:ext uri="{FF2B5EF4-FFF2-40B4-BE49-F238E27FC236}">
                <a16:creationId xmlns:a16="http://schemas.microsoft.com/office/drawing/2014/main" id="{2F73656A-1191-4CA1-88EF-3B5508A1740B}"/>
              </a:ext>
            </a:extLst>
          </p:cNvPr>
          <p:cNvSpPr/>
          <p:nvPr/>
        </p:nvSpPr>
        <p:spPr>
          <a:xfrm>
            <a:off x="8201493" y="6144912"/>
            <a:ext cx="4738062" cy="369527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6175C-24F7-E8BF-C217-AD18B6AA3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676" y="9350534"/>
            <a:ext cx="7502217" cy="21323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45D4D8B2-2754-18D2-94B5-EEBF7B311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487" y="5853114"/>
            <a:ext cx="5856685" cy="290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915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144163" cy="6864264"/>
          </a:xfrm>
        </p:spPr>
        <p:txBody>
          <a:bodyPr>
            <a:normAutofit/>
          </a:bodyPr>
          <a:lstStyle/>
          <a:p>
            <a:r>
              <a:rPr lang="nl-BE" b="1" dirty="0"/>
              <a:t>Stap 6: </a:t>
            </a:r>
            <a:r>
              <a:rPr lang="nl-BE" dirty="0"/>
              <a:t>Conclusie en rapportering</a:t>
            </a:r>
          </a:p>
          <a:p>
            <a:pPr lvl="1"/>
            <a:r>
              <a:rPr lang="nl-NL" dirty="0"/>
              <a:t>Vergeet niet de vrijheidsgraden te vermelden bij de correlatiecoëfficiënt (n – 2)</a:t>
            </a:r>
          </a:p>
          <a:p>
            <a:pPr marL="720000" lvl="1" indent="0">
              <a:buNone/>
            </a:pPr>
            <a:endParaRPr lang="nl-BE" dirty="0"/>
          </a:p>
          <a:p>
            <a:pPr marL="720000" lvl="1" indent="0" algn="just">
              <a:buNone/>
            </a:pPr>
            <a:r>
              <a:rPr lang="nl-BE" dirty="0"/>
              <a:t>“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Aan de hand van Pearson correlatietoetsen werd het verband onderzocht tussen relatiestress (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 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2.09, 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 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1.03), eenzaamheid (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 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3.04, 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 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1.00) en compulsief internetgebruik (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 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2.41, 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 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0.76). Alle correlatiecoëfficiënten tussen deze variabelen zijn laag, maar significant (</a:t>
            </a:r>
            <a:r>
              <a:rPr lang="nl-BE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nl-B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&lt; .001). 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correlatie tussen relatiestress en eenzaamheid is het hoogst (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(319) = .34), gevolgd door die tussen eenzaamheid en compulsief internetgebruik (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(319) = .23) en tot slot die tussen relatiestress en compulsief internetgebruik (</a:t>
            </a:r>
            <a:r>
              <a:rPr lang="nl-BE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nl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(319) = .20).”</a:t>
            </a:r>
            <a:endParaRPr lang="nl-N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600" dirty="0"/>
              <a:t>Opgave 2: Verband Relstress x Eenzaamheid x CIUS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15085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Extra Opgave voor thuis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6</a:t>
            </a:r>
          </a:p>
        </p:txBody>
      </p:sp>
    </p:spTree>
    <p:extLst>
      <p:ext uri="{BB962C8B-B14F-4D97-AF65-F5344CB8AC3E}">
        <p14:creationId xmlns:p14="http://schemas.microsoft.com/office/powerpoint/2010/main" val="33772175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bij ouders een significant verband tussen relatiestress (W2_Relstress1_1 t.e.m. W2_Relstress1_4) en eenzaamheid (W2_Eenz1 t.e.m. W2_Eenz3), </a:t>
            </a:r>
            <a:r>
              <a:rPr lang="nl-NL" u="sng" dirty="0"/>
              <a:t>gecontroleerd voor</a:t>
            </a:r>
            <a:r>
              <a:rPr lang="nl-NL" dirty="0"/>
              <a:t> het aantal kinderen in het huishouden (W2_RESID)? </a:t>
            </a:r>
          </a:p>
          <a:p>
            <a:r>
              <a:rPr lang="nl-NL" dirty="0"/>
              <a:t>Filter hiervoor eerst op mensen in een relatie (W2_Relatiestatus = 1), ouders (W2_Ouder = 1) en mensen die niet alleen wonen (W2_RESID01 &gt; 1).</a:t>
            </a:r>
          </a:p>
          <a:p>
            <a:pPr marL="86400" indent="0">
              <a:buNone/>
            </a:pPr>
            <a:endParaRPr lang="nl-BE" sz="2800" dirty="0">
              <a:solidFill>
                <a:srgbClr val="00336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2"/>
            <a:endParaRPr lang="nl-BE" dirty="0">
              <a:solidFill>
                <a:srgbClr val="C00000"/>
              </a:solidFill>
            </a:endParaRP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702286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bij ouders een significant verband tussen relatiestress (W2_Relstress1_1 t.e.m. W2_Relstress1_4) en eenzaamheid (W2_Eenz1 t.e.m. W2_Eenz3), </a:t>
            </a:r>
            <a:r>
              <a:rPr lang="nl-NL" u="sng" dirty="0"/>
              <a:t>gecontroleerd voor</a:t>
            </a:r>
            <a:r>
              <a:rPr lang="nl-NL" dirty="0"/>
              <a:t> het aantal kinderen in het huishouden (</a:t>
            </a:r>
            <a:r>
              <a:rPr lang="nl-BE" dirty="0"/>
              <a:t>W2_RESID02, W2_RESID03 en W2_RESID04</a:t>
            </a:r>
            <a:r>
              <a:rPr lang="nl-NL" dirty="0"/>
              <a:t>)? </a:t>
            </a:r>
          </a:p>
          <a:p>
            <a:r>
              <a:rPr lang="nl-NL" dirty="0"/>
              <a:t>Filter hiervoor eerst op mensen in een relatie (W2_Relatiestatus = 1), ouders (W2_Ouder = 1) en mensen die niet alleen wonen (W2_RESID01 &gt; 1).</a:t>
            </a:r>
          </a:p>
          <a:p>
            <a:pPr marL="86400" indent="0">
              <a:buNone/>
            </a:pPr>
            <a:endParaRPr lang="nl-BE" sz="2800" dirty="0">
              <a:solidFill>
                <a:srgbClr val="00336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2"/>
            <a:endParaRPr lang="nl-BE" dirty="0">
              <a:solidFill>
                <a:srgbClr val="C00000"/>
              </a:solidFill>
            </a:endParaRP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68</a:t>
            </a:fld>
            <a:endParaRPr lang="en-GB" noProof="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B1073E1-FA5F-8228-D973-949B6257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66" y="5806693"/>
            <a:ext cx="10526862" cy="228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686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bij ouders een significant verband tussen relatiestress (W2_Relstress1_1 t.e.m. W2_Relstress1_4) en eenzaamheid (W2_Eenz1 t.e.m. W2_Eenz3), </a:t>
            </a:r>
            <a:r>
              <a:rPr lang="nl-NL" u="sng" dirty="0"/>
              <a:t>gecontroleerd voor</a:t>
            </a:r>
            <a:r>
              <a:rPr lang="nl-NL" dirty="0"/>
              <a:t> het aantal kinderen in het huishouden (</a:t>
            </a:r>
            <a:r>
              <a:rPr lang="nl-BE" dirty="0"/>
              <a:t>W2_RESID02, W2_RESID03 en W2_RESID04</a:t>
            </a:r>
            <a:r>
              <a:rPr lang="nl-NL" dirty="0"/>
              <a:t>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endParaRPr lang="nl-BE" dirty="0"/>
          </a:p>
          <a:p>
            <a:pPr marL="1234350" lvl="1" indent="-514350">
              <a:buFont typeface="+mj-lt"/>
              <a:buAutoNum type="arabicPeriod"/>
            </a:pPr>
            <a:endParaRPr lang="nl-BE" b="1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endParaRPr lang="nl-BE" dirty="0">
              <a:solidFill>
                <a:srgbClr val="C00000"/>
              </a:solidFill>
            </a:endParaRP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84183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 fontScale="92500"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bij ouders een significant verband tussen relatiestress (W2_Relstress1_1 t.e.m. W2_Relstress1_4) en eenzaamheid (W2_Eenz1 t.e.m. W2_Eenz3), </a:t>
            </a:r>
            <a:r>
              <a:rPr lang="nl-NL" u="sng" dirty="0"/>
              <a:t>gecontroleerd voor</a:t>
            </a:r>
            <a:r>
              <a:rPr lang="nl-NL" dirty="0"/>
              <a:t> het aantal kinderen in het huishouden (</a:t>
            </a:r>
            <a:r>
              <a:rPr lang="nl-BE" dirty="0"/>
              <a:t>W2_RESID02, W2_RESID03 en W2_RESID04</a:t>
            </a:r>
            <a:r>
              <a:rPr lang="nl-NL" dirty="0"/>
              <a:t>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Drie variabelen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Relatiestress: metrisch, bestaande uit 4 ordinale schaalitems </a:t>
            </a:r>
          </a:p>
          <a:p>
            <a:pPr lvl="2"/>
            <a:r>
              <a:rPr lang="nl-BE" dirty="0"/>
              <a:t>Eenzaamheid: metrisch, bestaande uit 3 ordinale schaalitems </a:t>
            </a:r>
          </a:p>
          <a:p>
            <a:pPr lvl="2"/>
            <a:r>
              <a:rPr lang="nl-BE" dirty="0"/>
              <a:t>Aantal kinderen: metrisch, bestaande uit W2_RESID02 + W2_RESID03 + W2_RESID04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>
                <a:solidFill>
                  <a:srgbClr val="C00000"/>
                </a:solidFill>
              </a:rPr>
              <a:t>Geen onderscheid tussen afhankelijk/onafhankelijk bij relstress en eenzaamheid</a:t>
            </a:r>
          </a:p>
          <a:p>
            <a:pPr lvl="2"/>
            <a:r>
              <a:rPr lang="nl-BE" dirty="0">
                <a:solidFill>
                  <a:srgbClr val="C00000"/>
                </a:solidFill>
              </a:rPr>
              <a:t>Aantal kinderen = covariaat </a:t>
            </a:r>
            <a:r>
              <a:rPr lang="nl-BE" sz="28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≈ extra onafhankelijke variabele (zie H2)</a:t>
            </a:r>
          </a:p>
          <a:p>
            <a:pPr lvl="2"/>
            <a:endParaRPr lang="nl-BE" dirty="0">
              <a:solidFill>
                <a:srgbClr val="C00000"/>
              </a:solidFill>
            </a:endParaRPr>
          </a:p>
          <a:p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2360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75765" y="2606267"/>
            <a:ext cx="3843634" cy="443444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4481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 dirty="0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solidFill>
              <a:srgbClr val="F0834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 dirty="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 dirty="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One-way independent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Partiële 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repeated measures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Two</a:t>
                      </a:r>
                      <a:r>
                        <a:rPr lang="nl-BE" sz="900" dirty="0"/>
                        <a:t>-way mixed ANOVA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ANCOVA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Bootstrapped</a:t>
                      </a:r>
                      <a:r>
                        <a:rPr lang="nl-BE" sz="900" dirty="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 err="1"/>
                        <a:t>Kendall’s</a:t>
                      </a:r>
                      <a:r>
                        <a:rPr lang="nl-BE" sz="900" dirty="0"/>
                        <a:t> </a:t>
                      </a:r>
                      <a:r>
                        <a:rPr lang="nl-BE" sz="900" dirty="0" err="1"/>
                        <a:t>Tau</a:t>
                      </a:r>
                      <a:r>
                        <a:rPr lang="nl-BE" sz="900" dirty="0"/>
                        <a:t> correlatietoets</a:t>
                      </a:r>
                    </a:p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Mc </a:t>
                      </a:r>
                      <a:r>
                        <a:rPr lang="nl-BE" sz="900" dirty="0" err="1"/>
                        <a:t>Nemar‘s</a:t>
                      </a:r>
                      <a:r>
                        <a:rPr lang="nl-BE" sz="900" dirty="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Cochran’s</a:t>
                      </a:r>
                      <a:r>
                        <a:rPr lang="nl-BE" sz="900" dirty="0"/>
                        <a:t> Q ( &gt;2 = groepen)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dirty="0"/>
                        <a:t>Chi-kwadraat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Fisher’s</a:t>
                      </a:r>
                      <a:r>
                        <a:rPr lang="nl-BE" sz="900" dirty="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Wilcoxon rangtekentoets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Mann-</a:t>
                      </a:r>
                      <a:r>
                        <a:rPr lang="nl-BE" sz="900" dirty="0" err="1"/>
                        <a:t>Whitney</a:t>
                      </a:r>
                      <a:r>
                        <a:rPr lang="nl-BE" sz="900" dirty="0"/>
                        <a:t> toets 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Friedman 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Kruskal</a:t>
                      </a:r>
                      <a:r>
                        <a:rPr lang="nl-BE" sz="900" dirty="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 err="1"/>
                        <a:t>Spearman</a:t>
                      </a:r>
                      <a:r>
                        <a:rPr lang="nl-BE" sz="900" dirty="0"/>
                        <a:t> rangcorrelatietoets</a:t>
                      </a:r>
                      <a:endParaRPr lang="nl-BE" sz="900" dirty="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 dirty="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dirty="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175765" y="2606267"/>
            <a:ext cx="3843634" cy="443444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A60089BD-7999-4CAB-9801-44DBBCFFD570}"/>
              </a:ext>
            </a:extLst>
          </p:cNvPr>
          <p:cNvSpPr txBox="1"/>
          <p:nvPr/>
        </p:nvSpPr>
        <p:spPr>
          <a:xfrm>
            <a:off x="6437512" y="4644361"/>
            <a:ext cx="9617331" cy="2105769"/>
          </a:xfrm>
          <a:prstGeom prst="rect">
            <a:avLst/>
          </a:prstGeom>
          <a:solidFill>
            <a:schemeClr val="bg1"/>
          </a:solidFill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Covariaat ≈ extra onafhankelijke variabele (zie H2)</a:t>
            </a:r>
          </a:p>
          <a:p>
            <a:pPr marL="457200" marR="0" lvl="0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Meervoudige regressie of partiële correlatie?</a:t>
            </a:r>
          </a:p>
          <a:p>
            <a:pPr marL="1107384" marR="0" lvl="1" indent="-457200" algn="l" defTabSz="130036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nl-BE" sz="28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Partiële correlatie: 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want het gaat om </a:t>
            </a:r>
            <a:r>
              <a:rPr kumimoji="0" lang="nl-BE" sz="2800" b="0" i="0" u="sng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verband tussen</a:t>
            </a:r>
            <a:r>
              <a: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, niet om invloed/effect op</a:t>
            </a:r>
            <a:endParaRPr kumimoji="0" lang="nl-BE" sz="2800" b="0" i="0" u="sng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11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617059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10 frequentietabellen opvragen in totaal, hier enkele als voorbeeld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F668DA70-E6F1-0FA7-3267-09E9EF62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070" y="3638604"/>
            <a:ext cx="6039005" cy="2428316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C0C9F2A3-8EE0-307A-0C28-6CBD212FE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8679" y="3817040"/>
            <a:ext cx="5206953" cy="207878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0A57096-FED6-23C0-BD01-B8A85FE3B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73154" y="3817040"/>
            <a:ext cx="5238451" cy="251059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BF325C07-2A8D-A05E-977A-3C0A050F8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4621" y="6408151"/>
            <a:ext cx="5206954" cy="201559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B12913A1-AA6B-2814-5F8C-32B380F08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1574" y="6349315"/>
            <a:ext cx="5519636" cy="239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626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10 frequentietabellen opvragen in totaal, hier enkele als voorbeeld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F668DA70-E6F1-0FA7-3267-09E9EF62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070" y="3638604"/>
            <a:ext cx="6039005" cy="2428316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C0C9F2A3-8EE0-307A-0C28-6CBD212FE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8679" y="3817040"/>
            <a:ext cx="5206953" cy="207878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0A57096-FED6-23C0-BD01-B8A85FE3B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73154" y="3817040"/>
            <a:ext cx="5238451" cy="251059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BF325C07-2A8D-A05E-977A-3C0A050F8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4621" y="6408151"/>
            <a:ext cx="5206954" cy="201559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B12913A1-AA6B-2814-5F8C-32B380F08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1574" y="6349315"/>
            <a:ext cx="5519636" cy="2390994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0D3F0BC1-5268-F648-F667-D20C60802E5F}"/>
              </a:ext>
            </a:extLst>
          </p:cNvPr>
          <p:cNvSpPr/>
          <p:nvPr/>
        </p:nvSpPr>
        <p:spPr>
          <a:xfrm>
            <a:off x="2331720" y="5397856"/>
            <a:ext cx="12229231" cy="1200329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ordinale items moeten we nog omzetten in metrische schaalvariabelen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Aantal kinderen in totaal moet nog berekend worden</a:t>
            </a:r>
          </a:p>
        </p:txBody>
      </p:sp>
    </p:spTree>
    <p:extLst>
      <p:ext uri="{BB962C8B-B14F-4D97-AF65-F5344CB8AC3E}">
        <p14:creationId xmlns:p14="http://schemas.microsoft.com/office/powerpoint/2010/main" val="28307909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z="3600" b="1" i="0" u="none" strike="noStrike" kern="1200" cap="sm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Opgave 3: Gecontroleerd Verband Relstress x Eenzaamheid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76</a:t>
            </a:fld>
            <a:endParaRPr lang="en-GB" noProof="0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63FEE13-4088-18BF-76E0-D6B19E3DD5A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i="1" dirty="0" err="1"/>
              <a:t>Compute</a:t>
            </a:r>
            <a:endParaRPr lang="nl-BE" i="1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1219D1E-9DD1-7BD9-A5F9-9726FBFE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88" y="3120364"/>
            <a:ext cx="6496957" cy="2553056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32D81509-A06A-3713-C66C-D58B6330D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31" y="5873698"/>
            <a:ext cx="6082481" cy="2957151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9FD7A398-9999-D317-C009-9888BD5F3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437" y="1670062"/>
            <a:ext cx="4907004" cy="3968568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8196079F-C7FE-5F50-78DD-D15589C6D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528" y="3807453"/>
            <a:ext cx="4907003" cy="48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98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</a:t>
            </a:r>
            <a:r>
              <a:rPr lang="nl-BE" u="sng" dirty="0"/>
              <a:t>en de covariaat </a:t>
            </a:r>
            <a:r>
              <a:rPr lang="nl-BE" dirty="0"/>
              <a:t>= metrisch</a:t>
            </a:r>
            <a:endParaRPr lang="nl-BE" b="1" dirty="0">
              <a:solidFill>
                <a:srgbClr val="5D9CC7"/>
              </a:solidFill>
            </a:endParaRP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</a:t>
            </a:r>
            <a:endParaRPr lang="nl-BE" b="1" dirty="0">
              <a:solidFill>
                <a:srgbClr val="5D9CC7"/>
              </a:solidFill>
            </a:endParaRPr>
          </a:p>
          <a:p>
            <a:pPr marL="2393550" lvl="3" indent="-514350"/>
            <a:r>
              <a:rPr lang="nl-BE" u="sng" dirty="0"/>
              <a:t>Alle</a:t>
            </a:r>
            <a:r>
              <a:rPr lang="nl-BE" dirty="0"/>
              <a:t>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</a:t>
            </a:r>
            <a:r>
              <a:rPr lang="nl-BE" u="sng" dirty="0"/>
              <a:t>alle</a:t>
            </a:r>
            <a:r>
              <a:rPr lang="nl-BE" dirty="0"/>
              <a:t> variabelen normaal verdeeld (of CLS: n &gt; 100)</a:t>
            </a:r>
            <a:endParaRPr lang="nl-BE" dirty="0">
              <a:solidFill>
                <a:srgbClr val="5D9CC7"/>
              </a:solidFill>
            </a:endParaRPr>
          </a:p>
          <a:p>
            <a:pPr marL="1821150" lvl="2" indent="-514350">
              <a:buFont typeface="+mj-lt"/>
              <a:buAutoNum type="arabicPeriod"/>
            </a:pP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Lineariteit: </a:t>
            </a:r>
            <a:r>
              <a:rPr lang="nl-BE" u="sng" dirty="0"/>
              <a:t>alle</a:t>
            </a:r>
            <a:r>
              <a:rPr lang="nl-BE" dirty="0"/>
              <a:t> variabelen hebben lineair verband</a:t>
            </a:r>
          </a:p>
          <a:p>
            <a:pPr marL="1821150" lvl="2" indent="-514350">
              <a:buFont typeface="+mj-lt"/>
              <a:buAutoNum type="arabicPeriod"/>
            </a:pPr>
            <a:endParaRPr lang="nl-BE" b="1" dirty="0"/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Homoscedasticiteit</a:t>
            </a:r>
          </a:p>
          <a:p>
            <a:pPr marL="2393550" lvl="3" indent="-514350"/>
            <a:r>
              <a:rPr lang="nl-BE" dirty="0"/>
              <a:t>Gelijke afwijkingen van alle datapunten t.o.v. best passende rechte</a:t>
            </a:r>
          </a:p>
          <a:p>
            <a:pPr marL="1879200" lvl="3" indent="0">
              <a:buNone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057079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2: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Beide variabelen </a:t>
            </a:r>
            <a:r>
              <a:rPr lang="nl-BE" u="sng" dirty="0"/>
              <a:t>en de covariaat </a:t>
            </a:r>
            <a:r>
              <a:rPr lang="nl-BE" dirty="0"/>
              <a:t>= metrisch</a:t>
            </a:r>
            <a:r>
              <a:rPr lang="nl-BE" b="1" dirty="0"/>
              <a:t>: </a:t>
            </a:r>
            <a:r>
              <a:rPr lang="nl-BE" b="1" dirty="0">
                <a:solidFill>
                  <a:srgbClr val="5D9CC7"/>
                </a:solidFill>
              </a:rPr>
              <a:t>oké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Gepaarde observaties:</a:t>
            </a:r>
            <a:r>
              <a:rPr lang="nl-BE" b="1" dirty="0"/>
              <a:t> </a:t>
            </a:r>
            <a:r>
              <a:rPr lang="nl-BE" b="1" dirty="0">
                <a:solidFill>
                  <a:srgbClr val="5D9CC7"/>
                </a:solidFill>
              </a:rPr>
              <a:t>oké</a:t>
            </a:r>
          </a:p>
          <a:p>
            <a:pPr marL="2393550" lvl="3" indent="-514350"/>
            <a:r>
              <a:rPr lang="nl-BE" u="sng" dirty="0"/>
              <a:t>Alle</a:t>
            </a:r>
            <a:r>
              <a:rPr lang="nl-BE" dirty="0"/>
              <a:t> variabelen bij zelfde onderzoekseenheden gemeten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</a:t>
            </a:r>
            <a:r>
              <a:rPr lang="nl-BE" u="sng" dirty="0"/>
              <a:t>alle</a:t>
            </a:r>
            <a:r>
              <a:rPr lang="nl-BE" dirty="0"/>
              <a:t> variabelen normaal verdeeld (of CLS: n &gt; 100)</a:t>
            </a:r>
            <a:r>
              <a:rPr lang="nl-BE" b="1" dirty="0"/>
              <a:t>: </a:t>
            </a:r>
            <a:r>
              <a:rPr lang="nl-BE" b="1" dirty="0">
                <a:solidFill>
                  <a:srgbClr val="5D9CC7"/>
                </a:solidFill>
              </a:rPr>
              <a:t>oké</a:t>
            </a:r>
            <a:endParaRPr lang="nl-BE" dirty="0">
              <a:solidFill>
                <a:srgbClr val="5D9CC7"/>
              </a:solidFill>
            </a:endParaRPr>
          </a:p>
          <a:p>
            <a:pPr marL="2393550" lvl="3" indent="-514350"/>
            <a:r>
              <a:rPr lang="nl-BE" dirty="0"/>
              <a:t>n = 176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Lineariteit: </a:t>
            </a:r>
            <a:r>
              <a:rPr lang="nl-BE" u="sng" dirty="0"/>
              <a:t>alle</a:t>
            </a:r>
            <a:r>
              <a:rPr lang="nl-BE" dirty="0"/>
              <a:t> variabelen hebben lineair verband</a:t>
            </a:r>
          </a:p>
          <a:p>
            <a:pPr marL="2393550" lvl="3" indent="-514350"/>
            <a:r>
              <a:rPr lang="nl-BE" dirty="0">
                <a:solidFill>
                  <a:srgbClr val="5D9CC7"/>
                </a:solidFill>
              </a:rPr>
              <a:t>Controle via scatterplots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Homoscedasticiteit</a:t>
            </a:r>
          </a:p>
          <a:p>
            <a:pPr marL="2393550" lvl="3" indent="-514350"/>
            <a:r>
              <a:rPr lang="nl-BE" dirty="0"/>
              <a:t>Gelijke afwijkingen van alle datapunten t.o.v. best passende rechte</a:t>
            </a:r>
          </a:p>
          <a:p>
            <a:pPr marL="2393550" lvl="3" indent="-514350"/>
            <a:r>
              <a:rPr lang="nl-BE" dirty="0">
                <a:solidFill>
                  <a:srgbClr val="5D9CC7"/>
                </a:solidFill>
              </a:rPr>
              <a:t>Controle via scatterplots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350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Lineariteit</a:t>
            </a:r>
            <a:r>
              <a:rPr lang="nl-BE" b="1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nl-BE" dirty="0"/>
              <a:t>Lineair verband nodig tussen de variabelen enerzijds,</a:t>
            </a:r>
            <a:br>
              <a:rPr lang="nl-BE" dirty="0"/>
            </a:br>
            <a:r>
              <a:rPr lang="nl-BE" dirty="0"/>
              <a:t>en tussen elke variabele en de covariaat anderzijds </a:t>
            </a:r>
          </a:p>
          <a:p>
            <a:pPr lvl="2"/>
            <a:r>
              <a:rPr lang="nl-BE" dirty="0"/>
              <a:t>Dus 3 scatterplots</a:t>
            </a:r>
          </a:p>
          <a:p>
            <a:pPr lvl="1"/>
            <a:r>
              <a:rPr lang="nl-BE" dirty="0"/>
              <a:t>Check ALLE scatterplots op duidelijke non-lineaire verbanden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79</a:t>
            </a:fld>
            <a:endParaRPr lang="en-GB" noProof="0" dirty="0"/>
          </a:p>
        </p:txBody>
      </p:sp>
      <p:pic>
        <p:nvPicPr>
          <p:cNvPr id="7" name="Afbeelding 27">
            <a:extLst>
              <a:ext uri="{FF2B5EF4-FFF2-40B4-BE49-F238E27FC236}">
                <a16:creationId xmlns:a16="http://schemas.microsoft.com/office/drawing/2014/main" id="{ACA786ED-F9BF-E58E-50A0-188098558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5605" y="4876800"/>
            <a:ext cx="5192968" cy="4707642"/>
          </a:xfrm>
          <a:prstGeom prst="rect">
            <a:avLst/>
          </a:prstGeom>
        </p:spPr>
      </p:pic>
      <p:pic>
        <p:nvPicPr>
          <p:cNvPr id="8" name="Afbeelding 5">
            <a:extLst>
              <a:ext uri="{FF2B5EF4-FFF2-40B4-BE49-F238E27FC236}">
                <a16:creationId xmlns:a16="http://schemas.microsoft.com/office/drawing/2014/main" id="{3CC37CC2-B108-87B0-08BE-6DAA7E72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999" y="6329019"/>
            <a:ext cx="3055428" cy="1803203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D644D774-72DE-5BF0-0BF1-B09475E96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853" y="5531534"/>
            <a:ext cx="5630061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038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Lineariteit</a:t>
            </a:r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80</a:t>
            </a:fld>
            <a:endParaRPr lang="en-GB" noProof="0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258E83-974B-48F2-8F14-B1D94DB291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4164" y="7476692"/>
            <a:ext cx="6448432" cy="1482817"/>
          </a:xfrm>
        </p:spPr>
        <p:txBody>
          <a:bodyPr>
            <a:normAutofit/>
          </a:bodyPr>
          <a:lstStyle/>
          <a:p>
            <a:r>
              <a:rPr lang="nl-BE" sz="2400" b="1" dirty="0"/>
              <a:t>Geen duidelijk non-lineaire verbanden te zien: assumptie oké!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60FC699-8C4E-A724-EA8E-4F4A52912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6053" y="3310416"/>
            <a:ext cx="6572978" cy="3875977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0B7BAD52-AFF4-1EDA-C1D8-AFCA64B5B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67799" y="1816273"/>
            <a:ext cx="6572980" cy="3875978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8CC6DDC1-F9BC-DB38-5222-2FF1E763F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015" y="5663623"/>
            <a:ext cx="6726453" cy="396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292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Homoscedasticiteit </a:t>
            </a:r>
            <a:br>
              <a:rPr lang="nl-BE" b="1" dirty="0"/>
            </a:br>
            <a:r>
              <a:rPr lang="nl-BE" b="1" dirty="0"/>
              <a:t>= </a:t>
            </a:r>
            <a:r>
              <a:rPr lang="nl-BE" dirty="0"/>
              <a:t>Gelijke afwijkingen van alle datapunten t.o.v. best passende rechte (via </a:t>
            </a:r>
            <a:r>
              <a:rPr lang="nl-BE" i="1" dirty="0"/>
              <a:t>Chart Editor)</a:t>
            </a:r>
          </a:p>
          <a:p>
            <a:pPr lvl="1"/>
            <a:r>
              <a:rPr lang="nl-BE" dirty="0"/>
              <a:t>Ga die rechte af van links naar rechts</a:t>
            </a:r>
          </a:p>
          <a:p>
            <a:pPr lvl="2"/>
            <a:r>
              <a:rPr lang="nl-BE" dirty="0"/>
              <a:t>Vormen de punten een rechthoek of smalle ovaal rond de rechte?</a:t>
            </a:r>
          </a:p>
          <a:p>
            <a:pPr lvl="3"/>
            <a:r>
              <a:rPr lang="nl-BE" b="1" dirty="0" err="1"/>
              <a:t>Homoscedastisch</a:t>
            </a:r>
            <a:r>
              <a:rPr lang="nl-BE" dirty="0"/>
              <a:t> </a:t>
            </a:r>
          </a:p>
          <a:p>
            <a:pPr lvl="2"/>
            <a:r>
              <a:rPr lang="nl-BE" dirty="0"/>
              <a:t>Wijken de punten af (soms dicht, soms ver)?</a:t>
            </a:r>
          </a:p>
          <a:p>
            <a:pPr lvl="3"/>
            <a:r>
              <a:rPr lang="nl-BE" b="1" dirty="0" err="1"/>
              <a:t>Heteroscedastisch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81</a:t>
            </a:fld>
            <a:endParaRPr lang="en-GB" noProof="0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E23E752-D067-4FB2-BEA0-72061C3D445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131" y="5828205"/>
            <a:ext cx="12596941" cy="3801896"/>
          </a:xfrm>
        </p:spPr>
      </p:pic>
    </p:spTree>
    <p:extLst>
      <p:ext uri="{BB962C8B-B14F-4D97-AF65-F5344CB8AC3E}">
        <p14:creationId xmlns:p14="http://schemas.microsoft.com/office/powerpoint/2010/main" val="21830578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Homoscedasticiteit</a:t>
            </a:r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82</a:t>
            </a:fld>
            <a:endParaRPr lang="en-GB" noProof="0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258E83-974B-48F2-8F14-B1D94DB291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4164" y="7476693"/>
            <a:ext cx="6448432" cy="1203844"/>
          </a:xfrm>
        </p:spPr>
        <p:txBody>
          <a:bodyPr>
            <a:normAutofit fontScale="85000" lnSpcReduction="10000"/>
          </a:bodyPr>
          <a:lstStyle/>
          <a:p>
            <a:r>
              <a:rPr lang="nl-BE" sz="2400" b="1" dirty="0"/>
              <a:t>Gelijke afwijkingen: assumptie oké!</a:t>
            </a:r>
          </a:p>
          <a:p>
            <a:pPr marL="429300" indent="-342900">
              <a:buFont typeface="Wingdings" panose="05000000000000000000" pitchFamily="2" charset="2"/>
              <a:buChar char="Ø"/>
            </a:pPr>
            <a:r>
              <a:rPr lang="nl-BE" sz="2400" dirty="0"/>
              <a:t>Door uitschieter met 5 kinderen kun je twijfelen, maar is niet dusdanig afwijkend</a:t>
            </a:r>
          </a:p>
          <a:p>
            <a:pPr marL="429300" indent="-342900">
              <a:buFont typeface="Arial" panose="020B0604020202020204" pitchFamily="34" charset="0"/>
              <a:buChar char="•"/>
            </a:pPr>
            <a:endParaRPr lang="nl-BE" sz="2400" b="1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60FC699-8C4E-A724-EA8E-4F4A52912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6052" y="3310416"/>
            <a:ext cx="6572980" cy="387597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8703555-466A-6EA2-C42C-D5DFE0DC9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5951" y="1537300"/>
            <a:ext cx="7051976" cy="415843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831C7335-AB36-2061-2864-AD78C12DC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2596" y="5754123"/>
            <a:ext cx="6572980" cy="387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467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marL="720000" lvl="1" indent="0">
              <a:buNone/>
            </a:pP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790464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Er is geen samenhang tussen relatiestress en eenzaamheid, gecontroleerd voor 				het aantal kinderen: de correlatiecoëfficiënt tussen die twee variabelen is nul.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Relatiestress en eenzaamheid hangen wel samen, gecontroleerd voor het aantal 				kinderen: de correlatiecoëfficiënt tussen die twee variabelen is groter of kleiner 				dan nul.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514264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4: </a:t>
            </a:r>
            <a:r>
              <a:rPr lang="nl-BE" dirty="0"/>
              <a:t>Significantieniveau bepalen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b="1" dirty="0"/>
              <a:t>Stap 5</a:t>
            </a:r>
            <a:r>
              <a:rPr lang="nl-BE" dirty="0"/>
              <a:t>: Toetsingsgrootheid en p-waarde berekenen</a:t>
            </a:r>
          </a:p>
          <a:p>
            <a:endParaRPr lang="nl-BE" dirty="0"/>
          </a:p>
          <a:p>
            <a:pPr lvl="1"/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830742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 dirty="0"/>
                  <a:t>Stap 4: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176, </a:t>
                </a:r>
                <a:r>
                  <a:rPr lang="nl-BE" b="1" dirty="0"/>
                  <a:t>dus hanteer .05</a:t>
                </a:r>
              </a:p>
              <a:p>
                <a:pPr lvl="2"/>
                <a:endParaRPr lang="nl-BE" b="1" dirty="0"/>
              </a:p>
              <a:p>
                <a:r>
                  <a:rPr lang="nl-BE" b="1" dirty="0"/>
                  <a:t>Stap 5</a:t>
                </a:r>
                <a:r>
                  <a:rPr lang="nl-BE" dirty="0"/>
                  <a:t>: Toetsingsgrootheid en p-waarde berekenen</a:t>
                </a:r>
              </a:p>
              <a:p>
                <a:pPr lvl="1"/>
                <a:r>
                  <a:rPr lang="nl-BE" dirty="0"/>
                  <a:t>Ook maat van effectgrootte!</a:t>
                </a:r>
              </a:p>
              <a:p>
                <a:pPr lvl="2"/>
                <a:r>
                  <a:rPr lang="nl-BE" b="1" dirty="0"/>
                  <a:t>Partiële (Pearson) correlatiecoëfficiënt zelf (r)</a:t>
                </a:r>
                <a:endParaRPr lang="nl-BE" dirty="0"/>
              </a:p>
              <a:p>
                <a:pPr marL="1306800" lvl="2" indent="0">
                  <a:buNone/>
                </a:pPr>
                <a:endParaRPr lang="nl-BE" b="1" dirty="0"/>
              </a:p>
              <a:p>
                <a:pPr lvl="1"/>
                <a:endParaRPr lang="nl-B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75D7908-8318-68C4-C4BE-77B10EC5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306" y="6515526"/>
            <a:ext cx="6270300" cy="311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226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Partiële correlatietoets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Correlate</a:t>
            </a:r>
            <a:r>
              <a:rPr lang="nl-BE" i="1" dirty="0"/>
              <a:t> ›› </a:t>
            </a:r>
            <a:r>
              <a:rPr lang="nl-BE" i="1" dirty="0" err="1"/>
              <a:t>Partial</a:t>
            </a:r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A8181DE-0D06-40F8-A69A-ED46C4E65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78230" y="2788213"/>
            <a:ext cx="6159067" cy="4652726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F7B1931C-7A57-4616-AE9E-07CD6D46A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71" y="3215494"/>
            <a:ext cx="5932256" cy="4584373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9CC1CFB6-59E5-4C44-8E41-51C238292A7F}"/>
              </a:ext>
            </a:extLst>
          </p:cNvPr>
          <p:cNvGrpSpPr/>
          <p:nvPr/>
        </p:nvGrpSpPr>
        <p:grpSpPr>
          <a:xfrm>
            <a:off x="5504864" y="6715116"/>
            <a:ext cx="1094875" cy="511615"/>
            <a:chOff x="11574378" y="2683042"/>
            <a:chExt cx="1094875" cy="511615"/>
          </a:xfrm>
        </p:grpSpPr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949FB1BE-2911-4514-A316-7801032DADD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B08CDE83-D5BE-4FDF-869D-8BD6F94E35AE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</p:grpSp>
      <p:grpSp>
        <p:nvGrpSpPr>
          <p:cNvPr id="13" name="Groep 12">
            <a:extLst>
              <a:ext uri="{FF2B5EF4-FFF2-40B4-BE49-F238E27FC236}">
                <a16:creationId xmlns:a16="http://schemas.microsoft.com/office/drawing/2014/main" id="{74848B95-A8B6-4190-8A76-5925125ED4B9}"/>
              </a:ext>
            </a:extLst>
          </p:cNvPr>
          <p:cNvGrpSpPr/>
          <p:nvPr/>
        </p:nvGrpSpPr>
        <p:grpSpPr>
          <a:xfrm>
            <a:off x="9584531" y="4354942"/>
            <a:ext cx="1094875" cy="511615"/>
            <a:chOff x="11574378" y="2683042"/>
            <a:chExt cx="1094875" cy="511615"/>
          </a:xfrm>
        </p:grpSpPr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6565BC84-02AD-4630-86A9-2CE9B2A3F8D0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E2D8A236-B456-41BE-A57F-097C4DF3A0B4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2</a:t>
              </a:r>
            </a:p>
          </p:txBody>
        </p:sp>
      </p:grpSp>
      <p:cxnSp>
        <p:nvCxnSpPr>
          <p:cNvPr id="16" name="Rechte verbindingslijn met pijl 18">
            <a:extLst>
              <a:ext uri="{FF2B5EF4-FFF2-40B4-BE49-F238E27FC236}">
                <a16:creationId xmlns:a16="http://schemas.microsoft.com/office/drawing/2014/main" id="{11B08AB0-D1EA-48C6-9877-20FEF54C6D59}"/>
              </a:ext>
            </a:extLst>
          </p:cNvPr>
          <p:cNvCxnSpPr>
            <a:cxnSpLocks/>
          </p:cNvCxnSpPr>
          <p:nvPr/>
        </p:nvCxnSpPr>
        <p:spPr>
          <a:xfrm flipV="1">
            <a:off x="9019775" y="4152591"/>
            <a:ext cx="1129513" cy="416060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ep 27">
            <a:extLst>
              <a:ext uri="{FF2B5EF4-FFF2-40B4-BE49-F238E27FC236}">
                <a16:creationId xmlns:a16="http://schemas.microsoft.com/office/drawing/2014/main" id="{934B43BD-5546-4994-9FB6-47934D7E33A3}"/>
              </a:ext>
            </a:extLst>
          </p:cNvPr>
          <p:cNvGrpSpPr/>
          <p:nvPr/>
        </p:nvGrpSpPr>
        <p:grpSpPr>
          <a:xfrm>
            <a:off x="6974705" y="5973130"/>
            <a:ext cx="1094875" cy="511615"/>
            <a:chOff x="11574378" y="2683042"/>
            <a:chExt cx="1094875" cy="511615"/>
          </a:xfrm>
        </p:grpSpPr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165D605A-8A68-4F7C-8A0B-47F10F197DE3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C9A025B-CEC7-454F-90F3-DCA3ABCD500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3</a:t>
              </a:r>
            </a:p>
          </p:txBody>
        </p:sp>
      </p:grp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20A981D7-A7E5-4D73-AF05-171DE94228AE}"/>
              </a:ext>
            </a:extLst>
          </p:cNvPr>
          <p:cNvGrpSpPr/>
          <p:nvPr/>
        </p:nvGrpSpPr>
        <p:grpSpPr>
          <a:xfrm>
            <a:off x="6974705" y="6451227"/>
            <a:ext cx="1094875" cy="511615"/>
            <a:chOff x="11574378" y="2683042"/>
            <a:chExt cx="1094875" cy="511615"/>
          </a:xfrm>
        </p:grpSpPr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77EFA0FA-57BE-4070-A1B8-7C47C0878EC6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kstvak 22">
              <a:extLst>
                <a:ext uri="{FF2B5EF4-FFF2-40B4-BE49-F238E27FC236}">
                  <a16:creationId xmlns:a16="http://schemas.microsoft.com/office/drawing/2014/main" id="{6C98EBB8-2D38-4B0B-AFDC-5374C81B9F73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4</a:t>
              </a: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9D5645BC-CD74-4587-95BD-3153464CB681}"/>
              </a:ext>
            </a:extLst>
          </p:cNvPr>
          <p:cNvGrpSpPr/>
          <p:nvPr/>
        </p:nvGrpSpPr>
        <p:grpSpPr>
          <a:xfrm>
            <a:off x="12036266" y="3264048"/>
            <a:ext cx="1094875" cy="511615"/>
            <a:chOff x="11574378" y="2683042"/>
            <a:chExt cx="1094875" cy="511615"/>
          </a:xfrm>
        </p:grpSpPr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642587EB-1F8F-4FDF-A3D4-AF6A3B9BA16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Tekstvak 32">
              <a:extLst>
                <a:ext uri="{FF2B5EF4-FFF2-40B4-BE49-F238E27FC236}">
                  <a16:creationId xmlns:a16="http://schemas.microsoft.com/office/drawing/2014/main" id="{DF89C584-8EA4-4ADF-BC95-D9606DF61BE7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5</a:t>
              </a:r>
            </a:p>
          </p:txBody>
        </p:sp>
      </p:grp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3C563EF9-E2A2-4861-B7E8-EFB6F760270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63A32288-C4C1-4447-A089-D3F8C8A79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6546" y="4439869"/>
            <a:ext cx="3481730" cy="3522334"/>
          </a:xfrm>
          <a:prstGeom prst="rect">
            <a:avLst/>
          </a:prstGeom>
        </p:spPr>
      </p:pic>
      <p:grpSp>
        <p:nvGrpSpPr>
          <p:cNvPr id="34" name="Groep 33">
            <a:extLst>
              <a:ext uri="{FF2B5EF4-FFF2-40B4-BE49-F238E27FC236}">
                <a16:creationId xmlns:a16="http://schemas.microsoft.com/office/drawing/2014/main" id="{D0EEAA10-5DC1-40E2-85C0-1409FF8935F0}"/>
              </a:ext>
            </a:extLst>
          </p:cNvPr>
          <p:cNvGrpSpPr/>
          <p:nvPr/>
        </p:nvGrpSpPr>
        <p:grpSpPr>
          <a:xfrm>
            <a:off x="13523195" y="5488638"/>
            <a:ext cx="1094875" cy="511615"/>
            <a:chOff x="11574378" y="2683042"/>
            <a:chExt cx="1094875" cy="511615"/>
          </a:xfrm>
        </p:grpSpPr>
        <p:sp>
          <p:nvSpPr>
            <p:cNvPr id="35" name="Ovaal 34">
              <a:extLst>
                <a:ext uri="{FF2B5EF4-FFF2-40B4-BE49-F238E27FC236}">
                  <a16:creationId xmlns:a16="http://schemas.microsoft.com/office/drawing/2014/main" id="{F4B7E09D-F76E-4089-9FE9-5DDE8917DAC7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Tekstvak 35">
              <a:extLst>
                <a:ext uri="{FF2B5EF4-FFF2-40B4-BE49-F238E27FC236}">
                  <a16:creationId xmlns:a16="http://schemas.microsoft.com/office/drawing/2014/main" id="{A9DC2DD8-6560-434D-B94E-4009C6A5AEF8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6</a:t>
              </a:r>
            </a:p>
          </p:txBody>
        </p:sp>
      </p:grpSp>
      <p:grpSp>
        <p:nvGrpSpPr>
          <p:cNvPr id="37" name="Groep 36">
            <a:extLst>
              <a:ext uri="{FF2B5EF4-FFF2-40B4-BE49-F238E27FC236}">
                <a16:creationId xmlns:a16="http://schemas.microsoft.com/office/drawing/2014/main" id="{7239A8AA-B6BD-49FF-9594-798708A97E6B}"/>
              </a:ext>
            </a:extLst>
          </p:cNvPr>
          <p:cNvGrpSpPr/>
          <p:nvPr/>
        </p:nvGrpSpPr>
        <p:grpSpPr>
          <a:xfrm>
            <a:off x="13726970" y="7077398"/>
            <a:ext cx="1094875" cy="511615"/>
            <a:chOff x="11574378" y="2683042"/>
            <a:chExt cx="1094875" cy="511615"/>
          </a:xfrm>
        </p:grpSpPr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05C90C61-8E25-41DD-90EF-E6305489030E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C3A46754-4415-4C8E-94C2-D9E8AAF33502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7</a:t>
              </a:r>
            </a:p>
          </p:txBody>
        </p:sp>
      </p:grpSp>
      <p:grpSp>
        <p:nvGrpSpPr>
          <p:cNvPr id="40" name="Groep 39">
            <a:extLst>
              <a:ext uri="{FF2B5EF4-FFF2-40B4-BE49-F238E27FC236}">
                <a16:creationId xmlns:a16="http://schemas.microsoft.com/office/drawing/2014/main" id="{DF39A32B-A882-4AED-8617-0431572FBF60}"/>
              </a:ext>
            </a:extLst>
          </p:cNvPr>
          <p:cNvGrpSpPr/>
          <p:nvPr/>
        </p:nvGrpSpPr>
        <p:grpSpPr>
          <a:xfrm>
            <a:off x="9054413" y="7103674"/>
            <a:ext cx="1094875" cy="511615"/>
            <a:chOff x="11574378" y="2683042"/>
            <a:chExt cx="1094875" cy="511615"/>
          </a:xfrm>
        </p:grpSpPr>
        <p:sp>
          <p:nvSpPr>
            <p:cNvPr id="41" name="Ovaal 40">
              <a:extLst>
                <a:ext uri="{FF2B5EF4-FFF2-40B4-BE49-F238E27FC236}">
                  <a16:creationId xmlns:a16="http://schemas.microsoft.com/office/drawing/2014/main" id="{71A0584F-AEE1-4E74-B50C-72249D86FA54}"/>
                </a:ext>
              </a:extLst>
            </p:cNvPr>
            <p:cNvSpPr/>
            <p:nvPr/>
          </p:nvSpPr>
          <p:spPr>
            <a:xfrm>
              <a:off x="11574378" y="2767238"/>
              <a:ext cx="403331" cy="403331"/>
            </a:xfrm>
            <a:prstGeom prst="ellipse">
              <a:avLst/>
            </a:prstGeom>
            <a:solidFill>
              <a:schemeClr val="accent2"/>
            </a:solidFill>
            <a:ln w="31750">
              <a:solidFill>
                <a:srgbClr val="D678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25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Tekstvak 41">
              <a:extLst>
                <a:ext uri="{FF2B5EF4-FFF2-40B4-BE49-F238E27FC236}">
                  <a16:creationId xmlns:a16="http://schemas.microsoft.com/office/drawing/2014/main" id="{6D7D66D7-B6E2-486F-99FB-5636C6DAD7C1}"/>
                </a:ext>
              </a:extLst>
            </p:cNvPr>
            <p:cNvSpPr txBox="1"/>
            <p:nvPr/>
          </p:nvSpPr>
          <p:spPr>
            <a:xfrm>
              <a:off x="11586411" y="2683042"/>
              <a:ext cx="1082842" cy="511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300368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2500" b="0" i="0" u="none" strike="noStrike" kern="120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8</a:t>
              </a:r>
            </a:p>
          </p:txBody>
        </p:sp>
      </p:grpSp>
      <p:cxnSp>
        <p:nvCxnSpPr>
          <p:cNvPr id="43" name="Rechte verbindingslijn met pijl 18">
            <a:extLst>
              <a:ext uri="{FF2B5EF4-FFF2-40B4-BE49-F238E27FC236}">
                <a16:creationId xmlns:a16="http://schemas.microsoft.com/office/drawing/2014/main" id="{DD9932FC-EC12-4AE4-979A-2F61D4370E55}"/>
              </a:ext>
            </a:extLst>
          </p:cNvPr>
          <p:cNvCxnSpPr>
            <a:cxnSpLocks/>
          </p:cNvCxnSpPr>
          <p:nvPr/>
        </p:nvCxnSpPr>
        <p:spPr>
          <a:xfrm>
            <a:off x="9019775" y="4792221"/>
            <a:ext cx="1118210" cy="290017"/>
          </a:xfrm>
          <a:prstGeom prst="straightConnector1">
            <a:avLst/>
          </a:prstGeom>
          <a:ln w="57150">
            <a:solidFill>
              <a:srgbClr val="D6780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11">
            <a:extLst>
              <a:ext uri="{FF2B5EF4-FFF2-40B4-BE49-F238E27FC236}">
                <a16:creationId xmlns:a16="http://schemas.microsoft.com/office/drawing/2014/main" id="{02DDB02D-54B9-9B56-5996-37573AA72738}"/>
              </a:ext>
            </a:extLst>
          </p:cNvPr>
          <p:cNvSpPr txBox="1">
            <a:spLocks/>
          </p:cNvSpPr>
          <p:nvPr/>
        </p:nvSpPr>
        <p:spPr>
          <a:xfrm>
            <a:off x="14308125" y="2920739"/>
            <a:ext cx="2846568" cy="143916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>
            <a:lvl1pPr marL="8640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/>
              <a:defRPr sz="24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4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4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4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Zero-order = gewone Pearson correlatie toets, zonder invloed van covariaat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D6D2FD-3860-DA50-6C8C-42681375D4F6}"/>
              </a:ext>
            </a:extLst>
          </p:cNvPr>
          <p:cNvCxnSpPr>
            <a:cxnSpLocks/>
          </p:cNvCxnSpPr>
          <p:nvPr/>
        </p:nvCxnSpPr>
        <p:spPr>
          <a:xfrm flipH="1">
            <a:off x="14678108" y="4354942"/>
            <a:ext cx="476318" cy="1419557"/>
          </a:xfrm>
          <a:prstGeom prst="straightConnector1">
            <a:avLst/>
          </a:prstGeom>
          <a:ln w="31750">
            <a:solidFill>
              <a:srgbClr val="1E64C8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9357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marL="720000" lvl="1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88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ABFCD5F-E78D-617F-46A4-E27195FAC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6775" y="2819693"/>
            <a:ext cx="8651883" cy="183926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4665BE5-8DAB-E8D2-E987-30C5CC2EE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56389" y="4871665"/>
            <a:ext cx="6749673" cy="216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75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5E6A6D79-994C-4E07-8B89-313F61B3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84" y="1687826"/>
            <a:ext cx="10553791" cy="6377948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Correlatietabel in twee delen</a:t>
            </a:r>
          </a:p>
          <a:p>
            <a:r>
              <a:rPr lang="nl-BE" dirty="0"/>
              <a:t>Bovenaan:</a:t>
            </a:r>
          </a:p>
          <a:p>
            <a:pPr lvl="1"/>
            <a:r>
              <a:rPr lang="nl-BE" dirty="0"/>
              <a:t>Pearson correlatietoetsen</a:t>
            </a:r>
            <a:br>
              <a:rPr lang="nl-BE" dirty="0"/>
            </a:br>
            <a:r>
              <a:rPr lang="nl-BE" dirty="0"/>
              <a:t>tussen de drie variabelen</a:t>
            </a:r>
          </a:p>
          <a:p>
            <a:pPr lvl="1"/>
            <a:r>
              <a:rPr lang="nl-BE" dirty="0"/>
              <a:t>Zonder covariaat</a:t>
            </a: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89</a:t>
            </a:fld>
            <a:endParaRPr lang="en-GB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31949EB6-5237-4B95-BD60-439BBBCD9699}"/>
              </a:ext>
            </a:extLst>
          </p:cNvPr>
          <p:cNvSpPr/>
          <p:nvPr/>
        </p:nvSpPr>
        <p:spPr>
          <a:xfrm>
            <a:off x="13315511" y="3657598"/>
            <a:ext cx="1118938" cy="673770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ijdelijke aanduiding voor inhoud 11">
            <a:extLst>
              <a:ext uri="{FF2B5EF4-FFF2-40B4-BE49-F238E27FC236}">
                <a16:creationId xmlns:a16="http://schemas.microsoft.com/office/drawing/2014/main" id="{D4256363-4799-2C4F-23DC-E9C403161A5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756605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5E6A6D79-994C-4E07-8B89-313F61B3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84" y="1687826"/>
            <a:ext cx="10553791" cy="6377948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Correlatietabel in twee delen</a:t>
            </a:r>
          </a:p>
          <a:p>
            <a:r>
              <a:rPr lang="nl-BE" dirty="0"/>
              <a:t>Bovenaan:</a:t>
            </a:r>
          </a:p>
          <a:p>
            <a:pPr lvl="1"/>
            <a:r>
              <a:rPr lang="nl-BE" dirty="0"/>
              <a:t>Pearson correlatietoetsen</a:t>
            </a:r>
            <a:br>
              <a:rPr lang="nl-BE" dirty="0"/>
            </a:br>
            <a:r>
              <a:rPr lang="nl-BE" dirty="0"/>
              <a:t>tussen de drie variabelen</a:t>
            </a:r>
          </a:p>
          <a:p>
            <a:pPr lvl="1"/>
            <a:r>
              <a:rPr lang="nl-BE" dirty="0"/>
              <a:t>Zonder covariaat</a:t>
            </a:r>
          </a:p>
          <a:p>
            <a:r>
              <a:rPr lang="nl-BE" dirty="0"/>
              <a:t>Onderaan:</a:t>
            </a:r>
          </a:p>
          <a:p>
            <a:pPr lvl="1"/>
            <a:r>
              <a:rPr lang="nl-BE" dirty="0"/>
              <a:t>Partiële correlatietoets</a:t>
            </a:r>
          </a:p>
          <a:p>
            <a:pPr lvl="1"/>
            <a:r>
              <a:rPr lang="nl-BE" dirty="0"/>
              <a:t>r blijft quasi hetzelfde na </a:t>
            </a:r>
            <a:br>
              <a:rPr lang="nl-BE" dirty="0"/>
            </a:br>
            <a:r>
              <a:rPr lang="nl-BE" dirty="0"/>
              <a:t>controle voor aantal kinderen</a:t>
            </a:r>
          </a:p>
          <a:p>
            <a:pPr marL="720000" lvl="1" indent="0">
              <a:buNone/>
            </a:pP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90</a:t>
            </a:fld>
            <a:endParaRPr lang="en-GB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31949EB6-5237-4B95-BD60-439BBBCD9699}"/>
              </a:ext>
            </a:extLst>
          </p:cNvPr>
          <p:cNvSpPr/>
          <p:nvPr/>
        </p:nvSpPr>
        <p:spPr>
          <a:xfrm>
            <a:off x="13315511" y="3657598"/>
            <a:ext cx="1118938" cy="673770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18EC113B-FB1C-4807-9DEE-718205CBA96E}"/>
              </a:ext>
            </a:extLst>
          </p:cNvPr>
          <p:cNvSpPr/>
          <p:nvPr/>
        </p:nvSpPr>
        <p:spPr>
          <a:xfrm>
            <a:off x="13315511" y="6637419"/>
            <a:ext cx="1118938" cy="673770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ijdelijke aanduiding voor inhoud 11">
            <a:extLst>
              <a:ext uri="{FF2B5EF4-FFF2-40B4-BE49-F238E27FC236}">
                <a16:creationId xmlns:a16="http://schemas.microsoft.com/office/drawing/2014/main" id="{D4256363-4799-2C4F-23DC-E9C403161A5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696755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5E6A6D79-994C-4E07-8B89-313F61B3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84" y="1687826"/>
            <a:ext cx="10553791" cy="6377948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Correlatietabel in twee delen</a:t>
            </a:r>
          </a:p>
          <a:p>
            <a:r>
              <a:rPr lang="nl-BE" dirty="0"/>
              <a:t>Bovenaan:</a:t>
            </a:r>
          </a:p>
          <a:p>
            <a:pPr lvl="1"/>
            <a:r>
              <a:rPr lang="nl-BE" dirty="0"/>
              <a:t>Pearson correlatietoetsen</a:t>
            </a:r>
            <a:br>
              <a:rPr lang="nl-BE" dirty="0"/>
            </a:br>
            <a:r>
              <a:rPr lang="nl-BE" dirty="0"/>
              <a:t>tussen de drie variabelen</a:t>
            </a:r>
          </a:p>
          <a:p>
            <a:pPr lvl="1"/>
            <a:r>
              <a:rPr lang="nl-BE" dirty="0"/>
              <a:t>Zonder covariaat</a:t>
            </a:r>
          </a:p>
          <a:p>
            <a:r>
              <a:rPr lang="nl-BE" dirty="0"/>
              <a:t>Onderaan:</a:t>
            </a:r>
          </a:p>
          <a:p>
            <a:pPr lvl="1"/>
            <a:r>
              <a:rPr lang="nl-BE" dirty="0"/>
              <a:t>Partiële correlatietoets</a:t>
            </a:r>
          </a:p>
          <a:p>
            <a:pPr lvl="1"/>
            <a:r>
              <a:rPr lang="nl-BE" dirty="0"/>
              <a:t>r blijft quasi hetzelfde na </a:t>
            </a:r>
            <a:br>
              <a:rPr lang="nl-BE" dirty="0"/>
            </a:br>
            <a:r>
              <a:rPr lang="nl-BE" dirty="0"/>
              <a:t>controle voor aantal kinderen</a:t>
            </a:r>
          </a:p>
          <a:p>
            <a:pPr lvl="1"/>
            <a:r>
              <a:rPr lang="nl-BE" dirty="0"/>
              <a:t>Waarom?</a:t>
            </a:r>
          </a:p>
          <a:p>
            <a:pPr lvl="2"/>
            <a:r>
              <a:rPr lang="nl-BE" dirty="0"/>
              <a:t>r tussen W2_Kinderen en</a:t>
            </a:r>
            <a:br>
              <a:rPr lang="nl-BE" dirty="0"/>
            </a:br>
            <a:r>
              <a:rPr lang="nl-BE" dirty="0"/>
              <a:t>andere twee variabelen</a:t>
            </a:r>
            <a:br>
              <a:rPr lang="nl-BE" dirty="0"/>
            </a:br>
            <a:r>
              <a:rPr lang="nl-BE" dirty="0"/>
              <a:t>is niet significant: W2_Kinderen erbij betrekken doet dus niets veranderen</a:t>
            </a: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91</a:t>
            </a:fld>
            <a:endParaRPr lang="en-GB" noProof="0" dirty="0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2F73656A-1191-4CA1-88EF-3B5508A1740B}"/>
              </a:ext>
            </a:extLst>
          </p:cNvPr>
          <p:cNvSpPr/>
          <p:nvPr/>
        </p:nvSpPr>
        <p:spPr>
          <a:xfrm>
            <a:off x="8285632" y="4735749"/>
            <a:ext cx="7502236" cy="673770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31949EB6-5237-4B95-BD60-439BBBCD9699}"/>
              </a:ext>
            </a:extLst>
          </p:cNvPr>
          <p:cNvSpPr/>
          <p:nvPr/>
        </p:nvSpPr>
        <p:spPr>
          <a:xfrm>
            <a:off x="13315511" y="3657598"/>
            <a:ext cx="1118938" cy="673770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18EC113B-FB1C-4807-9DEE-718205CBA96E}"/>
              </a:ext>
            </a:extLst>
          </p:cNvPr>
          <p:cNvSpPr/>
          <p:nvPr/>
        </p:nvSpPr>
        <p:spPr>
          <a:xfrm>
            <a:off x="13315511" y="6637419"/>
            <a:ext cx="1118938" cy="673770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ijdelijke aanduiding voor inhoud 11">
            <a:extLst>
              <a:ext uri="{FF2B5EF4-FFF2-40B4-BE49-F238E27FC236}">
                <a16:creationId xmlns:a16="http://schemas.microsoft.com/office/drawing/2014/main" id="{D4256363-4799-2C4F-23DC-E9C403161A5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052890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5E6A6D79-994C-4E07-8B89-313F61B3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84" y="1687826"/>
            <a:ext cx="10553791" cy="6377948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Correlatietabel in twee delen</a:t>
            </a:r>
          </a:p>
          <a:p>
            <a:r>
              <a:rPr lang="nl-BE" dirty="0"/>
              <a:t>Bovenaan:</a:t>
            </a:r>
          </a:p>
          <a:p>
            <a:pPr lvl="1"/>
            <a:r>
              <a:rPr lang="nl-BE" dirty="0"/>
              <a:t>Pearson correlatietoetsen</a:t>
            </a:r>
            <a:br>
              <a:rPr lang="nl-BE" dirty="0"/>
            </a:br>
            <a:r>
              <a:rPr lang="nl-BE" dirty="0"/>
              <a:t>tussen de drie variabelen</a:t>
            </a:r>
          </a:p>
          <a:p>
            <a:pPr lvl="1"/>
            <a:r>
              <a:rPr lang="nl-BE" dirty="0"/>
              <a:t>Zonder covariaat</a:t>
            </a:r>
          </a:p>
          <a:p>
            <a:r>
              <a:rPr lang="nl-BE" dirty="0"/>
              <a:t>Onderaan:</a:t>
            </a:r>
          </a:p>
          <a:p>
            <a:pPr lvl="1"/>
            <a:r>
              <a:rPr lang="nl-BE" dirty="0"/>
              <a:t>Partiële correlatietoets</a:t>
            </a:r>
          </a:p>
          <a:p>
            <a:pPr lvl="1"/>
            <a:r>
              <a:rPr lang="nl-BE" dirty="0"/>
              <a:t>Lage correlatie</a:t>
            </a:r>
            <a:br>
              <a:rPr lang="nl-BE" dirty="0"/>
            </a:br>
            <a:endParaRPr lang="nl-BE" dirty="0"/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92</a:t>
            </a:fld>
            <a:endParaRPr lang="en-GB" noProof="0" dirty="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18EC113B-FB1C-4807-9DEE-718205CBA96E}"/>
              </a:ext>
            </a:extLst>
          </p:cNvPr>
          <p:cNvSpPr/>
          <p:nvPr/>
        </p:nvSpPr>
        <p:spPr>
          <a:xfrm>
            <a:off x="13315511" y="6637419"/>
            <a:ext cx="1118938" cy="673770"/>
          </a:xfrm>
          <a:prstGeom prst="ellipse">
            <a:avLst/>
          </a:prstGeom>
          <a:noFill/>
          <a:ln w="3175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6076375-73EC-5CBA-D7A9-E4E08AA9E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09" y="6525472"/>
            <a:ext cx="6159019" cy="30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197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144163" cy="6864264"/>
          </a:xfrm>
        </p:spPr>
        <p:txBody>
          <a:bodyPr>
            <a:normAutofit/>
          </a:bodyPr>
          <a:lstStyle/>
          <a:p>
            <a:r>
              <a:rPr lang="nl-BE" b="1" dirty="0"/>
              <a:t>Stap 6: </a:t>
            </a:r>
            <a:r>
              <a:rPr lang="nl-BE" dirty="0"/>
              <a:t>Conclusie en rapportering</a:t>
            </a:r>
          </a:p>
          <a:p>
            <a:pPr lvl="1"/>
            <a:r>
              <a:rPr lang="nl-NL" dirty="0"/>
              <a:t>Vergeet niet de vrijheidsgraden te vermelden bij de correlatiecoëfficiënt, wat hier (n – 3) is vanwege de covariaat.</a:t>
            </a:r>
          </a:p>
          <a:p>
            <a:pPr marL="720000" lvl="1" indent="0">
              <a:buNone/>
            </a:pPr>
            <a:endParaRPr lang="nl-BE" dirty="0"/>
          </a:p>
          <a:p>
            <a:pPr marL="720000" lvl="1" indent="0" algn="just">
              <a:buNone/>
            </a:pPr>
            <a:r>
              <a:rPr lang="nl-BE" dirty="0"/>
              <a:t>“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Aan de hand van een partiële Pearson correlatietoets werd het verband onderzocht tussen relatiestress (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2.04, 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1.05) en eenzaamheid (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2.91, 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0.97), gecontroleerd voor het aantal kinderen in het huishouden (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1.43, 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 1.18). De correlatie tussen relatiestress en eenzaamheid is, zonder controle voor het aantal kinderen, significant (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(174) = .31, 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 .001). Deze correlatie is ongeveer even hoog als wanneer we controleren voor het aantal kinderen (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(173) = .32, </a:t>
            </a:r>
            <a:r>
              <a:rPr lang="nl-BE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 </a:t>
            </a:r>
            <a:r>
              <a:rPr lang="nl-BE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 .001). In beide gevallen is er sprake van een lage correlatie tussen relatiestress en eenzaamheid.”</a:t>
            </a:r>
            <a:endParaRPr lang="nl-N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FB4D5-B452-4AA4-B83E-8DA93E143B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NL" sz="3600" dirty="0"/>
              <a:t>Opgave 3: Gecontroleerd Verband Relstress x Eenzaamheid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717631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829EE-E84C-4356-83EA-58A3EC2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Nog meer 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E490A1-2B9C-4218-B91B-BD1026FC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002060"/>
                </a:solidFill>
              </a:rPr>
              <a:t>Zie handboek en QR-code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A16FA6-05F8-482B-B342-24F3B70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94</a:t>
            </a:fld>
            <a:endParaRPr lang="en-GB" noProof="0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C3F45861-86AC-4251-8F68-78CC9A0DF34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99528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owerPoint_Toegepaste Statistiek_WHKP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35687-23C4-4A0C-B05E-C4FB348DC452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6f55e950-31a6-446f-893a-ec17b70e2fc0"/>
    <ds:schemaRef ds:uri="http://schemas.microsoft.com/office/infopath/2007/PartnerControls"/>
    <ds:schemaRef ds:uri="8f55a228-4e6a-4e20-9588-cb37277e13e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038F6D0-C956-4627-8011-D89B0CC11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5a228-4e6a-4e20-9588-cb37277e13ee"/>
    <ds:schemaRef ds:uri="6f55e950-31a6-446f-893a-ec17b70e2f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17319</TotalTime>
  <Words>6407</Words>
  <Application>Microsoft Office PowerPoint</Application>
  <PresentationFormat>Aangepast</PresentationFormat>
  <Paragraphs>1617</Paragraphs>
  <Slides>94</Slides>
  <Notes>14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3</vt:i4>
      </vt:variant>
      <vt:variant>
        <vt:lpstr>Diatitels</vt:lpstr>
      </vt:variant>
      <vt:variant>
        <vt:i4>94</vt:i4>
      </vt:variant>
    </vt:vector>
  </HeadingPairs>
  <TitlesOfParts>
    <vt:vector size="103" baseType="lpstr">
      <vt:lpstr>Arial</vt:lpstr>
      <vt:lpstr>Calibri</vt:lpstr>
      <vt:lpstr>Calibri Light</vt:lpstr>
      <vt:lpstr>Cambria Math</vt:lpstr>
      <vt:lpstr>Verdana</vt:lpstr>
      <vt:lpstr>Wingdings</vt:lpstr>
      <vt:lpstr>Powerpoint_UGent_EN_PS</vt:lpstr>
      <vt:lpstr>Kantoorthema</vt:lpstr>
      <vt:lpstr>PowerPoint_Toegepaste Statistiek_WHKPO</vt:lpstr>
      <vt:lpstr>Spss-werkcollege 6 (29/11)  </vt:lpstr>
      <vt:lpstr>H12 Correlatie</vt:lpstr>
      <vt:lpstr>Inleiding</vt:lpstr>
      <vt:lpstr>Inleiding</vt:lpstr>
      <vt:lpstr>Inleiding</vt:lpstr>
      <vt:lpstr>Opgave 1</vt:lpstr>
      <vt:lpstr>Opgave 1: Verband Teamgevoel x Moeilijkheden ouderschap</vt:lpstr>
      <vt:lpstr>Opgave 1: Verband Teamgevoel x Moeilijkheden ouderschap</vt:lpstr>
      <vt:lpstr>Opgave 1: Verband Teamgevoel x Moeilijkheden ouderschap</vt:lpstr>
      <vt:lpstr>Welke analysetechniek gebruik ik?</vt:lpstr>
      <vt:lpstr>Welke analysetechniek gebruik ik?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Welke analysetechniek gebruik ik?</vt:lpstr>
      <vt:lpstr>Welke analysetechniek gebruik ik?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1: Verband Teamgevoel x Moeilijkheden ouderschap</vt:lpstr>
      <vt:lpstr>Opgave 2</vt:lpstr>
      <vt:lpstr>Opgave 2: Verband Relstress x Eenzaamheid x CIUS</vt:lpstr>
      <vt:lpstr>Opgave 2: Verband Relstress x Eenzaamheid x CIUS</vt:lpstr>
      <vt:lpstr>Opgave 2: Verband Relstress x Eenzaamheid x CIUS</vt:lpstr>
      <vt:lpstr>Welke analysetechniek gebruik ik?</vt:lpstr>
      <vt:lpstr>Welke analysetechniek gebruik ik?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Opgave 2: Verband Relstress x Eenzaamheid x CIUS</vt:lpstr>
      <vt:lpstr>Extra Opgave voor thuis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Welke analysetechniek gebruik ik?</vt:lpstr>
      <vt:lpstr>Welke analysetechniek gebruik ik?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Opgave 3: Gecontroleerd Verband Relstress x Eenzaamheid</vt:lpstr>
      <vt:lpstr>Nog meer oefeningen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484</cp:revision>
  <cp:lastPrinted>2022-09-25T19:30:31Z</cp:lastPrinted>
  <dcterms:created xsi:type="dcterms:W3CDTF">2016-09-23T07:15:13Z</dcterms:created>
  <dcterms:modified xsi:type="dcterms:W3CDTF">2024-11-28T16:15:22Z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