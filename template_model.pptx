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your presenter notes here. These notes will appear in presenter view when you present the slideshow. They help you remember key points and talking points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explanation of the bullet points goes here. Expand on each point and add context that will help when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 for this slide with additional information for the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Emphasize the importance of this takeaway. This is a memorable slide for your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notes for each item in the list. Explain the significance and how they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about the quote. Why is this important? How does it relate to your topic?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 up the main ideas. Reinforce what the audience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for questions. Be prepared to elaborate on any point. Thank your audience for their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hyperlink" Target="mailto:your.email@example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Subtitle Here</a:t>
            </a:r>
            <a:br/>
            <a:br/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Subtitle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Main Topic</a:t>
            </a:r>
          </a:p>
          <a:p>
            <a:pPr lvl="0"/>
            <a:r>
              <a:rPr/>
              <a:t>First point</a:t>
            </a:r>
          </a:p>
          <a:p>
            <a:pPr lvl="0"/>
            <a:r>
              <a:rPr/>
              <a:t>Second point</a:t>
            </a:r>
          </a:p>
          <a:p>
            <a:pPr lvl="0"/>
            <a:r>
              <a:rPr/>
              <a:t>Third point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Left Column:</a:t>
            </a:r>
            <a:r>
              <a:rPr/>
              <a:t> - Point 1 - Point 2 - Point 3</a:t>
            </a:r>
          </a:p>
          <a:p>
            <a:pPr lvl="0" indent="0" marL="0">
              <a:buNone/>
            </a:pPr>
            <a:r>
              <a:rPr b="1"/>
              <a:t>Right Column:</a:t>
            </a:r>
            <a:r>
              <a:rPr/>
              <a:t> - Point A - Point B - Point C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Important Message</a:t>
            </a:r>
          </a:p>
          <a:p>
            <a:pPr lvl="0" indent="0" marL="0">
              <a:buNone/>
            </a:pPr>
            <a:r>
              <a:rPr/>
              <a:t>Key insight or main conclusion here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List with Emphasis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Section Title</a:t>
            </a:r>
          </a:p>
          <a:p>
            <a:pPr lvl="0" indent="-342900" marL="342900">
              <a:buAutoNum type="arabicPeriod"/>
            </a:pPr>
            <a:r>
              <a:rPr b="1"/>
              <a:t>First Item</a:t>
            </a:r>
            <a:r>
              <a:rPr/>
              <a:t> - Description</a:t>
            </a:r>
          </a:p>
          <a:p>
            <a:pPr lvl="0" indent="-342900" marL="342900">
              <a:buAutoNum type="arabicPeriod"/>
            </a:pPr>
            <a:r>
              <a:rPr b="1"/>
              <a:t>Second Item</a:t>
            </a:r>
            <a:r>
              <a:rPr/>
              <a:t> - Description</a:t>
            </a:r>
          </a:p>
          <a:p>
            <a:pPr lvl="0" indent="-342900" marL="342900">
              <a:buAutoNum type="arabicPeriod"/>
            </a:pPr>
            <a:r>
              <a:rPr b="1"/>
              <a:t>Third Item</a:t>
            </a:r>
            <a:r>
              <a:rPr/>
              <a:t> - Description</a:t>
            </a:r>
          </a:p>
          <a:p>
            <a:pPr lvl="0" indent="-342900" marL="342900">
              <a:buAutoNum type="arabicPeriod"/>
            </a:pPr>
            <a:r>
              <a:rPr b="1"/>
              <a:t>Fourth Item</a:t>
            </a:r>
            <a:r>
              <a:rPr/>
              <a:t> - Description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Quote or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“Add your inspirational quote or key statement here”</a:t>
            </a:r>
          </a:p>
          <a:p>
            <a:pPr lvl="0" indent="0" marL="0">
              <a:buNone/>
            </a:pPr>
            <a:r>
              <a:rPr i="1"/>
              <a:t>— Source or Author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Summary of Key Points</a:t>
            </a:r>
          </a:p>
          <a:p>
            <a:pPr lvl="0" indent="0" marL="0">
              <a:buNone/>
            </a:pPr>
            <a:r>
              <a:rPr/>
              <a:t>✓ Point 1</a:t>
            </a:r>
            <a:br/>
            <a:r>
              <a:rPr/>
              <a:t>✓ Point 2</a:t>
            </a:r>
            <a:br/>
            <a:r>
              <a:rPr/>
              <a:t>✓ Point 3</a:t>
            </a:r>
            <a:br/>
            <a:r>
              <a:rPr/>
              <a:t>✓ Point 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 Information</a:t>
            </a:r>
          </a:p>
          <a:p>
            <a:pPr lvl="0"/>
            <a:r>
              <a:rPr/>
              <a:t>Email: </a:t>
            </a:r>
            <a:r>
              <a:rPr>
                <a:hlinkClick r:id="rId3"/>
              </a:rPr>
              <a:t>your.email@example.com</a:t>
            </a:r>
          </a:p>
          <a:p>
            <a:pPr lvl="0"/>
            <a:r>
              <a:rPr/>
              <a:t>Phone: +32 (0)XX XXX XXXX</a:t>
            </a:r>
          </a:p>
          <a:p>
            <a:pPr lvl="0"/>
            <a:r>
              <a:rPr/>
              <a:t>Website: your-website.com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Your Name</dc:creator>
  <cp:keywords/>
  <dcterms:created xsi:type="dcterms:W3CDTF">2025-11-14T15:09:41Z</dcterms:created>
  <dcterms:modified xsi:type="dcterms:W3CDTF">2025-11-14T15:09:41Z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2025-11-14</vt:lpwstr>
  </property>
  <property fmtid="{D5CDD505-2E9C-101B-9397-08002B2CF9AE}" pid="3" name="output">
    <vt:lpwstr/>
  </property>
  <property fmtid="{D5CDD505-2E9C-101B-9397-08002B2CF9AE}" pid="4" name="subtitle">
    <vt:lpwstr>Subtitle Here</vt:lpwstr>
  </property>
</Properties>
</file>